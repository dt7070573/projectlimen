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03cc9cf0ca458d" /><Relationship Type="http://schemas.openxmlformats.org/officeDocument/2006/relationships/extended-properties" Target="/docProps/app.xml" Id="R87df3b1d64cd47b3" /><Relationship Type="http://schemas.openxmlformats.org/officeDocument/2006/relationships/officeDocument" Target="/ppt/presentation.xml" Id="R20eecf97914d48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3010f36bab41e2"/>
  </p:sldMasterIdLst>
  <p:notesMasterIdLst>
    <p:notesMasterId xmlns:r="http://schemas.openxmlformats.org/officeDocument/2006/relationships" r:id="Rbb7f17ca2b3b4e6d"/>
  </p:notesMasterIdLst>
  <p:sldIdLst>
    <p:sldId xmlns:r="http://schemas.openxmlformats.org/officeDocument/2006/relationships" id="256" r:id="R4a2929ee55ee48ff"/>
    <p:sldId xmlns:r="http://schemas.openxmlformats.org/officeDocument/2006/relationships" id="257" r:id="Rf79ebfa140b94915"/>
    <p:sldId xmlns:r="http://schemas.openxmlformats.org/officeDocument/2006/relationships" id="258" r:id="R29ffa02d2d124c3e"/>
    <p:sldId xmlns:r="http://schemas.openxmlformats.org/officeDocument/2006/relationships" id="259" r:id="R4956e7b9e9a1475f"/>
    <p:sldId xmlns:r="http://schemas.openxmlformats.org/officeDocument/2006/relationships" id="260" r:id="R18ae4eabdd5840e2"/>
    <p:sldId xmlns:r="http://schemas.openxmlformats.org/officeDocument/2006/relationships" id="261" r:id="Rc6e9a72bc3644fb8"/>
    <p:sldId xmlns:r="http://schemas.openxmlformats.org/officeDocument/2006/relationships" id="262" r:id="R4d72d4c814564453"/>
    <p:sldId xmlns:r="http://schemas.openxmlformats.org/officeDocument/2006/relationships" id="263" r:id="R964e428122bd4736"/>
    <p:sldId xmlns:r="http://schemas.openxmlformats.org/officeDocument/2006/relationships" id="264" r:id="R8390d6f6e67846b0"/>
    <p:sldId xmlns:r="http://schemas.openxmlformats.org/officeDocument/2006/relationships" id="265" r:id="R8df0dadfe1dc49b5"/>
    <p:sldId xmlns:r="http://schemas.openxmlformats.org/officeDocument/2006/relationships" id="266" r:id="Rbf57512a986644f5"/>
    <p:sldId xmlns:r="http://schemas.openxmlformats.org/officeDocument/2006/relationships" id="267" r:id="R2c5a89f90b984883"/>
    <p:sldId xmlns:r="http://schemas.openxmlformats.org/officeDocument/2006/relationships" id="268" r:id="R8d92f5c475454086"/>
    <p:sldId xmlns:r="http://schemas.openxmlformats.org/officeDocument/2006/relationships" id="269" r:id="R050f5a66c5194c0a"/>
    <p:sldId xmlns:r="http://schemas.openxmlformats.org/officeDocument/2006/relationships" id="270" r:id="Rf41767f1e2d04d2e"/>
    <p:sldId xmlns:r="http://schemas.openxmlformats.org/officeDocument/2006/relationships" id="271" r:id="R6331300e5e3a46e9"/>
    <p:sldId xmlns:r="http://schemas.openxmlformats.org/officeDocument/2006/relationships" id="272" r:id="R3c582f6968d047cf"/>
    <p:sldId xmlns:r="http://schemas.openxmlformats.org/officeDocument/2006/relationships" id="273" r:id="R4fe6bf3bd6de4a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b2a92bd9a944c2" /><Relationship Type="http://schemas.openxmlformats.org/officeDocument/2006/relationships/slideMaster" Target="/ppt/slideMasters/slideMaster1.xml" Id="Rcd3010f36bab41e2" /><Relationship Type="http://schemas.openxmlformats.org/officeDocument/2006/relationships/notesMaster" Target="/ppt/notesMasters/notesMaster1.xml" Id="Rbb7f17ca2b3b4e6d" /><Relationship Type="http://schemas.openxmlformats.org/officeDocument/2006/relationships/presProps" Target="/ppt/presProps.xml" Id="R13e22ffaf09541e0" /><Relationship Type="http://schemas.openxmlformats.org/officeDocument/2006/relationships/tableStyles" Target="/ppt/tableStyles.xml" Id="R61d925900b174ca2" /><Relationship Type="http://schemas.openxmlformats.org/officeDocument/2006/relationships/slide" Target="/ppt/slides/slide1.xml" Id="R4a2929ee55ee48ff" /><Relationship Type="http://schemas.openxmlformats.org/officeDocument/2006/relationships/slide" Target="/ppt/slides/slide2.xml" Id="Rf79ebfa140b94915" /><Relationship Type="http://schemas.openxmlformats.org/officeDocument/2006/relationships/slide" Target="/ppt/slides/slide3.xml" Id="R29ffa02d2d124c3e" /><Relationship Type="http://schemas.openxmlformats.org/officeDocument/2006/relationships/slide" Target="/ppt/slides/slide4.xml" Id="R4956e7b9e9a1475f" /><Relationship Type="http://schemas.openxmlformats.org/officeDocument/2006/relationships/slide" Target="/ppt/slides/slide5.xml" Id="R18ae4eabdd5840e2" /><Relationship Type="http://schemas.openxmlformats.org/officeDocument/2006/relationships/slide" Target="/ppt/slides/slide6.xml" Id="Rc6e9a72bc3644fb8" /><Relationship Type="http://schemas.openxmlformats.org/officeDocument/2006/relationships/slide" Target="/ppt/slides/slide7.xml" Id="R4d72d4c814564453" /><Relationship Type="http://schemas.openxmlformats.org/officeDocument/2006/relationships/slide" Target="/ppt/slides/slide8.xml" Id="R964e428122bd4736" /><Relationship Type="http://schemas.openxmlformats.org/officeDocument/2006/relationships/slide" Target="/ppt/slides/slide9.xml" Id="R8390d6f6e67846b0" /><Relationship Type="http://schemas.openxmlformats.org/officeDocument/2006/relationships/slide" Target="/ppt/slides/slide10.xml" Id="R8df0dadfe1dc49b5" /><Relationship Type="http://schemas.openxmlformats.org/officeDocument/2006/relationships/slide" Target="/ppt/slides/slide11.xml" Id="Rbf57512a986644f5" /><Relationship Type="http://schemas.openxmlformats.org/officeDocument/2006/relationships/slide" Target="/ppt/slides/slide12.xml" Id="R2c5a89f90b984883" /><Relationship Type="http://schemas.openxmlformats.org/officeDocument/2006/relationships/slide" Target="/ppt/slides/slide13.xml" Id="R8d92f5c475454086" /><Relationship Type="http://schemas.openxmlformats.org/officeDocument/2006/relationships/slide" Target="/ppt/slides/slide14.xml" Id="R050f5a66c5194c0a" /><Relationship Type="http://schemas.openxmlformats.org/officeDocument/2006/relationships/slide" Target="/ppt/slides/slide15.xml" Id="Rf41767f1e2d04d2e" /><Relationship Type="http://schemas.openxmlformats.org/officeDocument/2006/relationships/slide" Target="/ppt/slides/slide16.xml" Id="R6331300e5e3a46e9" /><Relationship Type="http://schemas.openxmlformats.org/officeDocument/2006/relationships/slide" Target="/ppt/slides/slide17.xml" Id="R3c582f6968d047cf" /><Relationship Type="http://schemas.openxmlformats.org/officeDocument/2006/relationships/slide" Target="/ppt/slides/slide18.xml" Id="R4fe6bf3bd6de4a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19c5aa313240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d394368e3b4d56" /><Relationship Type="http://schemas.openxmlformats.org/officeDocument/2006/relationships/notesMaster" Target="/ppt/notesMasters/notesMaster1.xml" Id="R546643e2d0ab42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fb8025f6534c5e" /><Relationship Type="http://schemas.openxmlformats.org/officeDocument/2006/relationships/notesMaster" Target="/ppt/notesMasters/notesMaster1.xml" Id="R882c97a0323746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252fcf2a4b4a56" /><Relationship Type="http://schemas.openxmlformats.org/officeDocument/2006/relationships/notesMaster" Target="/ppt/notesMasters/notesMaster1.xml" Id="Rb695f2f9684b43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d49dabc4b64582" /><Relationship Type="http://schemas.openxmlformats.org/officeDocument/2006/relationships/notesMaster" Target="/ppt/notesMasters/notesMaster1.xml" Id="Rfe4d5c90e4aa44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069943296c4499" /><Relationship Type="http://schemas.openxmlformats.org/officeDocument/2006/relationships/notesMaster" Target="/ppt/notesMasters/notesMaster1.xml" Id="R79fb5b1c2ea948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612d8af3dd4439" /><Relationship Type="http://schemas.openxmlformats.org/officeDocument/2006/relationships/notesMaster" Target="/ppt/notesMasters/notesMaster1.xml" Id="R1d87ba37e8b64d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4e2cbd47d44a34" /><Relationship Type="http://schemas.openxmlformats.org/officeDocument/2006/relationships/notesMaster" Target="/ppt/notesMasters/notesMaster1.xml" Id="Re5fd4d4a8b084c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3471c2ceb34385" /><Relationship Type="http://schemas.openxmlformats.org/officeDocument/2006/relationships/notesMaster" Target="/ppt/notesMasters/notesMaster1.xml" Id="Ra19a81f8b7df41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1b6dce5a4244ca" /><Relationship Type="http://schemas.openxmlformats.org/officeDocument/2006/relationships/notesMaster" Target="/ppt/notesMasters/notesMaster1.xml" Id="R8d4b08f984444c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87fc79a5ea4f3a" /><Relationship Type="http://schemas.openxmlformats.org/officeDocument/2006/relationships/notesMaster" Target="/ppt/notesMasters/notesMaster1.xml" Id="R555704b20afb4d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7a4a59ab5049c6" /><Relationship Type="http://schemas.openxmlformats.org/officeDocument/2006/relationships/notesMaster" Target="/ppt/notesMasters/notesMaster1.xml" Id="Ra365bde63e5247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0a788baf66408f" /><Relationship Type="http://schemas.openxmlformats.org/officeDocument/2006/relationships/notesMaster" Target="/ppt/notesMasters/notesMaster1.xml" Id="R18a13b2096d24b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f7af092a144429" /><Relationship Type="http://schemas.openxmlformats.org/officeDocument/2006/relationships/notesMaster" Target="/ppt/notesMasters/notesMaster1.xml" Id="Re7bda50505c049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c9b7bf49164b78" /><Relationship Type="http://schemas.openxmlformats.org/officeDocument/2006/relationships/notesMaster" Target="/ppt/notesMasters/notesMaster1.xml" Id="Rd5803fb1f0764c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70fd74019845ff" /><Relationship Type="http://schemas.openxmlformats.org/officeDocument/2006/relationships/notesMaster" Target="/ppt/notesMasters/notesMaster1.xml" Id="Rf7cb3aca596044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291943797b4c90" /><Relationship Type="http://schemas.openxmlformats.org/officeDocument/2006/relationships/notesMaster" Target="/ppt/notesMasters/notesMaster1.xml" Id="Rf45e492cd2064f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19172bfdac64b08" /><Relationship Type="http://schemas.openxmlformats.org/officeDocument/2006/relationships/notesMaster" Target="/ppt/notesMasters/notesMaster1.xml" Id="R8266026c230249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b493c8c64544a6" /><Relationship Type="http://schemas.openxmlformats.org/officeDocument/2006/relationships/notesMaster" Target="/ppt/notesMasters/notesMaster1.xml" Id="R0989ed653d0543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2382397f545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c5e33d8a241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95032159144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010f7c2f245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5006d5ace45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da36d79f349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86CE22-D581-477B-A743-8CEBEF2C5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B4528C-C1B7-487B-AFBE-068521F0FA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F78D1E-F71E-46B4-A25D-FBF7ECB3F7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A4CFF5-010A-4C06-88F4-DE7C60FB3B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342A11-EA30-4E70-AF96-421B00C3C0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D2EB36-7679-4C52-AF52-1BEDDE6FFB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D065DF-19B0-4BDA-BDC6-FC96E39B1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34A990-5690-4E38-9D9F-D5CB9E791E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265943-465B-48A9-B5D9-CFEB3DDA44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EC1275-B8E5-40B4-AA65-770C3868EF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2cb302805042d3" /><Relationship Type="http://schemas.openxmlformats.org/officeDocument/2006/relationships/slideLayout" Target="/ppt/slideLayouts/slideLayout1.xml" Id="R04d4083405ce46b6" /><Relationship Type="http://schemas.openxmlformats.org/officeDocument/2006/relationships/slideLayout" Target="/ppt/slideLayouts/slideLayout2.xml" Id="Re1f40e23dfb84463" /><Relationship Type="http://schemas.openxmlformats.org/officeDocument/2006/relationships/slideLayout" Target="/ppt/slideLayouts/slideLayout3.xml" Id="R06e9da071bfa4f65" /><Relationship Type="http://schemas.openxmlformats.org/officeDocument/2006/relationships/slideLayout" Target="/ppt/slideLayouts/slideLayout4.xml" Id="Rbba0a28d9bd54e64" /><Relationship Type="http://schemas.openxmlformats.org/officeDocument/2006/relationships/slideLayout" Target="/ppt/slideLayouts/slideLayout5.xml" Id="R07e0d642e27d438a" /><Relationship Type="http://schemas.openxmlformats.org/officeDocument/2006/relationships/slideLayout" Target="/ppt/slideLayouts/slideLayout6.xml" Id="R5d096a1279974b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d4083405ce46b6"/>
    <p:sldLayoutId xmlns:r="http://schemas.openxmlformats.org/officeDocument/2006/relationships" id="2147483650" r:id="Re1f40e23dfb84463"/>
    <p:sldLayoutId xmlns:r="http://schemas.openxmlformats.org/officeDocument/2006/relationships" id="2147483651" r:id="R06e9da071bfa4f65"/>
    <p:sldLayoutId xmlns:r="http://schemas.openxmlformats.org/officeDocument/2006/relationships" id="2147483652" r:id="Rbba0a28d9bd54e64"/>
    <p:sldLayoutId xmlns:r="http://schemas.openxmlformats.org/officeDocument/2006/relationships" id="2147483653" r:id="R07e0d642e27d438a"/>
    <p:sldLayoutId xmlns:r="http://schemas.openxmlformats.org/officeDocument/2006/relationships" id="2147483654" r:id="R5d096a1279974b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c251ca94247cb" /><Relationship Type="http://schemas.openxmlformats.org/officeDocument/2006/relationships/notesSlide" Target="/ppt/notesSlides/notesSlide1.xml" Id="Rd908d95aa70340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f91523f794b71" /><Relationship Type="http://schemas.openxmlformats.org/officeDocument/2006/relationships/notesSlide" Target="/ppt/notesSlides/notesSlide2.xml" Id="Ra7d6b6f9d1904d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88d1f0f3c4f04" /><Relationship Type="http://schemas.openxmlformats.org/officeDocument/2006/relationships/notesSlide" Target="/ppt/notesSlides/notesSlide3.xml" Id="Raf74e309b41247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d0591a6064fe0" /><Relationship Type="http://schemas.openxmlformats.org/officeDocument/2006/relationships/notesSlide" Target="/ppt/notesSlides/notesSlide4.xml" Id="Raa033b3eb6ce47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ffc2889e704437" /><Relationship Type="http://schemas.openxmlformats.org/officeDocument/2006/relationships/notesSlide" Target="/ppt/notesSlides/notesSlide5.xml" Id="R38c8d66aaac548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ed3e6227c4a45" /><Relationship Type="http://schemas.openxmlformats.org/officeDocument/2006/relationships/notesSlide" Target="/ppt/notesSlides/notesSlide6.xml" Id="Rb89f429882bf4b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86808821314c4a" /><Relationship Type="http://schemas.openxmlformats.org/officeDocument/2006/relationships/notesSlide" Target="/ppt/notesSlides/notesSlide7.xml" Id="R0c7689a5196044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a4faa265d74816" /><Relationship Type="http://schemas.openxmlformats.org/officeDocument/2006/relationships/notesSlide" Target="/ppt/notesSlides/notesSlide8.xml" Id="R5ef3cfdf37cf4f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e9728b50444467" /><Relationship Type="http://schemas.openxmlformats.org/officeDocument/2006/relationships/notesSlide" Target="/ppt/notesSlides/notesSlide9.xml" Id="R01dc99ccaad44a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9363098d441db" /><Relationship Type="http://schemas.openxmlformats.org/officeDocument/2006/relationships/notesSlide" Target="/ppt/notesSlides/notesSlide10.xml" Id="R4ba32e11c9714a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55a7bcee14b74" /><Relationship Type="http://schemas.openxmlformats.org/officeDocument/2006/relationships/notesSlide" Target="/ppt/notesSlides/notesSlide11.xml" Id="Rf80943a286b540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0abcad3c334c5b" /><Relationship Type="http://schemas.openxmlformats.org/officeDocument/2006/relationships/notesSlide" Target="/ppt/notesSlides/notesSlide12.xml" Id="Rad70e7a2318549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5a9cc089c470e" /><Relationship Type="http://schemas.openxmlformats.org/officeDocument/2006/relationships/notesSlide" Target="/ppt/notesSlides/notesSlide13.xml" Id="R1ca27e89394244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51f7e504a344e2" /><Relationship Type="http://schemas.openxmlformats.org/officeDocument/2006/relationships/notesSlide" Target="/ppt/notesSlides/notesSlide14.xml" Id="R01be6c105f8341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ea1150e9143d5" /><Relationship Type="http://schemas.openxmlformats.org/officeDocument/2006/relationships/notesSlide" Target="/ppt/notesSlides/notesSlide15.xml" Id="Rd1ec2e8d4bef442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431ded47c4e6e" /><Relationship Type="http://schemas.openxmlformats.org/officeDocument/2006/relationships/notesSlide" Target="/ppt/notesSlides/notesSlide16.xml" Id="R835761e16a5045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73a017531544fb" /><Relationship Type="http://schemas.openxmlformats.org/officeDocument/2006/relationships/notesSlide" Target="/ppt/notesSlides/notesSlide17.xml" Id="R55bc967dfc3047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14c4b4341f4aa0" /><Relationship Type="http://schemas.openxmlformats.org/officeDocument/2006/relationships/notesSlide" Target="/ppt/notesSlides/notesSlide18.xml" Id="R04d57da2ad2045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6109E-C3B0-4BDE-8EFE-E65A7A23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908EF-CB96-4117-BA39-856F81F3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PROJECT LIMEN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4E58F-7261-4350-BA28-37303F5C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2F5F4"/>
                </a:solidFill>
              </a:defRPr>
            </a:defPPr>
            <a:lvl1pPr algn="l">
              <a:defRPr sz="3900" b="1">
                <a:solidFill>
                  <a:srgbClr val="F2F5F4"/>
                </a:solidFill>
              </a:defRPr>
            </a:lvl1pPr>
            <a:lvl2pPr algn="l">
              <a:defRPr sz="3900" b="1">
                <a:solidFill>
                  <a:srgbClr val="F2F5F4"/>
                </a:solidFill>
              </a:defRPr>
            </a:lvl2pPr>
            <a:lvl3pPr algn="l">
              <a:defRPr sz="3900" b="1">
                <a:solidFill>
                  <a:srgbClr val="F2F5F4"/>
                </a:solidFill>
              </a:defRPr>
            </a:lvl3pPr>
            <a:lvl4pPr algn="l">
              <a:defRPr sz="3900" b="1">
                <a:solidFill>
                  <a:srgbClr val="F2F5F4"/>
                </a:solidFill>
              </a:defRPr>
            </a:lvl4pPr>
            <a:lvl5pPr algn="l">
              <a:defRPr sz="3900" b="1">
                <a:solidFill>
                  <a:srgbClr val="F2F5F4"/>
                </a:solidFill>
              </a:defRPr>
            </a:lvl5pPr>
            <a:lvl6pPr algn="l">
              <a:defRPr sz="3900" b="1">
                <a:solidFill>
                  <a:srgbClr val="F2F5F4"/>
                </a:solidFill>
              </a:defRPr>
            </a:lvl6pPr>
            <a:lvl7pPr algn="l">
              <a:defRPr sz="3900" b="1">
                <a:solidFill>
                  <a:srgbClr val="F2F5F4"/>
                </a:solidFill>
              </a:defRPr>
            </a:lvl7pPr>
            <a:lvl8pPr algn="l">
              <a:defRPr sz="3900" b="1">
                <a:solidFill>
                  <a:srgbClr val="F2F5F4"/>
                </a:solidFill>
              </a:defRPr>
            </a:lvl8pPr>
            <a:lvl9pPr algn="l">
              <a:defRPr sz="390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2F5F4"/>
                </a:solidFill>
              </a:defRPr>
            </a:pPr>
            <a:r>
              <a:rPr sz="3900" b="1">
                <a:solidFill>
                  <a:srgbClr val="F2F5F4"/>
                </a:solidFill>
              </a:rPr>
              <a:t>게임 기획 개요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F5119-AB17-4013-9A1E-0D130956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A2AFAC"/>
                </a:solidFill>
              </a:defRPr>
            </a:defPPr>
            <a:lvl1pPr algn="l">
              <a:defRPr sz="1875" b="0">
                <a:solidFill>
                  <a:srgbClr val="A2AFAC"/>
                </a:solidFill>
              </a:defRPr>
            </a:lvl1pPr>
            <a:lvl2pPr algn="l">
              <a:defRPr sz="1875" b="0">
                <a:solidFill>
                  <a:srgbClr val="A2AFAC"/>
                </a:solidFill>
              </a:defRPr>
            </a:lvl2pPr>
            <a:lvl3pPr algn="l">
              <a:defRPr sz="1875" b="0">
                <a:solidFill>
                  <a:srgbClr val="A2AFAC"/>
                </a:solidFill>
              </a:defRPr>
            </a:lvl3pPr>
            <a:lvl4pPr algn="l">
              <a:defRPr sz="1875" b="0">
                <a:solidFill>
                  <a:srgbClr val="A2AFAC"/>
                </a:solidFill>
              </a:defRPr>
            </a:lvl4pPr>
            <a:lvl5pPr algn="l">
              <a:defRPr sz="1875" b="0">
                <a:solidFill>
                  <a:srgbClr val="A2AFAC"/>
                </a:solidFill>
              </a:defRPr>
            </a:lvl5pPr>
            <a:lvl6pPr algn="l">
              <a:defRPr sz="1875" b="0">
                <a:solidFill>
                  <a:srgbClr val="A2AFAC"/>
                </a:solidFill>
              </a:defRPr>
            </a:lvl6pPr>
            <a:lvl7pPr algn="l">
              <a:defRPr sz="1875" b="0">
                <a:solidFill>
                  <a:srgbClr val="A2AFAC"/>
                </a:solidFill>
              </a:defRPr>
            </a:lvl7pPr>
            <a:lvl8pPr algn="l">
              <a:defRPr sz="1875" b="0">
                <a:solidFill>
                  <a:srgbClr val="A2AFAC"/>
                </a:solidFill>
              </a:defRPr>
            </a:lvl8pPr>
            <a:lvl9pPr algn="l">
              <a:defRPr sz="18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2AFAC"/>
                </a:solidFill>
              </a:defRPr>
            </a:pPr>
            <a:r>
              <a:rPr sz="1875" b="0">
                <a:solidFill>
                  <a:srgbClr val="A2AFAC"/>
                </a:solidFill>
              </a:rPr>
              <a:t>공동 이상구역과 특수 탐사를 잇는 비동기 익스트랙션 RPG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3F16F-E112-4CB7-9F98-48B3A455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65C9A-AD36-4679-8474-9EBBBFFC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2F5F4"/>
                </a:solidFill>
              </a:defRPr>
            </a:defPPr>
            <a:lvl1pPr algn="l">
              <a:defRPr sz="1725" b="0">
                <a:solidFill>
                  <a:srgbClr val="F2F5F4"/>
                </a:solidFill>
              </a:defRPr>
            </a:lvl1pPr>
            <a:lvl2pPr algn="l">
              <a:defRPr sz="1725" b="0">
                <a:solidFill>
                  <a:srgbClr val="F2F5F4"/>
                </a:solidFill>
              </a:defRPr>
            </a:lvl2pPr>
            <a:lvl3pPr algn="l">
              <a:defRPr sz="1725" b="0">
                <a:solidFill>
                  <a:srgbClr val="F2F5F4"/>
                </a:solidFill>
              </a:defRPr>
            </a:lvl3pPr>
            <a:lvl4pPr algn="l">
              <a:defRPr sz="1725" b="0">
                <a:solidFill>
                  <a:srgbClr val="F2F5F4"/>
                </a:solidFill>
              </a:defRPr>
            </a:lvl4pPr>
            <a:lvl5pPr algn="l">
              <a:defRPr sz="1725" b="0">
                <a:solidFill>
                  <a:srgbClr val="F2F5F4"/>
                </a:solidFill>
              </a:defRPr>
            </a:lvl5pPr>
            <a:lvl6pPr algn="l">
              <a:defRPr sz="1725" b="0">
                <a:solidFill>
                  <a:srgbClr val="F2F5F4"/>
                </a:solidFill>
              </a:defRPr>
            </a:lvl6pPr>
            <a:lvl7pPr algn="l">
              <a:defRPr sz="1725" b="0">
                <a:solidFill>
                  <a:srgbClr val="F2F5F4"/>
                </a:solidFill>
              </a:defRPr>
            </a:lvl7pPr>
            <a:lvl8pPr algn="l">
              <a:defRPr sz="1725" b="0">
                <a:solidFill>
                  <a:srgbClr val="F2F5F4"/>
                </a:solidFill>
              </a:defRPr>
            </a:lvl8pPr>
            <a:lvl9pPr algn="l">
              <a:defRPr sz="172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2F5F4"/>
                </a:solidFill>
              </a:defRPr>
            </a:pPr>
            <a:r>
              <a:rPr sz="1725" b="0">
                <a:solidFill>
                  <a:srgbClr val="F2F5F4"/>
                </a:solidFill>
              </a:rPr>
              <a:t>기묘한 공간에 자캐 탐사대를 보내고</a:t>
            </a:r>
          </a:p>
          <a:p xmlns:a="http://schemas.openxmlformats.org/drawingml/2006/main">
            <a:pPr algn="l">
              <a:defRPr sz="1725" b="0">
                <a:solidFill>
                  <a:srgbClr val="F2F5F4"/>
                </a:solidFill>
              </a:defRPr>
            </a:pPr>
            <a:r>
              <a:rPr sz="1725" b="0">
                <a:solidFill>
                  <a:srgbClr val="F2F5F4"/>
                </a:solidFill>
              </a:rPr>
              <a:t>관계와 전리품을 안고 살아 돌아오는 게임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12EEC-4547-47CF-8934-BAD95CD5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A2AFAC"/>
                </a:solidFill>
              </a:defRPr>
            </a:defPPr>
            <a:lvl1pPr algn="l">
              <a:defRPr sz="1050" b="0">
                <a:solidFill>
                  <a:srgbClr val="A2AFAC"/>
                </a:solidFill>
              </a:defRPr>
            </a:lvl1pPr>
            <a:lvl2pPr algn="l">
              <a:defRPr sz="1050" b="0">
                <a:solidFill>
                  <a:srgbClr val="A2AFAC"/>
                </a:solidFill>
              </a:defRPr>
            </a:lvl2pPr>
            <a:lvl3pPr algn="l">
              <a:defRPr sz="1050" b="0">
                <a:solidFill>
                  <a:srgbClr val="A2AFAC"/>
                </a:solidFill>
              </a:defRPr>
            </a:lvl3pPr>
            <a:lvl4pPr algn="l">
              <a:defRPr sz="1050" b="0">
                <a:solidFill>
                  <a:srgbClr val="A2AFAC"/>
                </a:solidFill>
              </a:defRPr>
            </a:lvl4pPr>
            <a:lvl5pPr algn="l">
              <a:defRPr sz="1050" b="0">
                <a:solidFill>
                  <a:srgbClr val="A2AFAC"/>
                </a:solidFill>
              </a:defRPr>
            </a:lvl5pPr>
            <a:lvl6pPr algn="l">
              <a:defRPr sz="1050" b="0">
                <a:solidFill>
                  <a:srgbClr val="A2AFAC"/>
                </a:solidFill>
              </a:defRPr>
            </a:lvl6pPr>
            <a:lvl7pPr algn="l">
              <a:defRPr sz="1050" b="0">
                <a:solidFill>
                  <a:srgbClr val="A2AFAC"/>
                </a:solidFill>
              </a:defRPr>
            </a:lvl7pPr>
            <a:lvl8pPr algn="l">
              <a:defRPr sz="1050" b="0">
                <a:solidFill>
                  <a:srgbClr val="A2AFAC"/>
                </a:solidFill>
              </a:defRPr>
            </a:lvl8pPr>
            <a:lvl9pPr algn="l">
              <a:defRPr sz="10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2AFAC"/>
                </a:solidFill>
              </a:defRPr>
            </a:pPr>
            <a:r>
              <a:rPr sz="1050" b="0">
                <a:solidFill>
                  <a:srgbClr val="A2AFAC"/>
                </a:solidFill>
              </a:rPr>
              <a:t>기획 기준 2026.10.23</a:t>
            </a:r>
          </a:p>
        </p:txBody>
      </p:sp>
    </p:spTree>
    <p:extLst>
      <p:ext uri="{BB962C8B-B14F-4D97-AF65-F5344CB8AC3E}">
        <p14:creationId xmlns:p14="http://schemas.microsoft.com/office/powerpoint/2010/main" val="2355813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C341FE-A2AF-4446-82C4-2829DF82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431B1-3538-4F92-A123-7BEC929A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549BC-AC3E-4814-B1A1-92CA7B6E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목차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08ADD-196C-4FDF-BB0A-F589A168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835C9-B7CC-438F-98CC-1D70D22D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84E5E-3FA5-42A9-8D8F-70128958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E330F-382A-4B72-A43A-C1128E9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66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2F5F4"/>
                </a:solidFill>
              </a:defRPr>
            </a:defPPr>
            <a:lvl1pPr algn="l">
              <a:defRPr sz="1575" b="1">
                <a:solidFill>
                  <a:srgbClr val="F2F5F4"/>
                </a:solidFill>
              </a:defRPr>
            </a:lvl1pPr>
            <a:lvl2pPr algn="l">
              <a:defRPr sz="1575" b="1">
                <a:solidFill>
                  <a:srgbClr val="F2F5F4"/>
                </a:solidFill>
              </a:defRPr>
            </a:lvl2pPr>
            <a:lvl3pPr algn="l">
              <a:defRPr sz="1575" b="1">
                <a:solidFill>
                  <a:srgbClr val="F2F5F4"/>
                </a:solidFill>
              </a:defRPr>
            </a:lvl3pPr>
            <a:lvl4pPr algn="l">
              <a:defRPr sz="1575" b="1">
                <a:solidFill>
                  <a:srgbClr val="F2F5F4"/>
                </a:solidFill>
              </a:defRPr>
            </a:lvl4pPr>
            <a:lvl5pPr algn="l">
              <a:defRPr sz="1575" b="1">
                <a:solidFill>
                  <a:srgbClr val="F2F5F4"/>
                </a:solidFill>
              </a:defRPr>
            </a:lvl5pPr>
            <a:lvl6pPr algn="l">
              <a:defRPr sz="1575" b="1">
                <a:solidFill>
                  <a:srgbClr val="F2F5F4"/>
                </a:solidFill>
              </a:defRPr>
            </a:lvl6pPr>
            <a:lvl7pPr algn="l">
              <a:defRPr sz="1575" b="1">
                <a:solidFill>
                  <a:srgbClr val="F2F5F4"/>
                </a:solidFill>
              </a:defRPr>
            </a:lvl7pPr>
            <a:lvl8pPr algn="l">
              <a:defRPr sz="1575" b="1">
                <a:solidFill>
                  <a:srgbClr val="F2F5F4"/>
                </a:solidFill>
              </a:defRPr>
            </a:lvl8pPr>
            <a:lvl9pPr algn="l">
              <a:defRPr sz="157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5F4"/>
                </a:solidFill>
              </a:defRPr>
            </a:pPr>
            <a:r>
              <a:rPr sz="1575" b="1">
                <a:solidFill>
                  <a:srgbClr val="F2F5F4"/>
                </a:solidFill>
              </a:rPr>
              <a:t>게임 정체성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D19C3-37BE-41AA-8077-98D71CAE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668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세계관과 코어 재미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6C21A-89C2-41F5-8688-69E3340F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AFBB9-4C2C-4E7C-946E-1F9E85A3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EB581-F6B2-4AA3-A52B-85F36BB5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09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2F5F4"/>
                </a:solidFill>
              </a:defRPr>
            </a:defPPr>
            <a:lvl1pPr algn="l">
              <a:defRPr sz="1575" b="1">
                <a:solidFill>
                  <a:srgbClr val="F2F5F4"/>
                </a:solidFill>
              </a:defRPr>
            </a:lvl1pPr>
            <a:lvl2pPr algn="l">
              <a:defRPr sz="1575" b="1">
                <a:solidFill>
                  <a:srgbClr val="F2F5F4"/>
                </a:solidFill>
              </a:defRPr>
            </a:lvl2pPr>
            <a:lvl3pPr algn="l">
              <a:defRPr sz="1575" b="1">
                <a:solidFill>
                  <a:srgbClr val="F2F5F4"/>
                </a:solidFill>
              </a:defRPr>
            </a:lvl3pPr>
            <a:lvl4pPr algn="l">
              <a:defRPr sz="1575" b="1">
                <a:solidFill>
                  <a:srgbClr val="F2F5F4"/>
                </a:solidFill>
              </a:defRPr>
            </a:lvl4pPr>
            <a:lvl5pPr algn="l">
              <a:defRPr sz="1575" b="1">
                <a:solidFill>
                  <a:srgbClr val="F2F5F4"/>
                </a:solidFill>
              </a:defRPr>
            </a:lvl5pPr>
            <a:lvl6pPr algn="l">
              <a:defRPr sz="1575" b="1">
                <a:solidFill>
                  <a:srgbClr val="F2F5F4"/>
                </a:solidFill>
              </a:defRPr>
            </a:lvl6pPr>
            <a:lvl7pPr algn="l">
              <a:defRPr sz="1575" b="1">
                <a:solidFill>
                  <a:srgbClr val="F2F5F4"/>
                </a:solidFill>
              </a:defRPr>
            </a:lvl7pPr>
            <a:lvl8pPr algn="l">
              <a:defRPr sz="1575" b="1">
                <a:solidFill>
                  <a:srgbClr val="F2F5F4"/>
                </a:solidFill>
              </a:defRPr>
            </a:lvl8pPr>
            <a:lvl9pPr algn="l">
              <a:defRPr sz="157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5F4"/>
                </a:solidFill>
              </a:defRPr>
            </a:pPr>
            <a:r>
              <a:rPr sz="1575" b="1">
                <a:solidFill>
                  <a:srgbClr val="F2F5F4"/>
                </a:solidFill>
              </a:rPr>
              <a:t>탐사 구조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630FA-E3C7-49E7-B286-23D827EE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플레이 루프와 깊이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93D61-86D8-43D5-ADE2-6B4BAF0E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1352F-373E-4B1F-97D3-F0358D85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085B2-6FE7-4E32-8867-7563BFD0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2F5F4"/>
                </a:solidFill>
              </a:defRPr>
            </a:defPPr>
            <a:lvl1pPr algn="l">
              <a:defRPr sz="1575" b="1">
                <a:solidFill>
                  <a:srgbClr val="F2F5F4"/>
                </a:solidFill>
              </a:defRPr>
            </a:lvl1pPr>
            <a:lvl2pPr algn="l">
              <a:defRPr sz="1575" b="1">
                <a:solidFill>
                  <a:srgbClr val="F2F5F4"/>
                </a:solidFill>
              </a:defRPr>
            </a:lvl2pPr>
            <a:lvl3pPr algn="l">
              <a:defRPr sz="1575" b="1">
                <a:solidFill>
                  <a:srgbClr val="F2F5F4"/>
                </a:solidFill>
              </a:defRPr>
            </a:lvl3pPr>
            <a:lvl4pPr algn="l">
              <a:defRPr sz="1575" b="1">
                <a:solidFill>
                  <a:srgbClr val="F2F5F4"/>
                </a:solidFill>
              </a:defRPr>
            </a:lvl4pPr>
            <a:lvl5pPr algn="l">
              <a:defRPr sz="1575" b="1">
                <a:solidFill>
                  <a:srgbClr val="F2F5F4"/>
                </a:solidFill>
              </a:defRPr>
            </a:lvl5pPr>
            <a:lvl6pPr algn="l">
              <a:defRPr sz="1575" b="1">
                <a:solidFill>
                  <a:srgbClr val="F2F5F4"/>
                </a:solidFill>
              </a:defRPr>
            </a:lvl6pPr>
            <a:lvl7pPr algn="l">
              <a:defRPr sz="1575" b="1">
                <a:solidFill>
                  <a:srgbClr val="F2F5F4"/>
                </a:solidFill>
              </a:defRPr>
            </a:lvl7pPr>
            <a:lvl8pPr algn="l">
              <a:defRPr sz="1575" b="1">
                <a:solidFill>
                  <a:srgbClr val="F2F5F4"/>
                </a:solidFill>
              </a:defRPr>
            </a:lvl8pPr>
            <a:lvl9pPr algn="l">
              <a:defRPr sz="157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5F4"/>
                </a:solidFill>
              </a:defRPr>
            </a:pPr>
            <a:r>
              <a:rPr sz="1575" b="1">
                <a:solidFill>
                  <a:srgbClr val="F2F5F4"/>
                </a:solidFill>
              </a:rPr>
              <a:t>캐릭터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CA518-F030-4FDF-9F63-1642CA6C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10개 능력치와 성격 5개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978EC-8864-458D-B2E8-E20AF1ED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EF58C-19F6-4F46-B9DB-B3231278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A43BB-0D56-4AC5-96E2-06DE37F1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2F5F4"/>
                </a:solidFill>
              </a:defRPr>
            </a:defPPr>
            <a:lvl1pPr algn="l">
              <a:defRPr sz="1575" b="1">
                <a:solidFill>
                  <a:srgbClr val="F2F5F4"/>
                </a:solidFill>
              </a:defRPr>
            </a:lvl1pPr>
            <a:lvl2pPr algn="l">
              <a:defRPr sz="1575" b="1">
                <a:solidFill>
                  <a:srgbClr val="F2F5F4"/>
                </a:solidFill>
              </a:defRPr>
            </a:lvl2pPr>
            <a:lvl3pPr algn="l">
              <a:defRPr sz="1575" b="1">
                <a:solidFill>
                  <a:srgbClr val="F2F5F4"/>
                </a:solidFill>
              </a:defRPr>
            </a:lvl3pPr>
            <a:lvl4pPr algn="l">
              <a:defRPr sz="1575" b="1">
                <a:solidFill>
                  <a:srgbClr val="F2F5F4"/>
                </a:solidFill>
              </a:defRPr>
            </a:lvl4pPr>
            <a:lvl5pPr algn="l">
              <a:defRPr sz="1575" b="1">
                <a:solidFill>
                  <a:srgbClr val="F2F5F4"/>
                </a:solidFill>
              </a:defRPr>
            </a:lvl5pPr>
            <a:lvl6pPr algn="l">
              <a:defRPr sz="1575" b="1">
                <a:solidFill>
                  <a:srgbClr val="F2F5F4"/>
                </a:solidFill>
              </a:defRPr>
            </a:lvl6pPr>
            <a:lvl7pPr algn="l">
              <a:defRPr sz="1575" b="1">
                <a:solidFill>
                  <a:srgbClr val="F2F5F4"/>
                </a:solidFill>
              </a:defRPr>
            </a:lvl7pPr>
            <a:lvl8pPr algn="l">
              <a:defRPr sz="1575" b="1">
                <a:solidFill>
                  <a:srgbClr val="F2F5F4"/>
                </a:solidFill>
              </a:defRPr>
            </a:lvl8pPr>
            <a:lvl9pPr algn="l">
              <a:defRPr sz="157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5F4"/>
                </a:solidFill>
              </a:defRPr>
            </a:pPr>
            <a:r>
              <a:rPr sz="1575" b="1">
                <a:solidFill>
                  <a:srgbClr val="F2F5F4"/>
                </a:solidFill>
              </a:rPr>
              <a:t>자동 서사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0646C-9CD7-4C4D-BC7F-69FF610C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957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행동 경향과 관계 사건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D25E1-9CE0-44A5-877F-3C2280E0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9A565-0830-4067-A926-E10DB90D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DB48A-0DA2-4B5F-8F7B-EDC87315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2F5F4"/>
                </a:solidFill>
              </a:defRPr>
            </a:defPPr>
            <a:lvl1pPr algn="l">
              <a:defRPr sz="1575" b="1">
                <a:solidFill>
                  <a:srgbClr val="F2F5F4"/>
                </a:solidFill>
              </a:defRPr>
            </a:lvl1pPr>
            <a:lvl2pPr algn="l">
              <a:defRPr sz="1575" b="1">
                <a:solidFill>
                  <a:srgbClr val="F2F5F4"/>
                </a:solidFill>
              </a:defRPr>
            </a:lvl2pPr>
            <a:lvl3pPr algn="l">
              <a:defRPr sz="1575" b="1">
                <a:solidFill>
                  <a:srgbClr val="F2F5F4"/>
                </a:solidFill>
              </a:defRPr>
            </a:lvl3pPr>
            <a:lvl4pPr algn="l">
              <a:defRPr sz="1575" b="1">
                <a:solidFill>
                  <a:srgbClr val="F2F5F4"/>
                </a:solidFill>
              </a:defRPr>
            </a:lvl4pPr>
            <a:lvl5pPr algn="l">
              <a:defRPr sz="1575" b="1">
                <a:solidFill>
                  <a:srgbClr val="F2F5F4"/>
                </a:solidFill>
              </a:defRPr>
            </a:lvl5pPr>
            <a:lvl6pPr algn="l">
              <a:defRPr sz="1575" b="1">
                <a:solidFill>
                  <a:srgbClr val="F2F5F4"/>
                </a:solidFill>
              </a:defRPr>
            </a:lvl6pPr>
            <a:lvl7pPr algn="l">
              <a:defRPr sz="1575" b="1">
                <a:solidFill>
                  <a:srgbClr val="F2F5F4"/>
                </a:solidFill>
              </a:defRPr>
            </a:lvl7pPr>
            <a:lvl8pPr algn="l">
              <a:defRPr sz="1575" b="1">
                <a:solidFill>
                  <a:srgbClr val="F2F5F4"/>
                </a:solidFill>
              </a:defRPr>
            </a:lvl8pPr>
            <a:lvl9pPr algn="l">
              <a:defRPr sz="157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5F4"/>
                </a:solidFill>
              </a:defRPr>
            </a:pPr>
            <a:r>
              <a:rPr sz="1575" b="1">
                <a:solidFill>
                  <a:srgbClr val="F2F5F4"/>
                </a:solidFill>
              </a:rPr>
              <a:t>수확과 손실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3F1E2-3F4F-4124-ACD6-2A1C95DA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무기·아이템·정보·사망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E9C5F6-CC4E-4B16-9111-08DA2220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D5792-02C8-45AE-AF13-1A4DDA7F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FC886C-19C6-4224-9936-CE731815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81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2F5F4"/>
                </a:solidFill>
              </a:defRPr>
            </a:defPPr>
            <a:lvl1pPr algn="l">
              <a:defRPr sz="1575" b="1">
                <a:solidFill>
                  <a:srgbClr val="F2F5F4"/>
                </a:solidFill>
              </a:defRPr>
            </a:lvl1pPr>
            <a:lvl2pPr algn="l">
              <a:defRPr sz="1575" b="1">
                <a:solidFill>
                  <a:srgbClr val="F2F5F4"/>
                </a:solidFill>
              </a:defRPr>
            </a:lvl2pPr>
            <a:lvl3pPr algn="l">
              <a:defRPr sz="1575" b="1">
                <a:solidFill>
                  <a:srgbClr val="F2F5F4"/>
                </a:solidFill>
              </a:defRPr>
            </a:lvl3pPr>
            <a:lvl4pPr algn="l">
              <a:defRPr sz="1575" b="1">
                <a:solidFill>
                  <a:srgbClr val="F2F5F4"/>
                </a:solidFill>
              </a:defRPr>
            </a:lvl4pPr>
            <a:lvl5pPr algn="l">
              <a:defRPr sz="1575" b="1">
                <a:solidFill>
                  <a:srgbClr val="F2F5F4"/>
                </a:solidFill>
              </a:defRPr>
            </a:lvl5pPr>
            <a:lvl6pPr algn="l">
              <a:defRPr sz="1575" b="1">
                <a:solidFill>
                  <a:srgbClr val="F2F5F4"/>
                </a:solidFill>
              </a:defRPr>
            </a:lvl6pPr>
            <a:lvl7pPr algn="l">
              <a:defRPr sz="1575" b="1">
                <a:solidFill>
                  <a:srgbClr val="F2F5F4"/>
                </a:solidFill>
              </a:defRPr>
            </a:lvl7pPr>
            <a:lvl8pPr algn="l">
              <a:defRPr sz="1575" b="1">
                <a:solidFill>
                  <a:srgbClr val="F2F5F4"/>
                </a:solidFill>
              </a:defRPr>
            </a:lvl8pPr>
            <a:lvl9pPr algn="l">
              <a:defRPr sz="157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5F4"/>
                </a:solidFill>
              </a:defRPr>
            </a:pPr>
            <a:r>
              <a:rPr sz="1575" b="1">
                <a:solidFill>
                  <a:srgbClr val="F2F5F4"/>
                </a:solidFill>
              </a:rPr>
              <a:t>후속 결정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F6F09F-CB4D-44C3-9E78-54633CE5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816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밸런스와 구현 쟁점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8E0CCD-6DA3-42FF-B381-16F4C6D3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547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2CC89-6836-448A-BFB0-A5547784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3F5FD-A03F-42B9-AE46-71312955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GAME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6A9FC-AC23-4D7A-B191-025CD9FB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게임 정체성과 코어 재미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75B99-A305-47A0-9D5B-885BD09A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BC422-E46C-453B-A2A4-839501A6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C6301-07BE-48C7-A5CF-4508BA1E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F2F5F4"/>
                </a:solidFill>
              </a:defRPr>
            </a:defPPr>
            <a:lvl1pPr algn="l">
              <a:defRPr sz="2175" b="1">
                <a:solidFill>
                  <a:srgbClr val="F2F5F4"/>
                </a:solidFill>
              </a:defRPr>
            </a:lvl1pPr>
            <a:lvl2pPr algn="l">
              <a:defRPr sz="2175" b="1">
                <a:solidFill>
                  <a:srgbClr val="F2F5F4"/>
                </a:solidFill>
              </a:defRPr>
            </a:lvl2pPr>
            <a:lvl3pPr algn="l">
              <a:defRPr sz="2175" b="1">
                <a:solidFill>
                  <a:srgbClr val="F2F5F4"/>
                </a:solidFill>
              </a:defRPr>
            </a:lvl3pPr>
            <a:lvl4pPr algn="l">
              <a:defRPr sz="2175" b="1">
                <a:solidFill>
                  <a:srgbClr val="F2F5F4"/>
                </a:solidFill>
              </a:defRPr>
            </a:lvl4pPr>
            <a:lvl5pPr algn="l">
              <a:defRPr sz="2175" b="1">
                <a:solidFill>
                  <a:srgbClr val="F2F5F4"/>
                </a:solidFill>
              </a:defRPr>
            </a:lvl5pPr>
            <a:lvl6pPr algn="l">
              <a:defRPr sz="2175" b="1">
                <a:solidFill>
                  <a:srgbClr val="F2F5F4"/>
                </a:solidFill>
              </a:defRPr>
            </a:lvl6pPr>
            <a:lvl7pPr algn="l">
              <a:defRPr sz="2175" b="1">
                <a:solidFill>
                  <a:srgbClr val="F2F5F4"/>
                </a:solidFill>
              </a:defRPr>
            </a:lvl7pPr>
            <a:lvl8pPr algn="l">
              <a:defRPr sz="2175" b="1">
                <a:solidFill>
                  <a:srgbClr val="F2F5F4"/>
                </a:solidFill>
              </a:defRPr>
            </a:lvl8pPr>
            <a:lvl9pPr algn="l">
              <a:defRPr sz="217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2F5F4"/>
                </a:solidFill>
              </a:defRPr>
            </a:pPr>
            <a:r>
              <a:rPr sz="2175" b="1">
                <a:solidFill>
                  <a:srgbClr val="F2F5F4"/>
                </a:solidFill>
              </a:rPr>
              <a:t>1~2인으로 공동 이상구역을 누비고</a:t>
            </a:r>
          </a:p>
          <a:p xmlns:a="http://schemas.openxmlformats.org/drawingml/2006/main">
            <a:pPr algn="l">
              <a:defRPr sz="2175" b="1">
                <a:solidFill>
                  <a:srgbClr val="F2F5F4"/>
                </a:solidFill>
              </a:defRPr>
            </a:pPr>
            <a:r>
              <a:rPr sz="2175" b="1">
                <a:solidFill>
                  <a:srgbClr val="F2F5F4"/>
                </a:solidFill>
              </a:rPr>
              <a:t>4~5인 특수 탐사에서 결정적 사건을 해결하는 게임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59B1E-0DA8-44B9-BA07-F3AACD1A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발견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21E26-9B58-4DE1-9B7E-3085E72F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2F5F4"/>
                </a:solidFill>
              </a:defRPr>
            </a:defPPr>
            <a:lvl1pPr algn="l">
              <a:defRPr sz="1350" b="0">
                <a:solidFill>
                  <a:srgbClr val="F2F5F4"/>
                </a:solidFill>
              </a:defRPr>
            </a:lvl1pPr>
            <a:lvl2pPr algn="l">
              <a:defRPr sz="1350" b="0">
                <a:solidFill>
                  <a:srgbClr val="F2F5F4"/>
                </a:solidFill>
              </a:defRPr>
            </a:lvl2pPr>
            <a:lvl3pPr algn="l">
              <a:defRPr sz="1350" b="0">
                <a:solidFill>
                  <a:srgbClr val="F2F5F4"/>
                </a:solidFill>
              </a:defRPr>
            </a:lvl3pPr>
            <a:lvl4pPr algn="l">
              <a:defRPr sz="1350" b="0">
                <a:solidFill>
                  <a:srgbClr val="F2F5F4"/>
                </a:solidFill>
              </a:defRPr>
            </a:lvl4pPr>
            <a:lvl5pPr algn="l">
              <a:defRPr sz="1350" b="0">
                <a:solidFill>
                  <a:srgbClr val="F2F5F4"/>
                </a:solidFill>
              </a:defRPr>
            </a:lvl5pPr>
            <a:lvl6pPr algn="l">
              <a:defRPr sz="1350" b="0">
                <a:solidFill>
                  <a:srgbClr val="F2F5F4"/>
                </a:solidFill>
              </a:defRPr>
            </a:lvl6pPr>
            <a:lvl7pPr algn="l">
              <a:defRPr sz="1350" b="0">
                <a:solidFill>
                  <a:srgbClr val="F2F5F4"/>
                </a:solidFill>
              </a:defRPr>
            </a:lvl7pPr>
            <a:lvl8pPr algn="l">
              <a:defRPr sz="1350" b="0">
                <a:solidFill>
                  <a:srgbClr val="F2F5F4"/>
                </a:solidFill>
              </a:defRPr>
            </a:lvl8pPr>
            <a:lvl9pPr algn="l">
              <a:defRPr sz="135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5F4"/>
                </a:solidFill>
              </a:defRPr>
            </a:pPr>
            <a:r>
              <a:rPr sz="1350" b="0">
                <a:solidFill>
                  <a:srgbClr val="F2F5F4"/>
                </a:solidFill>
              </a:rPr>
              <a:t>공간마다 다른 규칙과 희귀 물품을 찾는다.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2FA30-166D-4726-B12A-08DAE409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38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9C46A"/>
                </a:solidFill>
              </a:defRPr>
            </a:defPPr>
            <a:lvl1pPr algn="l">
              <a:defRPr sz="1350" b="1">
                <a:solidFill>
                  <a:srgbClr val="E9C46A"/>
                </a:solidFill>
              </a:defRPr>
            </a:lvl1pPr>
            <a:lvl2pPr algn="l">
              <a:defRPr sz="1350" b="1">
                <a:solidFill>
                  <a:srgbClr val="E9C46A"/>
                </a:solidFill>
              </a:defRPr>
            </a:lvl2pPr>
            <a:lvl3pPr algn="l">
              <a:defRPr sz="1350" b="1">
                <a:solidFill>
                  <a:srgbClr val="E9C46A"/>
                </a:solidFill>
              </a:defRPr>
            </a:lvl3pPr>
            <a:lvl4pPr algn="l">
              <a:defRPr sz="1350" b="1">
                <a:solidFill>
                  <a:srgbClr val="E9C46A"/>
                </a:solidFill>
              </a:defRPr>
            </a:lvl4pPr>
            <a:lvl5pPr algn="l">
              <a:defRPr sz="1350" b="1">
                <a:solidFill>
                  <a:srgbClr val="E9C46A"/>
                </a:solidFill>
              </a:defRPr>
            </a:lvl5pPr>
            <a:lvl6pPr algn="l">
              <a:defRPr sz="1350" b="1">
                <a:solidFill>
                  <a:srgbClr val="E9C46A"/>
                </a:solidFill>
              </a:defRPr>
            </a:lvl6pPr>
            <a:lvl7pPr algn="l">
              <a:defRPr sz="1350" b="1">
                <a:solidFill>
                  <a:srgbClr val="E9C46A"/>
                </a:solidFill>
              </a:defRPr>
            </a:lvl7pPr>
            <a:lvl8pPr algn="l">
              <a:defRPr sz="1350" b="1">
                <a:solidFill>
                  <a:srgbClr val="E9C46A"/>
                </a:solidFill>
              </a:defRPr>
            </a:lvl8pPr>
            <a:lvl9pPr algn="l">
              <a:defRPr sz="1350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9C46A"/>
                </a:solidFill>
              </a:defRPr>
            </a:pPr>
            <a:r>
              <a:rPr sz="1350" b="1">
                <a:solidFill>
                  <a:srgbClr val="E9C46A"/>
                </a:solidFill>
              </a:rPr>
              <a:t>판단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6D76F-B47B-43B8-82F6-1A57CD03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623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2F5F4"/>
                </a:solidFill>
              </a:defRPr>
            </a:defPPr>
            <a:lvl1pPr algn="l">
              <a:defRPr sz="1350" b="0">
                <a:solidFill>
                  <a:srgbClr val="F2F5F4"/>
                </a:solidFill>
              </a:defRPr>
            </a:lvl1pPr>
            <a:lvl2pPr algn="l">
              <a:defRPr sz="1350" b="0">
                <a:solidFill>
                  <a:srgbClr val="F2F5F4"/>
                </a:solidFill>
              </a:defRPr>
            </a:lvl2pPr>
            <a:lvl3pPr algn="l">
              <a:defRPr sz="1350" b="0">
                <a:solidFill>
                  <a:srgbClr val="F2F5F4"/>
                </a:solidFill>
              </a:defRPr>
            </a:lvl3pPr>
            <a:lvl4pPr algn="l">
              <a:defRPr sz="1350" b="0">
                <a:solidFill>
                  <a:srgbClr val="F2F5F4"/>
                </a:solidFill>
              </a:defRPr>
            </a:lvl4pPr>
            <a:lvl5pPr algn="l">
              <a:defRPr sz="1350" b="0">
                <a:solidFill>
                  <a:srgbClr val="F2F5F4"/>
                </a:solidFill>
              </a:defRPr>
            </a:lvl5pPr>
            <a:lvl6pPr algn="l">
              <a:defRPr sz="1350" b="0">
                <a:solidFill>
                  <a:srgbClr val="F2F5F4"/>
                </a:solidFill>
              </a:defRPr>
            </a:lvl6pPr>
            <a:lvl7pPr algn="l">
              <a:defRPr sz="1350" b="0">
                <a:solidFill>
                  <a:srgbClr val="F2F5F4"/>
                </a:solidFill>
              </a:defRPr>
            </a:lvl7pPr>
            <a:lvl8pPr algn="l">
              <a:defRPr sz="1350" b="0">
                <a:solidFill>
                  <a:srgbClr val="F2F5F4"/>
                </a:solidFill>
              </a:defRPr>
            </a:lvl8pPr>
            <a:lvl9pPr algn="l">
              <a:defRPr sz="135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5F4"/>
                </a:solidFill>
              </a:defRPr>
            </a:pPr>
            <a:r>
              <a:rPr sz="1350" b="0">
                <a:solidFill>
                  <a:srgbClr val="F2F5F4"/>
                </a:solidFill>
              </a:rPr>
              <a:t>현재 성과를 지키고 철수할지 더 깊이 전진할지 고른다.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FE0FD-7D32-4A10-AC39-C4CCB9BE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86D65"/>
                </a:solidFill>
              </a:defRPr>
            </a:defPPr>
            <a:lvl1pPr algn="l">
              <a:defRPr sz="1350" b="1">
                <a:solidFill>
                  <a:srgbClr val="E86D65"/>
                </a:solidFill>
              </a:defRPr>
            </a:lvl1pPr>
            <a:lvl2pPr algn="l">
              <a:defRPr sz="1350" b="1">
                <a:solidFill>
                  <a:srgbClr val="E86D65"/>
                </a:solidFill>
              </a:defRPr>
            </a:lvl2pPr>
            <a:lvl3pPr algn="l">
              <a:defRPr sz="1350" b="1">
                <a:solidFill>
                  <a:srgbClr val="E86D65"/>
                </a:solidFill>
              </a:defRPr>
            </a:lvl3pPr>
            <a:lvl4pPr algn="l">
              <a:defRPr sz="1350" b="1">
                <a:solidFill>
                  <a:srgbClr val="E86D65"/>
                </a:solidFill>
              </a:defRPr>
            </a:lvl4pPr>
            <a:lvl5pPr algn="l">
              <a:defRPr sz="1350" b="1">
                <a:solidFill>
                  <a:srgbClr val="E86D65"/>
                </a:solidFill>
              </a:defRPr>
            </a:lvl5pPr>
            <a:lvl6pPr algn="l">
              <a:defRPr sz="1350" b="1">
                <a:solidFill>
                  <a:srgbClr val="E86D65"/>
                </a:solidFill>
              </a:defRPr>
            </a:lvl6pPr>
            <a:lvl7pPr algn="l">
              <a:defRPr sz="1350" b="1">
                <a:solidFill>
                  <a:srgbClr val="E86D65"/>
                </a:solidFill>
              </a:defRPr>
            </a:lvl7pPr>
            <a:lvl8pPr algn="l">
              <a:defRPr sz="1350" b="1">
                <a:solidFill>
                  <a:srgbClr val="E86D65"/>
                </a:solidFill>
              </a:defRPr>
            </a:lvl8pPr>
            <a:lvl9pPr algn="l">
              <a:defRPr sz="1350" b="1">
                <a:solidFill>
                  <a:srgbClr val="E86D6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86D65"/>
                </a:solidFill>
              </a:defRPr>
            </a:pPr>
            <a:r>
              <a:rPr sz="1350" b="1">
                <a:solidFill>
                  <a:srgbClr val="E86D65"/>
                </a:solidFill>
              </a:rPr>
              <a:t>관계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F4FFF-6D4B-4B64-98E5-F25A07AB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2F5F4"/>
                </a:solidFill>
              </a:defRPr>
            </a:defPPr>
            <a:lvl1pPr algn="l">
              <a:defRPr sz="1350" b="0">
                <a:solidFill>
                  <a:srgbClr val="F2F5F4"/>
                </a:solidFill>
              </a:defRPr>
            </a:lvl1pPr>
            <a:lvl2pPr algn="l">
              <a:defRPr sz="1350" b="0">
                <a:solidFill>
                  <a:srgbClr val="F2F5F4"/>
                </a:solidFill>
              </a:defRPr>
            </a:lvl2pPr>
            <a:lvl3pPr algn="l">
              <a:defRPr sz="1350" b="0">
                <a:solidFill>
                  <a:srgbClr val="F2F5F4"/>
                </a:solidFill>
              </a:defRPr>
            </a:lvl3pPr>
            <a:lvl4pPr algn="l">
              <a:defRPr sz="1350" b="0">
                <a:solidFill>
                  <a:srgbClr val="F2F5F4"/>
                </a:solidFill>
              </a:defRPr>
            </a:lvl4pPr>
            <a:lvl5pPr algn="l">
              <a:defRPr sz="1350" b="0">
                <a:solidFill>
                  <a:srgbClr val="F2F5F4"/>
                </a:solidFill>
              </a:defRPr>
            </a:lvl5pPr>
            <a:lvl6pPr algn="l">
              <a:defRPr sz="1350" b="0">
                <a:solidFill>
                  <a:srgbClr val="F2F5F4"/>
                </a:solidFill>
              </a:defRPr>
            </a:lvl6pPr>
            <a:lvl7pPr algn="l">
              <a:defRPr sz="1350" b="0">
                <a:solidFill>
                  <a:srgbClr val="F2F5F4"/>
                </a:solidFill>
              </a:defRPr>
            </a:lvl7pPr>
            <a:lvl8pPr algn="l">
              <a:defRPr sz="1350" b="0">
                <a:solidFill>
                  <a:srgbClr val="F2F5F4"/>
                </a:solidFill>
              </a:defRPr>
            </a:lvl8pPr>
            <a:lvl9pPr algn="l">
              <a:defRPr sz="135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5F4"/>
                </a:solidFill>
              </a:defRPr>
            </a:pPr>
            <a:r>
              <a:rPr sz="1350" b="0">
                <a:solidFill>
                  <a:srgbClr val="F2F5F4"/>
                </a:solidFill>
              </a:rPr>
              <a:t>방치된 시간에도 성격과 관계가 사건을 만들고 기록에 남는다.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5F69B-90B6-4637-A773-D80AB1EC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B98E0-6606-4D00-9D3A-C80B0466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38D6C4"/>
                </a:solidFill>
              </a:defRPr>
            </a:defPPr>
            <a:lvl1pPr algn="ctr">
              <a:defRPr sz="2100" b="1">
                <a:solidFill>
                  <a:srgbClr val="38D6C4"/>
                </a:solidFill>
              </a:defRPr>
            </a:lvl1pPr>
            <a:lvl2pPr algn="ctr">
              <a:defRPr sz="2100" b="1">
                <a:solidFill>
                  <a:srgbClr val="38D6C4"/>
                </a:solidFill>
              </a:defRPr>
            </a:lvl2pPr>
            <a:lvl3pPr algn="ctr">
              <a:defRPr sz="2100" b="1">
                <a:solidFill>
                  <a:srgbClr val="38D6C4"/>
                </a:solidFill>
              </a:defRPr>
            </a:lvl3pPr>
            <a:lvl4pPr algn="ctr">
              <a:defRPr sz="2100" b="1">
                <a:solidFill>
                  <a:srgbClr val="38D6C4"/>
                </a:solidFill>
              </a:defRPr>
            </a:lvl4pPr>
            <a:lvl5pPr algn="ctr">
              <a:defRPr sz="2100" b="1">
                <a:solidFill>
                  <a:srgbClr val="38D6C4"/>
                </a:solidFill>
              </a:defRPr>
            </a:lvl5pPr>
            <a:lvl6pPr algn="ctr">
              <a:defRPr sz="2100" b="1">
                <a:solidFill>
                  <a:srgbClr val="38D6C4"/>
                </a:solidFill>
              </a:defRPr>
            </a:lvl6pPr>
            <a:lvl7pPr algn="ctr">
              <a:defRPr sz="2100" b="1">
                <a:solidFill>
                  <a:srgbClr val="38D6C4"/>
                </a:solidFill>
              </a:defRPr>
            </a:lvl7pPr>
            <a:lvl8pPr algn="ctr">
              <a:defRPr sz="2100" b="1">
                <a:solidFill>
                  <a:srgbClr val="38D6C4"/>
                </a:solidFill>
              </a:defRPr>
            </a:lvl8pPr>
            <a:lvl9pPr algn="ctr">
              <a:defRPr sz="21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38D6C4"/>
                </a:solidFill>
              </a:defRPr>
            </a:pPr>
            <a:r>
              <a:rPr sz="2100" b="1">
                <a:solidFill>
                  <a:srgbClr val="38D6C4"/>
                </a:solidFill>
              </a:rPr>
              <a:t>귀환하기 전까지 현장의 수확물은 확정되지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36762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2BC5E-CC81-458A-AD2E-BE0DA48F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A0B5B-4C80-4324-A9CA-D647C6DF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WORLD &amp; PLAYER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665BC-1BC8-4431-A775-385ADCCB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플레이어와 세계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E78CE-5499-43DA-ABDE-217F81ED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10ECE-C8EF-48F1-937F-4DC1C8DD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47B48-463D-481A-950A-65CA49CD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플레이어의 위치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C4C42-F49B-468F-9D3C-74678933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2F5F4"/>
                </a:solidFill>
              </a:defRPr>
            </a:defPPr>
            <a:lvl1pPr algn="l">
              <a:defRPr sz="1350" b="0">
                <a:solidFill>
                  <a:srgbClr val="F2F5F4"/>
                </a:solidFill>
              </a:defRPr>
            </a:lvl1pPr>
            <a:lvl2pPr algn="l">
              <a:defRPr sz="1350" b="0">
                <a:solidFill>
                  <a:srgbClr val="F2F5F4"/>
                </a:solidFill>
              </a:defRPr>
            </a:lvl2pPr>
            <a:lvl3pPr algn="l">
              <a:defRPr sz="1350" b="0">
                <a:solidFill>
                  <a:srgbClr val="F2F5F4"/>
                </a:solidFill>
              </a:defRPr>
            </a:lvl3pPr>
            <a:lvl4pPr algn="l">
              <a:defRPr sz="1350" b="0">
                <a:solidFill>
                  <a:srgbClr val="F2F5F4"/>
                </a:solidFill>
              </a:defRPr>
            </a:lvl4pPr>
            <a:lvl5pPr algn="l">
              <a:defRPr sz="1350" b="0">
                <a:solidFill>
                  <a:srgbClr val="F2F5F4"/>
                </a:solidFill>
              </a:defRPr>
            </a:lvl5pPr>
            <a:lvl6pPr algn="l">
              <a:defRPr sz="1350" b="0">
                <a:solidFill>
                  <a:srgbClr val="F2F5F4"/>
                </a:solidFill>
              </a:defRPr>
            </a:lvl6pPr>
            <a:lvl7pPr algn="l">
              <a:defRPr sz="1350" b="0">
                <a:solidFill>
                  <a:srgbClr val="F2F5F4"/>
                </a:solidFill>
              </a:defRPr>
            </a:lvl7pPr>
            <a:lvl8pPr algn="l">
              <a:defRPr sz="1350" b="0">
                <a:solidFill>
                  <a:srgbClr val="F2F5F4"/>
                </a:solidFill>
              </a:defRPr>
            </a:lvl8pPr>
            <a:lvl9pPr algn="l">
              <a:defRPr sz="135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5F4"/>
                </a:solidFill>
              </a:defRPr>
            </a:pPr>
            <a:r>
              <a:rPr sz="1350" b="0">
                <a:solidFill>
                  <a:srgbClr val="F2F5F4"/>
                </a:solidFill>
              </a:rPr>
              <a:t>유저는 탐사대원 본인이면서 장비·철수 기준·자동 행동 방침을 정하는 관찰자다.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E5BDA-CC0F-4386-8024-0A734D15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기묘한 공간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79068-292C-4967-91CC-53144B9D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2F5F4"/>
                </a:solidFill>
              </a:defRPr>
            </a:defPPr>
            <a:lvl1pPr algn="l">
              <a:defRPr sz="1350" b="0">
                <a:solidFill>
                  <a:srgbClr val="F2F5F4"/>
                </a:solidFill>
              </a:defRPr>
            </a:lvl1pPr>
            <a:lvl2pPr algn="l">
              <a:defRPr sz="1350" b="0">
                <a:solidFill>
                  <a:srgbClr val="F2F5F4"/>
                </a:solidFill>
              </a:defRPr>
            </a:lvl2pPr>
            <a:lvl3pPr algn="l">
              <a:defRPr sz="1350" b="0">
                <a:solidFill>
                  <a:srgbClr val="F2F5F4"/>
                </a:solidFill>
              </a:defRPr>
            </a:lvl3pPr>
            <a:lvl4pPr algn="l">
              <a:defRPr sz="1350" b="0">
                <a:solidFill>
                  <a:srgbClr val="F2F5F4"/>
                </a:solidFill>
              </a:defRPr>
            </a:lvl4pPr>
            <a:lvl5pPr algn="l">
              <a:defRPr sz="1350" b="0">
                <a:solidFill>
                  <a:srgbClr val="F2F5F4"/>
                </a:solidFill>
              </a:defRPr>
            </a:lvl5pPr>
            <a:lvl6pPr algn="l">
              <a:defRPr sz="1350" b="0">
                <a:solidFill>
                  <a:srgbClr val="F2F5F4"/>
                </a:solidFill>
              </a:defRPr>
            </a:lvl6pPr>
            <a:lvl7pPr algn="l">
              <a:defRPr sz="1350" b="0">
                <a:solidFill>
                  <a:srgbClr val="F2F5F4"/>
                </a:solidFill>
              </a:defRPr>
            </a:lvl7pPr>
            <a:lvl8pPr algn="l">
              <a:defRPr sz="1350" b="0">
                <a:solidFill>
                  <a:srgbClr val="F2F5F4"/>
                </a:solidFill>
              </a:defRPr>
            </a:lvl8pPr>
            <a:lvl9pPr algn="l">
              <a:defRPr sz="135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5F4"/>
                </a:solidFill>
              </a:defRPr>
            </a:pPr>
            <a:r>
              <a:rPr sz="1350" b="0">
                <a:solidFill>
                  <a:srgbClr val="F2F5F4"/>
                </a:solidFill>
              </a:rPr>
              <a:t>공간은 여러 깊이 단계로 구성된다. 깊어질수록 규칙이 복잡해지고 보상과 손실 위험이 함께 커진다.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7F29B-7F62-4CCD-95BD-DDC2C377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9C46A"/>
                </a:solidFill>
              </a:defRPr>
            </a:defPPr>
            <a:lvl1pPr algn="l">
              <a:defRPr sz="1350" b="1">
                <a:solidFill>
                  <a:srgbClr val="E9C46A"/>
                </a:solidFill>
              </a:defRPr>
            </a:lvl1pPr>
            <a:lvl2pPr algn="l">
              <a:defRPr sz="1350" b="1">
                <a:solidFill>
                  <a:srgbClr val="E9C46A"/>
                </a:solidFill>
              </a:defRPr>
            </a:lvl2pPr>
            <a:lvl3pPr algn="l">
              <a:defRPr sz="1350" b="1">
                <a:solidFill>
                  <a:srgbClr val="E9C46A"/>
                </a:solidFill>
              </a:defRPr>
            </a:lvl3pPr>
            <a:lvl4pPr algn="l">
              <a:defRPr sz="1350" b="1">
                <a:solidFill>
                  <a:srgbClr val="E9C46A"/>
                </a:solidFill>
              </a:defRPr>
            </a:lvl4pPr>
            <a:lvl5pPr algn="l">
              <a:defRPr sz="1350" b="1">
                <a:solidFill>
                  <a:srgbClr val="E9C46A"/>
                </a:solidFill>
              </a:defRPr>
            </a:lvl5pPr>
            <a:lvl6pPr algn="l">
              <a:defRPr sz="1350" b="1">
                <a:solidFill>
                  <a:srgbClr val="E9C46A"/>
                </a:solidFill>
              </a:defRPr>
            </a:lvl6pPr>
            <a:lvl7pPr algn="l">
              <a:defRPr sz="1350" b="1">
                <a:solidFill>
                  <a:srgbClr val="E9C46A"/>
                </a:solidFill>
              </a:defRPr>
            </a:lvl7pPr>
            <a:lvl8pPr algn="l">
              <a:defRPr sz="1350" b="1">
                <a:solidFill>
                  <a:srgbClr val="E9C46A"/>
                </a:solidFill>
              </a:defRPr>
            </a:lvl8pPr>
            <a:lvl9pPr algn="l">
              <a:defRPr sz="1350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9C46A"/>
                </a:solidFill>
              </a:defRPr>
            </a:pPr>
            <a:r>
              <a:rPr sz="1350" b="1">
                <a:solidFill>
                  <a:srgbClr val="E9C46A"/>
                </a:solidFill>
              </a:rPr>
              <a:t>이상 에너지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DD5E5-95CE-4B44-9B56-940A3527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2F5F4"/>
                </a:solidFill>
              </a:defRPr>
            </a:defPPr>
            <a:lvl1pPr algn="l">
              <a:defRPr sz="1350" b="0">
                <a:solidFill>
                  <a:srgbClr val="F2F5F4"/>
                </a:solidFill>
              </a:defRPr>
            </a:lvl1pPr>
            <a:lvl2pPr algn="l">
              <a:defRPr sz="1350" b="0">
                <a:solidFill>
                  <a:srgbClr val="F2F5F4"/>
                </a:solidFill>
              </a:defRPr>
            </a:lvl2pPr>
            <a:lvl3pPr algn="l">
              <a:defRPr sz="1350" b="0">
                <a:solidFill>
                  <a:srgbClr val="F2F5F4"/>
                </a:solidFill>
              </a:defRPr>
            </a:lvl3pPr>
            <a:lvl4pPr algn="l">
              <a:defRPr sz="1350" b="0">
                <a:solidFill>
                  <a:srgbClr val="F2F5F4"/>
                </a:solidFill>
              </a:defRPr>
            </a:lvl4pPr>
            <a:lvl5pPr algn="l">
              <a:defRPr sz="1350" b="0">
                <a:solidFill>
                  <a:srgbClr val="F2F5F4"/>
                </a:solidFill>
              </a:defRPr>
            </a:lvl5pPr>
            <a:lvl6pPr algn="l">
              <a:defRPr sz="1350" b="0">
                <a:solidFill>
                  <a:srgbClr val="F2F5F4"/>
                </a:solidFill>
              </a:defRPr>
            </a:lvl6pPr>
            <a:lvl7pPr algn="l">
              <a:defRPr sz="1350" b="0">
                <a:solidFill>
                  <a:srgbClr val="F2F5F4"/>
                </a:solidFill>
              </a:defRPr>
            </a:lvl7pPr>
            <a:lvl8pPr algn="l">
              <a:defRPr sz="1350" b="0">
                <a:solidFill>
                  <a:srgbClr val="F2F5F4"/>
                </a:solidFill>
              </a:defRPr>
            </a:lvl8pPr>
            <a:lvl9pPr algn="l">
              <a:defRPr sz="135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5F4"/>
                </a:solidFill>
              </a:defRPr>
            </a:pPr>
            <a:r>
              <a:rPr sz="1350" b="0">
                <a:solidFill>
                  <a:srgbClr val="F2F5F4"/>
                </a:solidFill>
              </a:rPr>
              <a:t>치료·수리·제작·탐사 준비에 쓰는 안정적인 순환 자원이다.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27DD6-11AD-45FF-B324-6F831C0D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86D65"/>
                </a:solidFill>
              </a:defRPr>
            </a:defPPr>
            <a:lvl1pPr algn="l">
              <a:defRPr sz="1350" b="1">
                <a:solidFill>
                  <a:srgbClr val="E86D65"/>
                </a:solidFill>
              </a:defRPr>
            </a:lvl1pPr>
            <a:lvl2pPr algn="l">
              <a:defRPr sz="1350" b="1">
                <a:solidFill>
                  <a:srgbClr val="E86D65"/>
                </a:solidFill>
              </a:defRPr>
            </a:lvl2pPr>
            <a:lvl3pPr algn="l">
              <a:defRPr sz="1350" b="1">
                <a:solidFill>
                  <a:srgbClr val="E86D65"/>
                </a:solidFill>
              </a:defRPr>
            </a:lvl3pPr>
            <a:lvl4pPr algn="l">
              <a:defRPr sz="1350" b="1">
                <a:solidFill>
                  <a:srgbClr val="E86D65"/>
                </a:solidFill>
              </a:defRPr>
            </a:lvl4pPr>
            <a:lvl5pPr algn="l">
              <a:defRPr sz="1350" b="1">
                <a:solidFill>
                  <a:srgbClr val="E86D65"/>
                </a:solidFill>
              </a:defRPr>
            </a:lvl5pPr>
            <a:lvl6pPr algn="l">
              <a:defRPr sz="1350" b="1">
                <a:solidFill>
                  <a:srgbClr val="E86D65"/>
                </a:solidFill>
              </a:defRPr>
            </a:lvl6pPr>
            <a:lvl7pPr algn="l">
              <a:defRPr sz="1350" b="1">
                <a:solidFill>
                  <a:srgbClr val="E86D65"/>
                </a:solidFill>
              </a:defRPr>
            </a:lvl7pPr>
            <a:lvl8pPr algn="l">
              <a:defRPr sz="1350" b="1">
                <a:solidFill>
                  <a:srgbClr val="E86D65"/>
                </a:solidFill>
              </a:defRPr>
            </a:lvl8pPr>
            <a:lvl9pPr algn="l">
              <a:defRPr sz="1350" b="1">
                <a:solidFill>
                  <a:srgbClr val="E86D6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86D65"/>
                </a:solidFill>
              </a:defRPr>
            </a:pPr>
            <a:r>
              <a:rPr sz="1350" b="1">
                <a:solidFill>
                  <a:srgbClr val="E86D65"/>
                </a:solidFill>
              </a:rPr>
              <a:t>이상 물품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03120-A559-4BC5-BE06-BD6ADCC9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997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2F5F4"/>
                </a:solidFill>
              </a:defRPr>
            </a:defPPr>
            <a:lvl1pPr algn="l">
              <a:defRPr sz="1350" b="0">
                <a:solidFill>
                  <a:srgbClr val="F2F5F4"/>
                </a:solidFill>
              </a:defRPr>
            </a:lvl1pPr>
            <a:lvl2pPr algn="l">
              <a:defRPr sz="1350" b="0">
                <a:solidFill>
                  <a:srgbClr val="F2F5F4"/>
                </a:solidFill>
              </a:defRPr>
            </a:lvl2pPr>
            <a:lvl3pPr algn="l">
              <a:defRPr sz="1350" b="0">
                <a:solidFill>
                  <a:srgbClr val="F2F5F4"/>
                </a:solidFill>
              </a:defRPr>
            </a:lvl3pPr>
            <a:lvl4pPr algn="l">
              <a:defRPr sz="1350" b="0">
                <a:solidFill>
                  <a:srgbClr val="F2F5F4"/>
                </a:solidFill>
              </a:defRPr>
            </a:lvl4pPr>
            <a:lvl5pPr algn="l">
              <a:defRPr sz="1350" b="0">
                <a:solidFill>
                  <a:srgbClr val="F2F5F4"/>
                </a:solidFill>
              </a:defRPr>
            </a:lvl5pPr>
            <a:lvl6pPr algn="l">
              <a:defRPr sz="1350" b="0">
                <a:solidFill>
                  <a:srgbClr val="F2F5F4"/>
                </a:solidFill>
              </a:defRPr>
            </a:lvl6pPr>
            <a:lvl7pPr algn="l">
              <a:defRPr sz="1350" b="0">
                <a:solidFill>
                  <a:srgbClr val="F2F5F4"/>
                </a:solidFill>
              </a:defRPr>
            </a:lvl7pPr>
            <a:lvl8pPr algn="l">
              <a:defRPr sz="1350" b="0">
                <a:solidFill>
                  <a:srgbClr val="F2F5F4"/>
                </a:solidFill>
              </a:defRPr>
            </a:lvl8pPr>
            <a:lvl9pPr algn="l">
              <a:defRPr sz="135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5F4"/>
                </a:solidFill>
              </a:defRPr>
            </a:pPr>
            <a:r>
              <a:rPr sz="1350" b="0">
                <a:solidFill>
                  <a:srgbClr val="F2F5F4"/>
                </a:solidFill>
              </a:rPr>
              <a:t>고유 규칙과 부작용을 가진다. 판매·연구·장착·격리·선물 중 처분 방식을 고른다.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A59A3-EDB0-4946-8FC2-5F8C199B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A2AFAC"/>
                </a:solidFill>
              </a:defRPr>
            </a:defPPr>
            <a:lvl1pPr algn="ctr">
              <a:defRPr sz="1575" b="1">
                <a:solidFill>
                  <a:srgbClr val="A2AFAC"/>
                </a:solidFill>
              </a:defRPr>
            </a:lvl1pPr>
            <a:lvl2pPr algn="ctr">
              <a:defRPr sz="1575" b="1">
                <a:solidFill>
                  <a:srgbClr val="A2AFAC"/>
                </a:solidFill>
              </a:defRPr>
            </a:lvl2pPr>
            <a:lvl3pPr algn="ctr">
              <a:defRPr sz="1575" b="1">
                <a:solidFill>
                  <a:srgbClr val="A2AFAC"/>
                </a:solidFill>
              </a:defRPr>
            </a:lvl3pPr>
            <a:lvl4pPr algn="ctr">
              <a:defRPr sz="1575" b="1">
                <a:solidFill>
                  <a:srgbClr val="A2AFAC"/>
                </a:solidFill>
              </a:defRPr>
            </a:lvl4pPr>
            <a:lvl5pPr algn="ctr">
              <a:defRPr sz="1575" b="1">
                <a:solidFill>
                  <a:srgbClr val="A2AFAC"/>
                </a:solidFill>
              </a:defRPr>
            </a:lvl5pPr>
            <a:lvl6pPr algn="ctr">
              <a:defRPr sz="1575" b="1">
                <a:solidFill>
                  <a:srgbClr val="A2AFAC"/>
                </a:solidFill>
              </a:defRPr>
            </a:lvl6pPr>
            <a:lvl7pPr algn="ctr">
              <a:defRPr sz="1575" b="1">
                <a:solidFill>
                  <a:srgbClr val="A2AFAC"/>
                </a:solidFill>
              </a:defRPr>
            </a:lvl7pPr>
            <a:lvl8pPr algn="ctr">
              <a:defRPr sz="1575" b="1">
                <a:solidFill>
                  <a:srgbClr val="A2AFAC"/>
                </a:solidFill>
              </a:defRPr>
            </a:lvl8pPr>
            <a:lvl9pPr algn="ctr">
              <a:defRPr sz="1575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A2AFAC"/>
                </a:solidFill>
              </a:defRPr>
            </a:pPr>
            <a:r>
              <a:rPr sz="1575" b="1">
                <a:solidFill>
                  <a:srgbClr val="A2AFAC"/>
                </a:solidFill>
              </a:rPr>
              <a:t>장비와 정보만큼 캐릭터 사이의 관계와 공동 기억도 장기 성장에 포함한다.</a:t>
            </a:r>
          </a:p>
        </p:txBody>
      </p:sp>
    </p:spTree>
    <p:extLst>
      <p:ext uri="{BB962C8B-B14F-4D97-AF65-F5344CB8AC3E}">
        <p14:creationId xmlns:p14="http://schemas.microsoft.com/office/powerpoint/2010/main" val="650829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49A48D-1A62-4DB0-9783-EF03EF36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39AA5-707D-45F7-BE10-AE3B6A8C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CORE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EAFFE-2F98-4E4D-B23E-EB6B6750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플레이 루프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60B64-2790-405D-B8D8-6E6C2DEB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24BB8-D69B-47C1-A7D2-CAC62D7E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F4649-A3EC-4904-B494-C8EAC95A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9"/>
          </a:solidFill>
          <a:ln xmlns:a="http://schemas.openxmlformats.org/drawingml/2006/main" w="9525">
            <a:solidFill>
              <a:srgbClr val="2B38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B2F56-8C83-4536-B972-63DC5D8C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4D440-98F8-4696-A2AA-794A5C18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33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2F5F4"/>
                </a:solidFill>
              </a:defRPr>
            </a:defPPr>
            <a:lvl1pPr algn="l">
              <a:defRPr sz="1650" b="1">
                <a:solidFill>
                  <a:srgbClr val="F2F5F4"/>
                </a:solidFill>
              </a:defRPr>
            </a:lvl1pPr>
            <a:lvl2pPr algn="l">
              <a:defRPr sz="1650" b="1">
                <a:solidFill>
                  <a:srgbClr val="F2F5F4"/>
                </a:solidFill>
              </a:defRPr>
            </a:lvl2pPr>
            <a:lvl3pPr algn="l">
              <a:defRPr sz="1650" b="1">
                <a:solidFill>
                  <a:srgbClr val="F2F5F4"/>
                </a:solidFill>
              </a:defRPr>
            </a:lvl3pPr>
            <a:lvl4pPr algn="l">
              <a:defRPr sz="1650" b="1">
                <a:solidFill>
                  <a:srgbClr val="F2F5F4"/>
                </a:solidFill>
              </a:defRPr>
            </a:lvl4pPr>
            <a:lvl5pPr algn="l">
              <a:defRPr sz="1650" b="1">
                <a:solidFill>
                  <a:srgbClr val="F2F5F4"/>
                </a:solidFill>
              </a:defRPr>
            </a:lvl5pPr>
            <a:lvl6pPr algn="l">
              <a:defRPr sz="1650" b="1">
                <a:solidFill>
                  <a:srgbClr val="F2F5F4"/>
                </a:solidFill>
              </a:defRPr>
            </a:lvl6pPr>
            <a:lvl7pPr algn="l">
              <a:defRPr sz="1650" b="1">
                <a:solidFill>
                  <a:srgbClr val="F2F5F4"/>
                </a:solidFill>
              </a:defRPr>
            </a:lvl7pPr>
            <a:lvl8pPr algn="l">
              <a:defRPr sz="1650" b="1">
                <a:solidFill>
                  <a:srgbClr val="F2F5F4"/>
                </a:solidFill>
              </a:defRPr>
            </a:lvl8pPr>
            <a:lvl9pPr algn="l">
              <a:defRPr sz="16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2F5F4"/>
                </a:solidFill>
              </a:defRPr>
            </a:pPr>
            <a:r>
              <a:rPr sz="1650" b="1">
                <a:solidFill>
                  <a:srgbClr val="F2F5F4"/>
                </a:solidFill>
              </a:rPr>
              <a:t>공동구역 진입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A0F0A-8949-44A3-B2CA-AC2FE122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1~2인, 장비와 방침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E2037-033F-4436-A96D-D52F45C8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9"/>
          </a:solidFill>
          <a:ln xmlns:a="http://schemas.openxmlformats.org/drawingml/2006/main" w="9525">
            <a:solidFill>
              <a:srgbClr val="2B38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554F8-4889-4C2B-98F3-A0F54B00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335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A2EF6-DD22-4D10-A6FE-193909E5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2F5F4"/>
                </a:solidFill>
              </a:defRPr>
            </a:defPPr>
            <a:lvl1pPr algn="l">
              <a:defRPr sz="1650" b="1">
                <a:solidFill>
                  <a:srgbClr val="F2F5F4"/>
                </a:solidFill>
              </a:defRPr>
            </a:lvl1pPr>
            <a:lvl2pPr algn="l">
              <a:defRPr sz="1650" b="1">
                <a:solidFill>
                  <a:srgbClr val="F2F5F4"/>
                </a:solidFill>
              </a:defRPr>
            </a:lvl2pPr>
            <a:lvl3pPr algn="l">
              <a:defRPr sz="1650" b="1">
                <a:solidFill>
                  <a:srgbClr val="F2F5F4"/>
                </a:solidFill>
              </a:defRPr>
            </a:lvl3pPr>
            <a:lvl4pPr algn="l">
              <a:defRPr sz="1650" b="1">
                <a:solidFill>
                  <a:srgbClr val="F2F5F4"/>
                </a:solidFill>
              </a:defRPr>
            </a:lvl4pPr>
            <a:lvl5pPr algn="l">
              <a:defRPr sz="1650" b="1">
                <a:solidFill>
                  <a:srgbClr val="F2F5F4"/>
                </a:solidFill>
              </a:defRPr>
            </a:lvl5pPr>
            <a:lvl6pPr algn="l">
              <a:defRPr sz="1650" b="1">
                <a:solidFill>
                  <a:srgbClr val="F2F5F4"/>
                </a:solidFill>
              </a:defRPr>
            </a:lvl6pPr>
            <a:lvl7pPr algn="l">
              <a:defRPr sz="1650" b="1">
                <a:solidFill>
                  <a:srgbClr val="F2F5F4"/>
                </a:solidFill>
              </a:defRPr>
            </a:lvl7pPr>
            <a:lvl8pPr algn="l">
              <a:defRPr sz="1650" b="1">
                <a:solidFill>
                  <a:srgbClr val="F2F5F4"/>
                </a:solidFill>
              </a:defRPr>
            </a:lvl8pPr>
            <a:lvl9pPr algn="l">
              <a:defRPr sz="16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2F5F4"/>
                </a:solidFill>
              </a:defRPr>
            </a:pPr>
            <a:r>
              <a:rPr sz="1650" b="1">
                <a:solidFill>
                  <a:srgbClr val="F2F5F4"/>
                </a:solidFill>
              </a:rPr>
              <a:t>자동 탐사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E793D-6399-437A-B32E-31079A66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4790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흔적·조우·사건 누적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DA885-1E36-4164-94A6-43E7A9BC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621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9"/>
          </a:solidFill>
          <a:ln xmlns:a="http://schemas.openxmlformats.org/drawingml/2006/main" w="9525">
            <a:solidFill>
              <a:srgbClr val="2B38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403D2-CA45-46C6-8199-C635A3E5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C104D-1E7A-467F-8915-3F79F44A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33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2F5F4"/>
                </a:solidFill>
              </a:defRPr>
            </a:defPPr>
            <a:lvl1pPr algn="l">
              <a:defRPr sz="1650" b="1">
                <a:solidFill>
                  <a:srgbClr val="F2F5F4"/>
                </a:solidFill>
              </a:defRPr>
            </a:lvl1pPr>
            <a:lvl2pPr algn="l">
              <a:defRPr sz="1650" b="1">
                <a:solidFill>
                  <a:srgbClr val="F2F5F4"/>
                </a:solidFill>
              </a:defRPr>
            </a:lvl2pPr>
            <a:lvl3pPr algn="l">
              <a:defRPr sz="1650" b="1">
                <a:solidFill>
                  <a:srgbClr val="F2F5F4"/>
                </a:solidFill>
              </a:defRPr>
            </a:lvl3pPr>
            <a:lvl4pPr algn="l">
              <a:defRPr sz="1650" b="1">
                <a:solidFill>
                  <a:srgbClr val="F2F5F4"/>
                </a:solidFill>
              </a:defRPr>
            </a:lvl4pPr>
            <a:lvl5pPr algn="l">
              <a:defRPr sz="1650" b="1">
                <a:solidFill>
                  <a:srgbClr val="F2F5F4"/>
                </a:solidFill>
              </a:defRPr>
            </a:lvl5pPr>
            <a:lvl6pPr algn="l">
              <a:defRPr sz="1650" b="1">
                <a:solidFill>
                  <a:srgbClr val="F2F5F4"/>
                </a:solidFill>
              </a:defRPr>
            </a:lvl6pPr>
            <a:lvl7pPr algn="l">
              <a:defRPr sz="1650" b="1">
                <a:solidFill>
                  <a:srgbClr val="F2F5F4"/>
                </a:solidFill>
              </a:defRPr>
            </a:lvl7pPr>
            <a:lvl8pPr algn="l">
              <a:defRPr sz="1650" b="1">
                <a:solidFill>
                  <a:srgbClr val="F2F5F4"/>
                </a:solidFill>
              </a:defRPr>
            </a:lvl8pPr>
            <a:lvl9pPr algn="l">
              <a:defRPr sz="16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2F5F4"/>
                </a:solidFill>
              </a:defRPr>
            </a:pPr>
            <a:r>
              <a:rPr sz="1650" b="1">
                <a:solidFill>
                  <a:srgbClr val="F2F5F4"/>
                </a:solidFill>
              </a:rPr>
              <a:t>귀환 정산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FE1A4-223E-48E5-9917-DBEA3625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회수품과 손실 확정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7A091-46C9-44E6-BC9D-B50142A0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9"/>
          </a:solidFill>
          <a:ln xmlns:a="http://schemas.openxmlformats.org/drawingml/2006/main" w="9525">
            <a:solidFill>
              <a:srgbClr val="2B38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8F3C1-699C-4A18-B01F-1A3D53E5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19F71-A5AB-41FF-B0F8-EFAC8166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86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2F5F4"/>
                </a:solidFill>
              </a:defRPr>
            </a:defPPr>
            <a:lvl1pPr algn="l">
              <a:defRPr sz="1650" b="1">
                <a:solidFill>
                  <a:srgbClr val="F2F5F4"/>
                </a:solidFill>
              </a:defRPr>
            </a:lvl1pPr>
            <a:lvl2pPr algn="l">
              <a:defRPr sz="1650" b="1">
                <a:solidFill>
                  <a:srgbClr val="F2F5F4"/>
                </a:solidFill>
              </a:defRPr>
            </a:lvl2pPr>
            <a:lvl3pPr algn="l">
              <a:defRPr sz="1650" b="1">
                <a:solidFill>
                  <a:srgbClr val="F2F5F4"/>
                </a:solidFill>
              </a:defRPr>
            </a:lvl3pPr>
            <a:lvl4pPr algn="l">
              <a:defRPr sz="1650" b="1">
                <a:solidFill>
                  <a:srgbClr val="F2F5F4"/>
                </a:solidFill>
              </a:defRPr>
            </a:lvl4pPr>
            <a:lvl5pPr algn="l">
              <a:defRPr sz="1650" b="1">
                <a:solidFill>
                  <a:srgbClr val="F2F5F4"/>
                </a:solidFill>
              </a:defRPr>
            </a:lvl5pPr>
            <a:lvl6pPr algn="l">
              <a:defRPr sz="1650" b="1">
                <a:solidFill>
                  <a:srgbClr val="F2F5F4"/>
                </a:solidFill>
              </a:defRPr>
            </a:lvl6pPr>
            <a:lvl7pPr algn="l">
              <a:defRPr sz="1650" b="1">
                <a:solidFill>
                  <a:srgbClr val="F2F5F4"/>
                </a:solidFill>
              </a:defRPr>
            </a:lvl7pPr>
            <a:lvl8pPr algn="l">
              <a:defRPr sz="1650" b="1">
                <a:solidFill>
                  <a:srgbClr val="F2F5F4"/>
                </a:solidFill>
              </a:defRPr>
            </a:lvl8pPr>
            <a:lvl9pPr algn="l">
              <a:defRPr sz="16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2F5F4"/>
                </a:solidFill>
              </a:defRPr>
            </a:pPr>
            <a:r>
              <a:rPr sz="1650" b="1">
                <a:solidFill>
                  <a:srgbClr val="F2F5F4"/>
                </a:solidFill>
              </a:rPr>
              <a:t>조건 발견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C3838-2984-4760-931D-8344C79C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정보·자원·인맥 확보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A3B59-8778-4B82-ABE4-B2BA8A43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9"/>
          </a:solidFill>
          <a:ln xmlns:a="http://schemas.openxmlformats.org/drawingml/2006/main" w="9525">
            <a:solidFill>
              <a:srgbClr val="2B38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54A6C-202F-44BC-8F81-59DD2522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861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B8C51-E52D-42A5-AB36-15758809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86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2F5F4"/>
                </a:solidFill>
              </a:defRPr>
            </a:defPPr>
            <a:lvl1pPr algn="l">
              <a:defRPr sz="1650" b="1">
                <a:solidFill>
                  <a:srgbClr val="F2F5F4"/>
                </a:solidFill>
              </a:defRPr>
            </a:lvl1pPr>
            <a:lvl2pPr algn="l">
              <a:defRPr sz="1650" b="1">
                <a:solidFill>
                  <a:srgbClr val="F2F5F4"/>
                </a:solidFill>
              </a:defRPr>
            </a:lvl2pPr>
            <a:lvl3pPr algn="l">
              <a:defRPr sz="1650" b="1">
                <a:solidFill>
                  <a:srgbClr val="F2F5F4"/>
                </a:solidFill>
              </a:defRPr>
            </a:lvl3pPr>
            <a:lvl4pPr algn="l">
              <a:defRPr sz="1650" b="1">
                <a:solidFill>
                  <a:srgbClr val="F2F5F4"/>
                </a:solidFill>
              </a:defRPr>
            </a:lvl4pPr>
            <a:lvl5pPr algn="l">
              <a:defRPr sz="1650" b="1">
                <a:solidFill>
                  <a:srgbClr val="F2F5F4"/>
                </a:solidFill>
              </a:defRPr>
            </a:lvl5pPr>
            <a:lvl6pPr algn="l">
              <a:defRPr sz="1650" b="1">
                <a:solidFill>
                  <a:srgbClr val="F2F5F4"/>
                </a:solidFill>
              </a:defRPr>
            </a:lvl6pPr>
            <a:lvl7pPr algn="l">
              <a:defRPr sz="1650" b="1">
                <a:solidFill>
                  <a:srgbClr val="F2F5F4"/>
                </a:solidFill>
              </a:defRPr>
            </a:lvl7pPr>
            <a:lvl8pPr algn="l">
              <a:defRPr sz="1650" b="1">
                <a:solidFill>
                  <a:srgbClr val="F2F5F4"/>
                </a:solidFill>
              </a:defRPr>
            </a:lvl8pPr>
            <a:lvl9pPr algn="l">
              <a:defRPr sz="16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2F5F4"/>
                </a:solidFill>
              </a:defRPr>
            </a:pPr>
            <a:r>
              <a:rPr sz="1650" b="1">
                <a:solidFill>
                  <a:srgbClr val="F2F5F4"/>
                </a:solidFill>
              </a:rPr>
              <a:t>특수 탐사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6B523C-6A00-4EA7-914D-8DC62D52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00525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4~5인이 역할 분담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D1B37B-09C3-4CFE-BA11-C303E15E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14725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9"/>
          </a:solidFill>
          <a:ln xmlns:a="http://schemas.openxmlformats.org/drawingml/2006/main" w="9525">
            <a:solidFill>
              <a:srgbClr val="2B38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81DF3F-54E5-4356-9AC0-176557CD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861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70AC69-15E6-4AE4-B1DC-CB2A6DC7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86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2F5F4"/>
                </a:solidFill>
              </a:defRPr>
            </a:defPPr>
            <a:lvl1pPr algn="l">
              <a:defRPr sz="1650" b="1">
                <a:solidFill>
                  <a:srgbClr val="F2F5F4"/>
                </a:solidFill>
              </a:defRPr>
            </a:lvl1pPr>
            <a:lvl2pPr algn="l">
              <a:defRPr sz="1650" b="1">
                <a:solidFill>
                  <a:srgbClr val="F2F5F4"/>
                </a:solidFill>
              </a:defRPr>
            </a:lvl2pPr>
            <a:lvl3pPr algn="l">
              <a:defRPr sz="1650" b="1">
                <a:solidFill>
                  <a:srgbClr val="F2F5F4"/>
                </a:solidFill>
              </a:defRPr>
            </a:lvl3pPr>
            <a:lvl4pPr algn="l">
              <a:defRPr sz="1650" b="1">
                <a:solidFill>
                  <a:srgbClr val="F2F5F4"/>
                </a:solidFill>
              </a:defRPr>
            </a:lvl4pPr>
            <a:lvl5pPr algn="l">
              <a:defRPr sz="1650" b="1">
                <a:solidFill>
                  <a:srgbClr val="F2F5F4"/>
                </a:solidFill>
              </a:defRPr>
            </a:lvl5pPr>
            <a:lvl6pPr algn="l">
              <a:defRPr sz="1650" b="1">
                <a:solidFill>
                  <a:srgbClr val="F2F5F4"/>
                </a:solidFill>
              </a:defRPr>
            </a:lvl6pPr>
            <a:lvl7pPr algn="l">
              <a:defRPr sz="1650" b="1">
                <a:solidFill>
                  <a:srgbClr val="F2F5F4"/>
                </a:solidFill>
              </a:defRPr>
            </a:lvl7pPr>
            <a:lvl8pPr algn="l">
              <a:defRPr sz="1650" b="1">
                <a:solidFill>
                  <a:srgbClr val="F2F5F4"/>
                </a:solidFill>
              </a:defRPr>
            </a:lvl8pPr>
            <a:lvl9pPr algn="l">
              <a:defRPr sz="16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2F5F4"/>
                </a:solidFill>
              </a:defRPr>
            </a:pPr>
            <a:r>
              <a:rPr sz="1650" b="1">
                <a:solidFill>
                  <a:srgbClr val="F2F5F4"/>
                </a:solidFill>
              </a:rPr>
              <a:t>월드 변화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A23CAF-9AE9-4250-B5F6-8DE41B93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00525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이동로·위험·자원 갱신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B0D889-4C33-4926-96CE-A1C38AE3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38D6C4"/>
                </a:solidFill>
              </a:defRPr>
            </a:defPPr>
            <a:lvl1pPr algn="ctr">
              <a:defRPr sz="1425" b="1">
                <a:solidFill>
                  <a:srgbClr val="38D6C4"/>
                </a:solidFill>
              </a:defRPr>
            </a:lvl1pPr>
            <a:lvl2pPr algn="ctr">
              <a:defRPr sz="1425" b="1">
                <a:solidFill>
                  <a:srgbClr val="38D6C4"/>
                </a:solidFill>
              </a:defRPr>
            </a:lvl2pPr>
            <a:lvl3pPr algn="ctr">
              <a:defRPr sz="1425" b="1">
                <a:solidFill>
                  <a:srgbClr val="38D6C4"/>
                </a:solidFill>
              </a:defRPr>
            </a:lvl3pPr>
            <a:lvl4pPr algn="ctr">
              <a:defRPr sz="1425" b="1">
                <a:solidFill>
                  <a:srgbClr val="38D6C4"/>
                </a:solidFill>
              </a:defRPr>
            </a:lvl4pPr>
            <a:lvl5pPr algn="ctr">
              <a:defRPr sz="1425" b="1">
                <a:solidFill>
                  <a:srgbClr val="38D6C4"/>
                </a:solidFill>
              </a:defRPr>
            </a:lvl5pPr>
            <a:lvl6pPr algn="ctr">
              <a:defRPr sz="1425" b="1">
                <a:solidFill>
                  <a:srgbClr val="38D6C4"/>
                </a:solidFill>
              </a:defRPr>
            </a:lvl6pPr>
            <a:lvl7pPr algn="ctr">
              <a:defRPr sz="1425" b="1">
                <a:solidFill>
                  <a:srgbClr val="38D6C4"/>
                </a:solidFill>
              </a:defRPr>
            </a:lvl7pPr>
            <a:lvl8pPr algn="ctr">
              <a:defRPr sz="1425" b="1">
                <a:solidFill>
                  <a:srgbClr val="38D6C4"/>
                </a:solidFill>
              </a:defRPr>
            </a:lvl8pPr>
            <a:lvl9pPr algn="ctr">
              <a:defRPr sz="142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38D6C4"/>
                </a:solidFill>
              </a:defRPr>
            </a:pPr>
            <a:r>
              <a:rPr sz="1425" b="1">
                <a:solidFill>
                  <a:srgbClr val="38D6C4"/>
                </a:solidFill>
              </a:rPr>
              <a:t>다음 탐사의 욕망은 더 좋은 전리품, 더 깊은 공간, 이어지는 관계사에서 나온다.</a:t>
            </a:r>
          </a:p>
        </p:txBody>
      </p:sp>
    </p:spTree>
    <p:extLst>
      <p:ext uri="{BB962C8B-B14F-4D97-AF65-F5344CB8AC3E}">
        <p14:creationId xmlns:p14="http://schemas.microsoft.com/office/powerpoint/2010/main" val="1297849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6AB9B-3853-4F8A-A296-49DF5435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DB9DF-BA40-40D3-855D-F8D3E5C3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EXPEDITION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3B493-7B3D-4A32-A274-25926660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두 가지 탐사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86227-AA25-4D33-83CE-54412236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405E1-151D-4BA0-9D4F-C41F524C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8F1D1-8EAD-464B-A0FA-7A3A44CB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38D6C4"/>
                </a:solidFill>
              </a:defRPr>
            </a:defPPr>
            <a:lvl1pPr algn="l">
              <a:defRPr sz="1875" b="1">
                <a:solidFill>
                  <a:srgbClr val="38D6C4"/>
                </a:solidFill>
              </a:defRPr>
            </a:lvl1pPr>
            <a:lvl2pPr algn="l">
              <a:defRPr sz="1875" b="1">
                <a:solidFill>
                  <a:srgbClr val="38D6C4"/>
                </a:solidFill>
              </a:defRPr>
            </a:lvl2pPr>
            <a:lvl3pPr algn="l">
              <a:defRPr sz="1875" b="1">
                <a:solidFill>
                  <a:srgbClr val="38D6C4"/>
                </a:solidFill>
              </a:defRPr>
            </a:lvl3pPr>
            <a:lvl4pPr algn="l">
              <a:defRPr sz="1875" b="1">
                <a:solidFill>
                  <a:srgbClr val="38D6C4"/>
                </a:solidFill>
              </a:defRPr>
            </a:lvl4pPr>
            <a:lvl5pPr algn="l">
              <a:defRPr sz="1875" b="1">
                <a:solidFill>
                  <a:srgbClr val="38D6C4"/>
                </a:solidFill>
              </a:defRPr>
            </a:lvl5pPr>
            <a:lvl6pPr algn="l">
              <a:defRPr sz="1875" b="1">
                <a:solidFill>
                  <a:srgbClr val="38D6C4"/>
                </a:solidFill>
              </a:defRPr>
            </a:lvl6pPr>
            <a:lvl7pPr algn="l">
              <a:defRPr sz="1875" b="1">
                <a:solidFill>
                  <a:srgbClr val="38D6C4"/>
                </a:solidFill>
              </a:defRPr>
            </a:lvl7pPr>
            <a:lvl8pPr algn="l">
              <a:defRPr sz="1875" b="1">
                <a:solidFill>
                  <a:srgbClr val="38D6C4"/>
                </a:solidFill>
              </a:defRPr>
            </a:lvl8pPr>
            <a:lvl9pPr algn="l">
              <a:defRPr sz="18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8D6C4"/>
                </a:solidFill>
              </a:defRPr>
            </a:pPr>
            <a:r>
              <a:rPr sz="1875" b="1">
                <a:solidFill>
                  <a:srgbClr val="38D6C4"/>
                </a:solidFill>
              </a:rPr>
              <a:t>공동 이상구역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0CEB9-3A2B-4B4F-B32C-9DE368DC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일상적인 메인 콘텐츠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FC6BA-BEEB-4971-AB2F-28F90AE1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476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2AFAC"/>
                </a:solidFill>
              </a:defRPr>
            </a:defPPr>
            <a:lvl1pPr algn="l">
              <a:defRPr sz="1425" b="0">
                <a:solidFill>
                  <a:srgbClr val="A2AFAC"/>
                </a:solidFill>
              </a:defRPr>
            </a:lvl1pPr>
            <a:lvl2pPr algn="l">
              <a:defRPr sz="1425" b="0">
                <a:solidFill>
                  <a:srgbClr val="A2AFAC"/>
                </a:solidFill>
              </a:defRPr>
            </a:lvl2pPr>
            <a:lvl3pPr algn="l">
              <a:defRPr sz="1425" b="0">
                <a:solidFill>
                  <a:srgbClr val="A2AFAC"/>
                </a:solidFill>
              </a:defRPr>
            </a:lvl3pPr>
            <a:lvl4pPr algn="l">
              <a:defRPr sz="1425" b="0">
                <a:solidFill>
                  <a:srgbClr val="A2AFAC"/>
                </a:solidFill>
              </a:defRPr>
            </a:lvl4pPr>
            <a:lvl5pPr algn="l">
              <a:defRPr sz="1425" b="0">
                <a:solidFill>
                  <a:srgbClr val="A2AFAC"/>
                </a:solidFill>
              </a:defRPr>
            </a:lvl5pPr>
            <a:lvl6pPr algn="l">
              <a:defRPr sz="1425" b="0">
                <a:solidFill>
                  <a:srgbClr val="A2AFAC"/>
                </a:solidFill>
              </a:defRPr>
            </a:lvl6pPr>
            <a:lvl7pPr algn="l">
              <a:defRPr sz="1425" b="0">
                <a:solidFill>
                  <a:srgbClr val="A2AFAC"/>
                </a:solidFill>
              </a:defRPr>
            </a:lvl7pPr>
            <a:lvl8pPr algn="l">
              <a:defRPr sz="1425" b="0">
                <a:solidFill>
                  <a:srgbClr val="A2AFAC"/>
                </a:solidFill>
              </a:defRPr>
            </a:lvl8pPr>
            <a:lvl9pPr algn="l">
              <a:defRPr sz="142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2AFAC"/>
                </a:solidFill>
              </a:defRPr>
            </a:pPr>
            <a:r>
              <a:rPr sz="1425" b="0">
                <a:solidFill>
                  <a:srgbClr val="A2AFAC"/>
                </a:solidFill>
              </a:rPr>
              <a:t>1인 또는 2인이 자유롭게 진입하고 이탈한다.</a:t>
            </a:r>
          </a:p>
          <a:p xmlns:a="http://schemas.openxmlformats.org/drawingml/2006/main">
            <a:pPr algn="l">
              <a:defRPr sz="1425" b="0">
                <a:solidFill>
                  <a:srgbClr val="A2AFAC"/>
                </a:solidFill>
              </a:defRPr>
            </a:pPr>
            <a:r>
              <a:rPr sz="1425" b="0">
                <a:solidFill>
                  <a:srgbClr val="A2AFAC"/>
                </a:solidFill>
              </a:rPr>
              <a:t>여러 탐사 단위가 같은 장기 인스턴스를 공유하며</a:t>
            </a:r>
          </a:p>
          <a:p xmlns:a="http://schemas.openxmlformats.org/drawingml/2006/main">
            <a:pPr algn="l">
              <a:defRPr sz="1425" b="0">
                <a:solidFill>
                  <a:srgbClr val="A2AFAC"/>
                </a:solidFill>
              </a:defRPr>
            </a:pPr>
            <a:r>
              <a:rPr sz="1425" b="0">
                <a:solidFill>
                  <a:srgbClr val="A2AFAC"/>
                </a:solidFill>
              </a:rPr>
              <a:t>흔적, 구조 신호와 우연한 조우를 경험한다.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97C65-32F2-4FCB-BC38-E6795AAA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은폐 · 자유로운 일정 · 유동적 관계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F0C88-1E44-428A-8E54-97054C37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DB80B-FFF0-4047-B5F4-7609E90A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E9C46A"/>
                </a:solidFill>
              </a:defRPr>
            </a:defPPr>
            <a:lvl1pPr algn="l">
              <a:defRPr sz="1875" b="1">
                <a:solidFill>
                  <a:srgbClr val="E9C46A"/>
                </a:solidFill>
              </a:defRPr>
            </a:lvl1pPr>
            <a:lvl2pPr algn="l">
              <a:defRPr sz="1875" b="1">
                <a:solidFill>
                  <a:srgbClr val="E9C46A"/>
                </a:solidFill>
              </a:defRPr>
            </a:lvl2pPr>
            <a:lvl3pPr algn="l">
              <a:defRPr sz="1875" b="1">
                <a:solidFill>
                  <a:srgbClr val="E9C46A"/>
                </a:solidFill>
              </a:defRPr>
            </a:lvl3pPr>
            <a:lvl4pPr algn="l">
              <a:defRPr sz="1875" b="1">
                <a:solidFill>
                  <a:srgbClr val="E9C46A"/>
                </a:solidFill>
              </a:defRPr>
            </a:lvl4pPr>
            <a:lvl5pPr algn="l">
              <a:defRPr sz="1875" b="1">
                <a:solidFill>
                  <a:srgbClr val="E9C46A"/>
                </a:solidFill>
              </a:defRPr>
            </a:lvl5pPr>
            <a:lvl6pPr algn="l">
              <a:defRPr sz="1875" b="1">
                <a:solidFill>
                  <a:srgbClr val="E9C46A"/>
                </a:solidFill>
              </a:defRPr>
            </a:lvl6pPr>
            <a:lvl7pPr algn="l">
              <a:defRPr sz="1875" b="1">
                <a:solidFill>
                  <a:srgbClr val="E9C46A"/>
                </a:solidFill>
              </a:defRPr>
            </a:lvl7pPr>
            <a:lvl8pPr algn="l">
              <a:defRPr sz="1875" b="1">
                <a:solidFill>
                  <a:srgbClr val="E9C46A"/>
                </a:solidFill>
              </a:defRPr>
            </a:lvl8pPr>
            <a:lvl9pPr algn="l">
              <a:defRPr sz="1875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E9C46A"/>
                </a:solidFill>
              </a:defRPr>
            </a:pPr>
            <a:r>
              <a:rPr sz="1875" b="1">
                <a:solidFill>
                  <a:srgbClr val="E9C46A"/>
                </a:solidFill>
              </a:rPr>
              <a:t>특수 탐사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A537D-3359-4D23-8F94-2C564832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결정적 사건을 해결하는 편성 콘텐츠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B5FFC-2222-4816-A2BE-6948E266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476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2AFAC"/>
                </a:solidFill>
              </a:defRPr>
            </a:defPPr>
            <a:lvl1pPr algn="l">
              <a:defRPr sz="1425" b="0">
                <a:solidFill>
                  <a:srgbClr val="A2AFAC"/>
                </a:solidFill>
              </a:defRPr>
            </a:lvl1pPr>
            <a:lvl2pPr algn="l">
              <a:defRPr sz="1425" b="0">
                <a:solidFill>
                  <a:srgbClr val="A2AFAC"/>
                </a:solidFill>
              </a:defRPr>
            </a:lvl2pPr>
            <a:lvl3pPr algn="l">
              <a:defRPr sz="1425" b="0">
                <a:solidFill>
                  <a:srgbClr val="A2AFAC"/>
                </a:solidFill>
              </a:defRPr>
            </a:lvl3pPr>
            <a:lvl4pPr algn="l">
              <a:defRPr sz="1425" b="0">
                <a:solidFill>
                  <a:srgbClr val="A2AFAC"/>
                </a:solidFill>
              </a:defRPr>
            </a:lvl4pPr>
            <a:lvl5pPr algn="l">
              <a:defRPr sz="1425" b="0">
                <a:solidFill>
                  <a:srgbClr val="A2AFAC"/>
                </a:solidFill>
              </a:defRPr>
            </a:lvl5pPr>
            <a:lvl6pPr algn="l">
              <a:defRPr sz="1425" b="0">
                <a:solidFill>
                  <a:srgbClr val="A2AFAC"/>
                </a:solidFill>
              </a:defRPr>
            </a:lvl6pPr>
            <a:lvl7pPr algn="l">
              <a:defRPr sz="1425" b="0">
                <a:solidFill>
                  <a:srgbClr val="A2AFAC"/>
                </a:solidFill>
              </a:defRPr>
            </a:lvl7pPr>
            <a:lvl8pPr algn="l">
              <a:defRPr sz="1425" b="0">
                <a:solidFill>
                  <a:srgbClr val="A2AFAC"/>
                </a:solidFill>
              </a:defRPr>
            </a:lvl8pPr>
            <a:lvl9pPr algn="l">
              <a:defRPr sz="142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2AFAC"/>
                </a:solidFill>
              </a:defRPr>
            </a:pPr>
            <a:r>
              <a:rPr sz="1425" b="0">
                <a:solidFill>
                  <a:srgbClr val="A2AFAC"/>
                </a:solidFill>
              </a:rPr>
              <a:t>4~5명이 사전에 모집되어 함께 출발한다.</a:t>
            </a:r>
          </a:p>
          <a:p xmlns:a="http://schemas.openxmlformats.org/drawingml/2006/main">
            <a:pPr algn="l">
              <a:defRPr sz="1425" b="0">
                <a:solidFill>
                  <a:srgbClr val="A2AFAC"/>
                </a:solidFill>
              </a:defRPr>
            </a:pPr>
            <a:r>
              <a:rPr sz="1425" b="0">
                <a:solidFill>
                  <a:srgbClr val="A2AFAC"/>
                </a:solidFill>
              </a:rPr>
              <a:t>생포, 대형 운반, 동시 장치 조작처럼</a:t>
            </a:r>
          </a:p>
          <a:p xmlns:a="http://schemas.openxmlformats.org/drawingml/2006/main">
            <a:pPr algn="l">
              <a:defRPr sz="1425" b="0">
                <a:solidFill>
                  <a:srgbClr val="A2AFAC"/>
                </a:solidFill>
              </a:defRPr>
            </a:pPr>
            <a:r>
              <a:rPr sz="1425" b="0">
                <a:solidFill>
                  <a:srgbClr val="A2AFAC"/>
                </a:solidFill>
              </a:rPr>
              <a:t>역할 분담이 필요한 목표를 수행한다.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83FC0-70BA-4A4A-A277-ABA94E77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9C46A"/>
                </a:solidFill>
              </a:defRPr>
            </a:defPPr>
            <a:lvl1pPr algn="l">
              <a:defRPr sz="1350" b="1">
                <a:solidFill>
                  <a:srgbClr val="E9C46A"/>
                </a:solidFill>
              </a:defRPr>
            </a:lvl1pPr>
            <a:lvl2pPr algn="l">
              <a:defRPr sz="1350" b="1">
                <a:solidFill>
                  <a:srgbClr val="E9C46A"/>
                </a:solidFill>
              </a:defRPr>
            </a:lvl2pPr>
            <a:lvl3pPr algn="l">
              <a:defRPr sz="1350" b="1">
                <a:solidFill>
                  <a:srgbClr val="E9C46A"/>
                </a:solidFill>
              </a:defRPr>
            </a:lvl3pPr>
            <a:lvl4pPr algn="l">
              <a:defRPr sz="1350" b="1">
                <a:solidFill>
                  <a:srgbClr val="E9C46A"/>
                </a:solidFill>
              </a:defRPr>
            </a:lvl4pPr>
            <a:lvl5pPr algn="l">
              <a:defRPr sz="1350" b="1">
                <a:solidFill>
                  <a:srgbClr val="E9C46A"/>
                </a:solidFill>
              </a:defRPr>
            </a:lvl5pPr>
            <a:lvl6pPr algn="l">
              <a:defRPr sz="1350" b="1">
                <a:solidFill>
                  <a:srgbClr val="E9C46A"/>
                </a:solidFill>
              </a:defRPr>
            </a:lvl6pPr>
            <a:lvl7pPr algn="l">
              <a:defRPr sz="1350" b="1">
                <a:solidFill>
                  <a:srgbClr val="E9C46A"/>
                </a:solidFill>
              </a:defRPr>
            </a:lvl7pPr>
            <a:lvl8pPr algn="l">
              <a:defRPr sz="1350" b="1">
                <a:solidFill>
                  <a:srgbClr val="E9C46A"/>
                </a:solidFill>
              </a:defRPr>
            </a:lvl8pPr>
            <a:lvl9pPr algn="l">
              <a:defRPr sz="1350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9C46A"/>
                </a:solidFill>
              </a:defRPr>
            </a:pPr>
            <a:r>
              <a:rPr sz="1350" b="1">
                <a:solidFill>
                  <a:srgbClr val="E9C46A"/>
                </a:solidFill>
              </a:rPr>
              <a:t>고위험 · 역할 분담 · 월드 변화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7AEC1-0590-4DB1-ACD1-A36CDECB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9"/>
          </a:solidFill>
          <a:ln xmlns:a="http://schemas.openxmlformats.org/drawingml/2006/main" w="9525">
            <a:solidFill>
              <a:srgbClr val="2B38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A8097-541F-4BC1-B230-9A63CDB5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2F5F4"/>
                </a:solidFill>
              </a:defRPr>
            </a:defPPr>
            <a:lvl1pPr algn="ctr">
              <a:defRPr sz="1500" b="1">
                <a:solidFill>
                  <a:srgbClr val="F2F5F4"/>
                </a:solidFill>
              </a:defRPr>
            </a:lvl1pPr>
            <a:lvl2pPr algn="ctr">
              <a:defRPr sz="1500" b="1">
                <a:solidFill>
                  <a:srgbClr val="F2F5F4"/>
                </a:solidFill>
              </a:defRPr>
            </a:lvl2pPr>
            <a:lvl3pPr algn="ctr">
              <a:defRPr sz="1500" b="1">
                <a:solidFill>
                  <a:srgbClr val="F2F5F4"/>
                </a:solidFill>
              </a:defRPr>
            </a:lvl3pPr>
            <a:lvl4pPr algn="ctr">
              <a:defRPr sz="1500" b="1">
                <a:solidFill>
                  <a:srgbClr val="F2F5F4"/>
                </a:solidFill>
              </a:defRPr>
            </a:lvl4pPr>
            <a:lvl5pPr algn="ctr">
              <a:defRPr sz="1500" b="1">
                <a:solidFill>
                  <a:srgbClr val="F2F5F4"/>
                </a:solidFill>
              </a:defRPr>
            </a:lvl5pPr>
            <a:lvl6pPr algn="ctr">
              <a:defRPr sz="1500" b="1">
                <a:solidFill>
                  <a:srgbClr val="F2F5F4"/>
                </a:solidFill>
              </a:defRPr>
            </a:lvl6pPr>
            <a:lvl7pPr algn="ctr">
              <a:defRPr sz="1500" b="1">
                <a:solidFill>
                  <a:srgbClr val="F2F5F4"/>
                </a:solidFill>
              </a:defRPr>
            </a:lvl7pPr>
            <a:lvl8pPr algn="ctr">
              <a:defRPr sz="1500" b="1">
                <a:solidFill>
                  <a:srgbClr val="F2F5F4"/>
                </a:solidFill>
              </a:defRPr>
            </a:lvl8pPr>
            <a:lvl9pPr algn="ctr">
              <a:defRPr sz="150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2F5F4"/>
                </a:solidFill>
              </a:defRPr>
            </a:pPr>
            <a:r>
              <a:rPr sz="1500" b="1">
                <a:solidFill>
                  <a:srgbClr val="F2F5F4"/>
                </a:solidFill>
              </a:rPr>
              <a:t>공동구역의 발견이 특수 탐사를 열고, 특수 탐사의 결과가 공동구역을 바꾼다.</a:t>
            </a:r>
          </a:p>
        </p:txBody>
      </p:sp>
    </p:spTree>
    <p:extLst>
      <p:ext uri="{BB962C8B-B14F-4D97-AF65-F5344CB8AC3E}">
        <p14:creationId xmlns:p14="http://schemas.microsoft.com/office/powerpoint/2010/main" val="2036134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733F7-04CE-4BDC-AAA0-F6BBCA65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EBE36-E855-425C-A936-753FF38E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SHARED ANOMALOUS ZONE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927EF-5B97-4494-A429-581FC4DF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공동 이상구역의 작동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26645-C060-4F4E-A26D-2D08A498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76770-A2F0-4D5A-9900-8234F869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3C9F7-83EA-4657-AD76-75905460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38D6C4"/>
                </a:solidFill>
              </a:defRPr>
            </a:defPPr>
            <a:lvl1pPr algn="l">
              <a:defRPr sz="1500" b="1">
                <a:solidFill>
                  <a:srgbClr val="38D6C4"/>
                </a:solidFill>
              </a:defRPr>
            </a:lvl1pPr>
            <a:lvl2pPr algn="l">
              <a:defRPr sz="1500" b="1">
                <a:solidFill>
                  <a:srgbClr val="38D6C4"/>
                </a:solidFill>
              </a:defRPr>
            </a:lvl2pPr>
            <a:lvl3pPr algn="l">
              <a:defRPr sz="1500" b="1">
                <a:solidFill>
                  <a:srgbClr val="38D6C4"/>
                </a:solidFill>
              </a:defRPr>
            </a:lvl3pPr>
            <a:lvl4pPr algn="l">
              <a:defRPr sz="1500" b="1">
                <a:solidFill>
                  <a:srgbClr val="38D6C4"/>
                </a:solidFill>
              </a:defRPr>
            </a:lvl4pPr>
            <a:lvl5pPr algn="l">
              <a:defRPr sz="1500" b="1">
                <a:solidFill>
                  <a:srgbClr val="38D6C4"/>
                </a:solidFill>
              </a:defRPr>
            </a:lvl5pPr>
            <a:lvl6pPr algn="l">
              <a:defRPr sz="1500" b="1">
                <a:solidFill>
                  <a:srgbClr val="38D6C4"/>
                </a:solidFill>
              </a:defRPr>
            </a:lvl6pPr>
            <a:lvl7pPr algn="l">
              <a:defRPr sz="1500" b="1">
                <a:solidFill>
                  <a:srgbClr val="38D6C4"/>
                </a:solidFill>
              </a:defRPr>
            </a:lvl7pPr>
            <a:lvl8pPr algn="l">
              <a:defRPr sz="1500" b="1">
                <a:solidFill>
                  <a:srgbClr val="38D6C4"/>
                </a:solidFill>
              </a:defRPr>
            </a:lvl8pPr>
            <a:lvl9pPr algn="l">
              <a:defRPr sz="15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8D6C4"/>
                </a:solidFill>
              </a:defRPr>
            </a:pPr>
            <a:r>
              <a:rPr sz="1500" b="1">
                <a:solidFill>
                  <a:srgbClr val="38D6C4"/>
                </a:solidFill>
              </a:rPr>
              <a:t>공간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338F2-A6E4-4B6D-BF8D-84AE2505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668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2F5F4"/>
                </a:solidFill>
              </a:defRPr>
            </a:defPPr>
            <a:lvl1pPr algn="l">
              <a:defRPr sz="1425" b="0">
                <a:solidFill>
                  <a:srgbClr val="F2F5F4"/>
                </a:solidFill>
              </a:defRPr>
            </a:lvl1pPr>
            <a:lvl2pPr algn="l">
              <a:defRPr sz="1425" b="0">
                <a:solidFill>
                  <a:srgbClr val="F2F5F4"/>
                </a:solidFill>
              </a:defRPr>
            </a:lvl2pPr>
            <a:lvl3pPr algn="l">
              <a:defRPr sz="1425" b="0">
                <a:solidFill>
                  <a:srgbClr val="F2F5F4"/>
                </a:solidFill>
              </a:defRPr>
            </a:lvl3pPr>
            <a:lvl4pPr algn="l">
              <a:defRPr sz="1425" b="0">
                <a:solidFill>
                  <a:srgbClr val="F2F5F4"/>
                </a:solidFill>
              </a:defRPr>
            </a:lvl4pPr>
            <a:lvl5pPr algn="l">
              <a:defRPr sz="1425" b="0">
                <a:solidFill>
                  <a:srgbClr val="F2F5F4"/>
                </a:solidFill>
              </a:defRPr>
            </a:lvl5pPr>
            <a:lvl6pPr algn="l">
              <a:defRPr sz="1425" b="0">
                <a:solidFill>
                  <a:srgbClr val="F2F5F4"/>
                </a:solidFill>
              </a:defRPr>
            </a:lvl6pPr>
            <a:lvl7pPr algn="l">
              <a:defRPr sz="1425" b="0">
                <a:solidFill>
                  <a:srgbClr val="F2F5F4"/>
                </a:solidFill>
              </a:defRPr>
            </a:lvl7pPr>
            <a:lvl8pPr algn="l">
              <a:defRPr sz="1425" b="0">
                <a:solidFill>
                  <a:srgbClr val="F2F5F4"/>
                </a:solidFill>
              </a:defRPr>
            </a:lvl8pPr>
            <a:lvl9pPr algn="l">
              <a:defRPr sz="142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2F5F4"/>
                </a:solidFill>
              </a:defRPr>
            </a:pPr>
            <a:r>
              <a:rPr sz="1425" b="0">
                <a:solidFill>
                  <a:srgbClr val="F2F5F4"/>
                </a:solidFill>
              </a:rPr>
              <a:t>20~40개 구역 노드 · 인스턴스 6~24시간 유지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93503-3BD0-492F-823B-54B8FD88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447C3-614F-44AC-8F77-B53F5B23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38D6C4"/>
                </a:solidFill>
              </a:defRPr>
            </a:defPPr>
            <a:lvl1pPr algn="l">
              <a:defRPr sz="1500" b="1">
                <a:solidFill>
                  <a:srgbClr val="38D6C4"/>
                </a:solidFill>
              </a:defRPr>
            </a:lvl1pPr>
            <a:lvl2pPr algn="l">
              <a:defRPr sz="1500" b="1">
                <a:solidFill>
                  <a:srgbClr val="38D6C4"/>
                </a:solidFill>
              </a:defRPr>
            </a:lvl2pPr>
            <a:lvl3pPr algn="l">
              <a:defRPr sz="1500" b="1">
                <a:solidFill>
                  <a:srgbClr val="38D6C4"/>
                </a:solidFill>
              </a:defRPr>
            </a:lvl3pPr>
            <a:lvl4pPr algn="l">
              <a:defRPr sz="1500" b="1">
                <a:solidFill>
                  <a:srgbClr val="38D6C4"/>
                </a:solidFill>
              </a:defRPr>
            </a:lvl4pPr>
            <a:lvl5pPr algn="l">
              <a:defRPr sz="1500" b="1">
                <a:solidFill>
                  <a:srgbClr val="38D6C4"/>
                </a:solidFill>
              </a:defRPr>
            </a:lvl5pPr>
            <a:lvl6pPr algn="l">
              <a:defRPr sz="1500" b="1">
                <a:solidFill>
                  <a:srgbClr val="38D6C4"/>
                </a:solidFill>
              </a:defRPr>
            </a:lvl6pPr>
            <a:lvl7pPr algn="l">
              <a:defRPr sz="1500" b="1">
                <a:solidFill>
                  <a:srgbClr val="38D6C4"/>
                </a:solidFill>
              </a:defRPr>
            </a:lvl7pPr>
            <a:lvl8pPr algn="l">
              <a:defRPr sz="1500" b="1">
                <a:solidFill>
                  <a:srgbClr val="38D6C4"/>
                </a:solidFill>
              </a:defRPr>
            </a:lvl8pPr>
            <a:lvl9pPr algn="l">
              <a:defRPr sz="15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8D6C4"/>
                </a:solidFill>
              </a:defRPr>
            </a:pPr>
            <a:r>
              <a:rPr sz="1500" b="1">
                <a:solidFill>
                  <a:srgbClr val="38D6C4"/>
                </a:solidFill>
              </a:rPr>
              <a:t>인원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F6E5B-CA5D-40F7-824A-AD1E2F77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2F5F4"/>
                </a:solidFill>
              </a:defRPr>
            </a:defPPr>
            <a:lvl1pPr algn="l">
              <a:defRPr sz="1425" b="0">
                <a:solidFill>
                  <a:srgbClr val="F2F5F4"/>
                </a:solidFill>
              </a:defRPr>
            </a:lvl1pPr>
            <a:lvl2pPr algn="l">
              <a:defRPr sz="1425" b="0">
                <a:solidFill>
                  <a:srgbClr val="F2F5F4"/>
                </a:solidFill>
              </a:defRPr>
            </a:lvl2pPr>
            <a:lvl3pPr algn="l">
              <a:defRPr sz="1425" b="0">
                <a:solidFill>
                  <a:srgbClr val="F2F5F4"/>
                </a:solidFill>
              </a:defRPr>
            </a:lvl3pPr>
            <a:lvl4pPr algn="l">
              <a:defRPr sz="1425" b="0">
                <a:solidFill>
                  <a:srgbClr val="F2F5F4"/>
                </a:solidFill>
              </a:defRPr>
            </a:lvl4pPr>
            <a:lvl5pPr algn="l">
              <a:defRPr sz="1425" b="0">
                <a:solidFill>
                  <a:srgbClr val="F2F5F4"/>
                </a:solidFill>
              </a:defRPr>
            </a:lvl5pPr>
            <a:lvl6pPr algn="l">
              <a:defRPr sz="1425" b="0">
                <a:solidFill>
                  <a:srgbClr val="F2F5F4"/>
                </a:solidFill>
              </a:defRPr>
            </a:lvl6pPr>
            <a:lvl7pPr algn="l">
              <a:defRPr sz="1425" b="0">
                <a:solidFill>
                  <a:srgbClr val="F2F5F4"/>
                </a:solidFill>
              </a:defRPr>
            </a:lvl7pPr>
            <a:lvl8pPr algn="l">
              <a:defRPr sz="1425" b="0">
                <a:solidFill>
                  <a:srgbClr val="F2F5F4"/>
                </a:solidFill>
              </a:defRPr>
            </a:lvl8pPr>
            <a:lvl9pPr algn="l">
              <a:defRPr sz="142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2F5F4"/>
                </a:solidFill>
              </a:defRPr>
            </a:pPr>
            <a:r>
              <a:rPr sz="1425" b="0">
                <a:solidFill>
                  <a:srgbClr val="F2F5F4"/>
                </a:solidFill>
              </a:rPr>
              <a:t>총 20~50명 가정 · 구역별 평시 0~4명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3F142-9504-447C-9078-A15A129E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55BC0-DD0B-49E9-987C-F7921600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E9C46A"/>
                </a:solidFill>
              </a:defRPr>
            </a:defPPr>
            <a:lvl1pPr algn="l">
              <a:defRPr sz="1500" b="1">
                <a:solidFill>
                  <a:srgbClr val="E9C46A"/>
                </a:solidFill>
              </a:defRPr>
            </a:lvl1pPr>
            <a:lvl2pPr algn="l">
              <a:defRPr sz="1500" b="1">
                <a:solidFill>
                  <a:srgbClr val="E9C46A"/>
                </a:solidFill>
              </a:defRPr>
            </a:lvl2pPr>
            <a:lvl3pPr algn="l">
              <a:defRPr sz="1500" b="1">
                <a:solidFill>
                  <a:srgbClr val="E9C46A"/>
                </a:solidFill>
              </a:defRPr>
            </a:lvl3pPr>
            <a:lvl4pPr algn="l">
              <a:defRPr sz="1500" b="1">
                <a:solidFill>
                  <a:srgbClr val="E9C46A"/>
                </a:solidFill>
              </a:defRPr>
            </a:lvl4pPr>
            <a:lvl5pPr algn="l">
              <a:defRPr sz="1500" b="1">
                <a:solidFill>
                  <a:srgbClr val="E9C46A"/>
                </a:solidFill>
              </a:defRPr>
            </a:lvl5pPr>
            <a:lvl6pPr algn="l">
              <a:defRPr sz="1500" b="1">
                <a:solidFill>
                  <a:srgbClr val="E9C46A"/>
                </a:solidFill>
              </a:defRPr>
            </a:lvl6pPr>
            <a:lvl7pPr algn="l">
              <a:defRPr sz="1500" b="1">
                <a:solidFill>
                  <a:srgbClr val="E9C46A"/>
                </a:solidFill>
              </a:defRPr>
            </a:lvl7pPr>
            <a:lvl8pPr algn="l">
              <a:defRPr sz="1500" b="1">
                <a:solidFill>
                  <a:srgbClr val="E9C46A"/>
                </a:solidFill>
              </a:defRPr>
            </a:lvl8pPr>
            <a:lvl9pPr algn="l">
              <a:defRPr sz="1500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9C46A"/>
                </a:solidFill>
              </a:defRPr>
            </a:pPr>
            <a:r>
              <a:rPr sz="1500" b="1">
                <a:solidFill>
                  <a:srgbClr val="E9C46A"/>
                </a:solidFill>
              </a:rPr>
              <a:t>조우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88A77-135E-4430-8041-5CA42F96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527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2F5F4"/>
                </a:solidFill>
              </a:defRPr>
            </a:defPPr>
            <a:lvl1pPr algn="l">
              <a:defRPr sz="1425" b="0">
                <a:solidFill>
                  <a:srgbClr val="F2F5F4"/>
                </a:solidFill>
              </a:defRPr>
            </a:lvl1pPr>
            <a:lvl2pPr algn="l">
              <a:defRPr sz="1425" b="0">
                <a:solidFill>
                  <a:srgbClr val="F2F5F4"/>
                </a:solidFill>
              </a:defRPr>
            </a:lvl2pPr>
            <a:lvl3pPr algn="l">
              <a:defRPr sz="1425" b="0">
                <a:solidFill>
                  <a:srgbClr val="F2F5F4"/>
                </a:solidFill>
              </a:defRPr>
            </a:lvl3pPr>
            <a:lvl4pPr algn="l">
              <a:defRPr sz="1425" b="0">
                <a:solidFill>
                  <a:srgbClr val="F2F5F4"/>
                </a:solidFill>
              </a:defRPr>
            </a:lvl4pPr>
            <a:lvl5pPr algn="l">
              <a:defRPr sz="1425" b="0">
                <a:solidFill>
                  <a:srgbClr val="F2F5F4"/>
                </a:solidFill>
              </a:defRPr>
            </a:lvl5pPr>
            <a:lvl6pPr algn="l">
              <a:defRPr sz="1425" b="0">
                <a:solidFill>
                  <a:srgbClr val="F2F5F4"/>
                </a:solidFill>
              </a:defRPr>
            </a:lvl6pPr>
            <a:lvl7pPr algn="l">
              <a:defRPr sz="1425" b="0">
                <a:solidFill>
                  <a:srgbClr val="F2F5F4"/>
                </a:solidFill>
              </a:defRPr>
            </a:lvl7pPr>
            <a:lvl8pPr algn="l">
              <a:defRPr sz="1425" b="0">
                <a:solidFill>
                  <a:srgbClr val="F2F5F4"/>
                </a:solidFill>
              </a:defRPr>
            </a:lvl8pPr>
            <a:lvl9pPr algn="l">
              <a:defRPr sz="142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2F5F4"/>
                </a:solidFill>
              </a:defRPr>
            </a:pPr>
            <a:r>
              <a:rPr sz="1425" b="0">
                <a:solidFill>
                  <a:srgbClr val="F2F5F4"/>
                </a:solidFill>
              </a:rPr>
              <a:t>체류 시간·소음·빛·구조 신호·추적 행동으로 확률 변화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7D648-A33D-4918-A8B9-94D2F105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00A72-9DB8-4A9F-A7C3-AD9B38EC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38D6C4"/>
                </a:solidFill>
              </a:defRPr>
            </a:defPPr>
            <a:lvl1pPr algn="l">
              <a:defRPr sz="1500" b="1">
                <a:solidFill>
                  <a:srgbClr val="38D6C4"/>
                </a:solidFill>
              </a:defRPr>
            </a:lvl1pPr>
            <a:lvl2pPr algn="l">
              <a:defRPr sz="1500" b="1">
                <a:solidFill>
                  <a:srgbClr val="38D6C4"/>
                </a:solidFill>
              </a:defRPr>
            </a:lvl2pPr>
            <a:lvl3pPr algn="l">
              <a:defRPr sz="1500" b="1">
                <a:solidFill>
                  <a:srgbClr val="38D6C4"/>
                </a:solidFill>
              </a:defRPr>
            </a:lvl3pPr>
            <a:lvl4pPr algn="l">
              <a:defRPr sz="1500" b="1">
                <a:solidFill>
                  <a:srgbClr val="38D6C4"/>
                </a:solidFill>
              </a:defRPr>
            </a:lvl4pPr>
            <a:lvl5pPr algn="l">
              <a:defRPr sz="1500" b="1">
                <a:solidFill>
                  <a:srgbClr val="38D6C4"/>
                </a:solidFill>
              </a:defRPr>
            </a:lvl5pPr>
            <a:lvl6pPr algn="l">
              <a:defRPr sz="1500" b="1">
                <a:solidFill>
                  <a:srgbClr val="38D6C4"/>
                </a:solidFill>
              </a:defRPr>
            </a:lvl6pPr>
            <a:lvl7pPr algn="l">
              <a:defRPr sz="1500" b="1">
                <a:solidFill>
                  <a:srgbClr val="38D6C4"/>
                </a:solidFill>
              </a:defRPr>
            </a:lvl7pPr>
            <a:lvl8pPr algn="l">
              <a:defRPr sz="1500" b="1">
                <a:solidFill>
                  <a:srgbClr val="38D6C4"/>
                </a:solidFill>
              </a:defRPr>
            </a:lvl8pPr>
            <a:lvl9pPr algn="l">
              <a:defRPr sz="15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8D6C4"/>
                </a:solidFill>
              </a:defRPr>
            </a:pPr>
            <a:r>
              <a:rPr sz="1500" b="1">
                <a:solidFill>
                  <a:srgbClr val="38D6C4"/>
                </a:solidFill>
              </a:rPr>
              <a:t>통신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AD7B8-4FDD-4A19-916C-0D8D2CA4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957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2F5F4"/>
                </a:solidFill>
              </a:defRPr>
            </a:defPPr>
            <a:lvl1pPr algn="l">
              <a:defRPr sz="1425" b="0">
                <a:solidFill>
                  <a:srgbClr val="F2F5F4"/>
                </a:solidFill>
              </a:defRPr>
            </a:lvl1pPr>
            <a:lvl2pPr algn="l">
              <a:defRPr sz="1425" b="0">
                <a:solidFill>
                  <a:srgbClr val="F2F5F4"/>
                </a:solidFill>
              </a:defRPr>
            </a:lvl2pPr>
            <a:lvl3pPr algn="l">
              <a:defRPr sz="1425" b="0">
                <a:solidFill>
                  <a:srgbClr val="F2F5F4"/>
                </a:solidFill>
              </a:defRPr>
            </a:lvl3pPr>
            <a:lvl4pPr algn="l">
              <a:defRPr sz="1425" b="0">
                <a:solidFill>
                  <a:srgbClr val="F2F5F4"/>
                </a:solidFill>
              </a:defRPr>
            </a:lvl4pPr>
            <a:lvl5pPr algn="l">
              <a:defRPr sz="1425" b="0">
                <a:solidFill>
                  <a:srgbClr val="F2F5F4"/>
                </a:solidFill>
              </a:defRPr>
            </a:lvl5pPr>
            <a:lvl6pPr algn="l">
              <a:defRPr sz="1425" b="0">
                <a:solidFill>
                  <a:srgbClr val="F2F5F4"/>
                </a:solidFill>
              </a:defRPr>
            </a:lvl6pPr>
            <a:lvl7pPr algn="l">
              <a:defRPr sz="1425" b="0">
                <a:solidFill>
                  <a:srgbClr val="F2F5F4"/>
                </a:solidFill>
              </a:defRPr>
            </a:lvl7pPr>
            <a:lvl8pPr algn="l">
              <a:defRPr sz="1425" b="0">
                <a:solidFill>
                  <a:srgbClr val="F2F5F4"/>
                </a:solidFill>
              </a:defRPr>
            </a:lvl8pPr>
            <a:lvl9pPr algn="l">
              <a:defRPr sz="142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2F5F4"/>
                </a:solidFill>
              </a:defRPr>
            </a:pPr>
            <a:r>
              <a:rPr sz="1425" b="0">
                <a:solidFill>
                  <a:srgbClr val="F2F5F4"/>
                </a:solidFill>
              </a:rPr>
              <a:t>파티 · 근거리 · 구역 방송 · 정형 구조 신호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0DE3C-4362-4703-B909-5A675929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BA40B-4104-4B3F-96F0-FD9648CD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38D6C4"/>
                </a:solidFill>
              </a:defRPr>
            </a:defPPr>
            <a:lvl1pPr algn="l">
              <a:defRPr sz="1500" b="1">
                <a:solidFill>
                  <a:srgbClr val="38D6C4"/>
                </a:solidFill>
              </a:defRPr>
            </a:lvl1pPr>
            <a:lvl2pPr algn="l">
              <a:defRPr sz="1500" b="1">
                <a:solidFill>
                  <a:srgbClr val="38D6C4"/>
                </a:solidFill>
              </a:defRPr>
            </a:lvl2pPr>
            <a:lvl3pPr algn="l">
              <a:defRPr sz="1500" b="1">
                <a:solidFill>
                  <a:srgbClr val="38D6C4"/>
                </a:solidFill>
              </a:defRPr>
            </a:lvl3pPr>
            <a:lvl4pPr algn="l">
              <a:defRPr sz="1500" b="1">
                <a:solidFill>
                  <a:srgbClr val="38D6C4"/>
                </a:solidFill>
              </a:defRPr>
            </a:lvl4pPr>
            <a:lvl5pPr algn="l">
              <a:defRPr sz="1500" b="1">
                <a:solidFill>
                  <a:srgbClr val="38D6C4"/>
                </a:solidFill>
              </a:defRPr>
            </a:lvl5pPr>
            <a:lvl6pPr algn="l">
              <a:defRPr sz="1500" b="1">
                <a:solidFill>
                  <a:srgbClr val="38D6C4"/>
                </a:solidFill>
              </a:defRPr>
            </a:lvl6pPr>
            <a:lvl7pPr algn="l">
              <a:defRPr sz="1500" b="1">
                <a:solidFill>
                  <a:srgbClr val="38D6C4"/>
                </a:solidFill>
              </a:defRPr>
            </a:lvl7pPr>
            <a:lvl8pPr algn="l">
              <a:defRPr sz="1500" b="1">
                <a:solidFill>
                  <a:srgbClr val="38D6C4"/>
                </a:solidFill>
              </a:defRPr>
            </a:lvl8pPr>
            <a:lvl9pPr algn="l">
              <a:defRPr sz="15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8D6C4"/>
                </a:solidFill>
              </a:defRPr>
            </a:pPr>
            <a:r>
              <a:rPr sz="1500" b="1">
                <a:solidFill>
                  <a:srgbClr val="38D6C4"/>
                </a:solidFill>
              </a:rPr>
              <a:t>흔적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53E7B-B1ED-4455-B262-EAAA49AC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2F5F4"/>
                </a:solidFill>
              </a:defRPr>
            </a:defPPr>
            <a:lvl1pPr algn="l">
              <a:defRPr sz="1425" b="0">
                <a:solidFill>
                  <a:srgbClr val="F2F5F4"/>
                </a:solidFill>
              </a:defRPr>
            </a:lvl1pPr>
            <a:lvl2pPr algn="l">
              <a:defRPr sz="1425" b="0">
                <a:solidFill>
                  <a:srgbClr val="F2F5F4"/>
                </a:solidFill>
              </a:defRPr>
            </a:lvl2pPr>
            <a:lvl3pPr algn="l">
              <a:defRPr sz="1425" b="0">
                <a:solidFill>
                  <a:srgbClr val="F2F5F4"/>
                </a:solidFill>
              </a:defRPr>
            </a:lvl3pPr>
            <a:lvl4pPr algn="l">
              <a:defRPr sz="1425" b="0">
                <a:solidFill>
                  <a:srgbClr val="F2F5F4"/>
                </a:solidFill>
              </a:defRPr>
            </a:lvl4pPr>
            <a:lvl5pPr algn="l">
              <a:defRPr sz="1425" b="0">
                <a:solidFill>
                  <a:srgbClr val="F2F5F4"/>
                </a:solidFill>
              </a:defRPr>
            </a:lvl5pPr>
            <a:lvl6pPr algn="l">
              <a:defRPr sz="1425" b="0">
                <a:solidFill>
                  <a:srgbClr val="F2F5F4"/>
                </a:solidFill>
              </a:defRPr>
            </a:lvl6pPr>
            <a:lvl7pPr algn="l">
              <a:defRPr sz="1425" b="0">
                <a:solidFill>
                  <a:srgbClr val="F2F5F4"/>
                </a:solidFill>
              </a:defRPr>
            </a:lvl7pPr>
            <a:lvl8pPr algn="l">
              <a:defRPr sz="1425" b="0">
                <a:solidFill>
                  <a:srgbClr val="F2F5F4"/>
                </a:solidFill>
              </a:defRPr>
            </a:lvl8pPr>
            <a:lvl9pPr algn="l">
              <a:defRPr sz="142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2F5F4"/>
                </a:solidFill>
              </a:defRPr>
            </a:pPr>
            <a:r>
              <a:rPr sz="1425" b="0">
                <a:solidFill>
                  <a:srgbClr val="F2F5F4"/>
                </a:solidFill>
              </a:rPr>
              <a:t>열린 문·버려진 장비·전투 흔적·지연 무전으로 타인의 존재 표현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331E5-1E76-455D-91F1-1CFFBE64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63BAE-09D9-478A-A0E4-C492306A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9"/>
          </a:solidFill>
          <a:ln xmlns:a="http://schemas.openxmlformats.org/drawingml/2006/main" w="9525">
            <a:solidFill>
              <a:srgbClr val="E86D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476693-68BA-4256-B7E3-AF0965D4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A2AFAC"/>
                </a:solidFill>
              </a:defRPr>
            </a:defPPr>
            <a:lvl1pPr algn="ctr">
              <a:defRPr sz="1425" b="1">
                <a:solidFill>
                  <a:srgbClr val="A2AFAC"/>
                </a:solidFill>
              </a:defRPr>
            </a:lvl1pPr>
            <a:lvl2pPr algn="ctr">
              <a:defRPr sz="1425" b="1">
                <a:solidFill>
                  <a:srgbClr val="A2AFAC"/>
                </a:solidFill>
              </a:defRPr>
            </a:lvl2pPr>
            <a:lvl3pPr algn="ctr">
              <a:defRPr sz="1425" b="1">
                <a:solidFill>
                  <a:srgbClr val="A2AFAC"/>
                </a:solidFill>
              </a:defRPr>
            </a:lvl3pPr>
            <a:lvl4pPr algn="ctr">
              <a:defRPr sz="1425" b="1">
                <a:solidFill>
                  <a:srgbClr val="A2AFAC"/>
                </a:solidFill>
              </a:defRPr>
            </a:lvl4pPr>
            <a:lvl5pPr algn="ctr">
              <a:defRPr sz="1425" b="1">
                <a:solidFill>
                  <a:srgbClr val="A2AFAC"/>
                </a:solidFill>
              </a:defRPr>
            </a:lvl5pPr>
            <a:lvl6pPr algn="ctr">
              <a:defRPr sz="1425" b="1">
                <a:solidFill>
                  <a:srgbClr val="A2AFAC"/>
                </a:solidFill>
              </a:defRPr>
            </a:lvl6pPr>
            <a:lvl7pPr algn="ctr">
              <a:defRPr sz="1425" b="1">
                <a:solidFill>
                  <a:srgbClr val="A2AFAC"/>
                </a:solidFill>
              </a:defRPr>
            </a:lvl7pPr>
            <a:lvl8pPr algn="ctr">
              <a:defRPr sz="1425" b="1">
                <a:solidFill>
                  <a:srgbClr val="A2AFAC"/>
                </a:solidFill>
              </a:defRPr>
            </a:lvl8pPr>
            <a:lvl9pPr algn="ctr">
              <a:defRPr sz="1425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A2AFAC"/>
                </a:solidFill>
              </a:defRPr>
            </a:pPr>
            <a:r>
              <a:rPr sz="1425" b="1">
                <a:solidFill>
                  <a:srgbClr val="A2AFAC"/>
                </a:solidFill>
              </a:rPr>
              <a:t>실제 조우가 없어도 공간 안에 다른 탐사자가 있다는 감각을 유지한다.</a:t>
            </a:r>
          </a:p>
        </p:txBody>
      </p:sp>
    </p:spTree>
    <p:extLst>
      <p:ext uri="{BB962C8B-B14F-4D97-AF65-F5344CB8AC3E}">
        <p14:creationId xmlns:p14="http://schemas.microsoft.com/office/powerpoint/2010/main" val="794461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1D7716-A9FE-439A-B7B4-914BEE1F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B0462-0CF4-498E-B6F0-3C06B633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CHARACTER STATS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B2B8F-1C60-46CF-8A90-8286E9C7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10개 기초 능력치와 복합 판정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E96AD-5D0B-4CCC-BC74-DFCC5D20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CC41D-6C41-49A2-A66A-529FEEF5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603C3-DA11-4C65-A3EF-25CCA793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8D6C4"/>
                </a:solidFill>
              </a:defRPr>
            </a:defPPr>
            <a:lvl1pPr algn="l">
              <a:defRPr sz="1650" b="1">
                <a:solidFill>
                  <a:srgbClr val="38D6C4"/>
                </a:solidFill>
              </a:defRPr>
            </a:lvl1pPr>
            <a:lvl2pPr algn="l">
              <a:defRPr sz="1650" b="1">
                <a:solidFill>
                  <a:srgbClr val="38D6C4"/>
                </a:solidFill>
              </a:defRPr>
            </a:lvl2pPr>
            <a:lvl3pPr algn="l">
              <a:defRPr sz="1650" b="1">
                <a:solidFill>
                  <a:srgbClr val="38D6C4"/>
                </a:solidFill>
              </a:defRPr>
            </a:lvl3pPr>
            <a:lvl4pPr algn="l">
              <a:defRPr sz="1650" b="1">
                <a:solidFill>
                  <a:srgbClr val="38D6C4"/>
                </a:solidFill>
              </a:defRPr>
            </a:lvl4pPr>
            <a:lvl5pPr algn="l">
              <a:defRPr sz="1650" b="1">
                <a:solidFill>
                  <a:srgbClr val="38D6C4"/>
                </a:solidFill>
              </a:defRPr>
            </a:lvl5pPr>
            <a:lvl6pPr algn="l">
              <a:defRPr sz="1650" b="1">
                <a:solidFill>
                  <a:srgbClr val="38D6C4"/>
                </a:solidFill>
              </a:defRPr>
            </a:lvl6pPr>
            <a:lvl7pPr algn="l">
              <a:defRPr sz="1650" b="1">
                <a:solidFill>
                  <a:srgbClr val="38D6C4"/>
                </a:solidFill>
              </a:defRPr>
            </a:lvl7pPr>
            <a:lvl8pPr algn="l">
              <a:defRPr sz="1650" b="1">
                <a:solidFill>
                  <a:srgbClr val="38D6C4"/>
                </a:solidFill>
              </a:defRPr>
            </a:lvl8pPr>
            <a:lvl9pPr algn="l">
              <a:defRPr sz="16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8D6C4"/>
                </a:solidFill>
              </a:defRPr>
            </a:pPr>
            <a:r>
              <a:rPr sz="1650" b="1">
                <a:solidFill>
                  <a:srgbClr val="38D6C4"/>
                </a:solidFill>
              </a:rPr>
              <a:t>육체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0107F-A816-4700-BE04-4235C938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2F5F4"/>
                </a:solidFill>
              </a:defRPr>
            </a:defPPr>
            <a:lvl1pPr algn="l">
              <a:defRPr sz="1650" b="1">
                <a:solidFill>
                  <a:srgbClr val="F2F5F4"/>
                </a:solidFill>
              </a:defRPr>
            </a:lvl1pPr>
            <a:lvl2pPr algn="l">
              <a:defRPr sz="1650" b="1">
                <a:solidFill>
                  <a:srgbClr val="F2F5F4"/>
                </a:solidFill>
              </a:defRPr>
            </a:lvl2pPr>
            <a:lvl3pPr algn="l">
              <a:defRPr sz="1650" b="1">
                <a:solidFill>
                  <a:srgbClr val="F2F5F4"/>
                </a:solidFill>
              </a:defRPr>
            </a:lvl3pPr>
            <a:lvl4pPr algn="l">
              <a:defRPr sz="1650" b="1">
                <a:solidFill>
                  <a:srgbClr val="F2F5F4"/>
                </a:solidFill>
              </a:defRPr>
            </a:lvl4pPr>
            <a:lvl5pPr algn="l">
              <a:defRPr sz="1650" b="1">
                <a:solidFill>
                  <a:srgbClr val="F2F5F4"/>
                </a:solidFill>
              </a:defRPr>
            </a:lvl5pPr>
            <a:lvl6pPr algn="l">
              <a:defRPr sz="1650" b="1">
                <a:solidFill>
                  <a:srgbClr val="F2F5F4"/>
                </a:solidFill>
              </a:defRPr>
            </a:lvl6pPr>
            <a:lvl7pPr algn="l">
              <a:defRPr sz="1650" b="1">
                <a:solidFill>
                  <a:srgbClr val="F2F5F4"/>
                </a:solidFill>
              </a:defRPr>
            </a:lvl7pPr>
            <a:lvl8pPr algn="l">
              <a:defRPr sz="1650" b="1">
                <a:solidFill>
                  <a:srgbClr val="F2F5F4"/>
                </a:solidFill>
              </a:defRPr>
            </a:lvl8pPr>
            <a:lvl9pPr algn="l">
              <a:defRPr sz="16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2F5F4"/>
                </a:solidFill>
              </a:defRPr>
            </a:pPr>
            <a:r>
              <a:rPr sz="1650" b="1">
                <a:solidFill>
                  <a:srgbClr val="F2F5F4"/>
                </a:solidFill>
              </a:rPr>
              <a:t>근력  민첩성  지구력  균형감각  유연성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1A550-7453-4CD9-9B9F-D28167F0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9C46A"/>
                </a:solidFill>
              </a:defRPr>
            </a:defPPr>
            <a:lvl1pPr algn="l">
              <a:defRPr sz="1650" b="1">
                <a:solidFill>
                  <a:srgbClr val="E9C46A"/>
                </a:solidFill>
              </a:defRPr>
            </a:lvl1pPr>
            <a:lvl2pPr algn="l">
              <a:defRPr sz="1650" b="1">
                <a:solidFill>
                  <a:srgbClr val="E9C46A"/>
                </a:solidFill>
              </a:defRPr>
            </a:lvl2pPr>
            <a:lvl3pPr algn="l">
              <a:defRPr sz="1650" b="1">
                <a:solidFill>
                  <a:srgbClr val="E9C46A"/>
                </a:solidFill>
              </a:defRPr>
            </a:lvl3pPr>
            <a:lvl4pPr algn="l">
              <a:defRPr sz="1650" b="1">
                <a:solidFill>
                  <a:srgbClr val="E9C46A"/>
                </a:solidFill>
              </a:defRPr>
            </a:lvl4pPr>
            <a:lvl5pPr algn="l">
              <a:defRPr sz="1650" b="1">
                <a:solidFill>
                  <a:srgbClr val="E9C46A"/>
                </a:solidFill>
              </a:defRPr>
            </a:lvl5pPr>
            <a:lvl6pPr algn="l">
              <a:defRPr sz="1650" b="1">
                <a:solidFill>
                  <a:srgbClr val="E9C46A"/>
                </a:solidFill>
              </a:defRPr>
            </a:lvl6pPr>
            <a:lvl7pPr algn="l">
              <a:defRPr sz="1650" b="1">
                <a:solidFill>
                  <a:srgbClr val="E9C46A"/>
                </a:solidFill>
              </a:defRPr>
            </a:lvl7pPr>
            <a:lvl8pPr algn="l">
              <a:defRPr sz="1650" b="1">
                <a:solidFill>
                  <a:srgbClr val="E9C46A"/>
                </a:solidFill>
              </a:defRPr>
            </a:lvl8pPr>
            <a:lvl9pPr algn="l">
              <a:defRPr sz="1650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9C46A"/>
                </a:solidFill>
              </a:defRPr>
            </a:pPr>
            <a:r>
              <a:rPr sz="1650" b="1">
                <a:solidFill>
                  <a:srgbClr val="E9C46A"/>
                </a:solidFill>
              </a:rPr>
              <a:t>정신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0AAD6-3121-44D2-82D2-B716BA3C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2F5F4"/>
                </a:solidFill>
              </a:defRPr>
            </a:defPPr>
            <a:lvl1pPr algn="l">
              <a:defRPr sz="1650" b="1">
                <a:solidFill>
                  <a:srgbClr val="F2F5F4"/>
                </a:solidFill>
              </a:defRPr>
            </a:lvl1pPr>
            <a:lvl2pPr algn="l">
              <a:defRPr sz="1650" b="1">
                <a:solidFill>
                  <a:srgbClr val="F2F5F4"/>
                </a:solidFill>
              </a:defRPr>
            </a:lvl2pPr>
            <a:lvl3pPr algn="l">
              <a:defRPr sz="1650" b="1">
                <a:solidFill>
                  <a:srgbClr val="F2F5F4"/>
                </a:solidFill>
              </a:defRPr>
            </a:lvl3pPr>
            <a:lvl4pPr algn="l">
              <a:defRPr sz="1650" b="1">
                <a:solidFill>
                  <a:srgbClr val="F2F5F4"/>
                </a:solidFill>
              </a:defRPr>
            </a:lvl4pPr>
            <a:lvl5pPr algn="l">
              <a:defRPr sz="1650" b="1">
                <a:solidFill>
                  <a:srgbClr val="F2F5F4"/>
                </a:solidFill>
              </a:defRPr>
            </a:lvl5pPr>
            <a:lvl6pPr algn="l">
              <a:defRPr sz="1650" b="1">
                <a:solidFill>
                  <a:srgbClr val="F2F5F4"/>
                </a:solidFill>
              </a:defRPr>
            </a:lvl6pPr>
            <a:lvl7pPr algn="l">
              <a:defRPr sz="1650" b="1">
                <a:solidFill>
                  <a:srgbClr val="F2F5F4"/>
                </a:solidFill>
              </a:defRPr>
            </a:lvl7pPr>
            <a:lvl8pPr algn="l">
              <a:defRPr sz="1650" b="1">
                <a:solidFill>
                  <a:srgbClr val="F2F5F4"/>
                </a:solidFill>
              </a:defRPr>
            </a:lvl8pPr>
            <a:lvl9pPr algn="l">
              <a:defRPr sz="16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2F5F4"/>
                </a:solidFill>
              </a:defRPr>
            </a:pPr>
            <a:r>
              <a:rPr sz="1650" b="1">
                <a:solidFill>
                  <a:srgbClr val="F2F5F4"/>
                </a:solidFill>
              </a:rPr>
              <a:t>정신력  지능  용기  교활함  행운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9902E-85C6-4CB2-A4AC-ADB2C462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28FE9-BDE0-44E8-ACB2-8C3BFB34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무너지는 다리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7BB87-AAAE-4FDC-B30F-24A9A709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2F5F4"/>
                </a:solidFill>
              </a:defRPr>
            </a:defPPr>
            <a:lvl1pPr algn="l">
              <a:defRPr sz="1500" b="1">
                <a:solidFill>
                  <a:srgbClr val="F2F5F4"/>
                </a:solidFill>
              </a:defRPr>
            </a:lvl1pPr>
            <a:lvl2pPr algn="l">
              <a:defRPr sz="1500" b="1">
                <a:solidFill>
                  <a:srgbClr val="F2F5F4"/>
                </a:solidFill>
              </a:defRPr>
            </a:lvl2pPr>
            <a:lvl3pPr algn="l">
              <a:defRPr sz="1500" b="1">
                <a:solidFill>
                  <a:srgbClr val="F2F5F4"/>
                </a:solidFill>
              </a:defRPr>
            </a:lvl3pPr>
            <a:lvl4pPr algn="l">
              <a:defRPr sz="1500" b="1">
                <a:solidFill>
                  <a:srgbClr val="F2F5F4"/>
                </a:solidFill>
              </a:defRPr>
            </a:lvl4pPr>
            <a:lvl5pPr algn="l">
              <a:defRPr sz="1500" b="1">
                <a:solidFill>
                  <a:srgbClr val="F2F5F4"/>
                </a:solidFill>
              </a:defRPr>
            </a:lvl5pPr>
            <a:lvl6pPr algn="l">
              <a:defRPr sz="1500" b="1">
                <a:solidFill>
                  <a:srgbClr val="F2F5F4"/>
                </a:solidFill>
              </a:defRPr>
            </a:lvl6pPr>
            <a:lvl7pPr algn="l">
              <a:defRPr sz="1500" b="1">
                <a:solidFill>
                  <a:srgbClr val="F2F5F4"/>
                </a:solidFill>
              </a:defRPr>
            </a:lvl7pPr>
            <a:lvl8pPr algn="l">
              <a:defRPr sz="1500" b="1">
                <a:solidFill>
                  <a:srgbClr val="F2F5F4"/>
                </a:solidFill>
              </a:defRPr>
            </a:lvl8pPr>
            <a:lvl9pPr algn="l">
              <a:defRPr sz="150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5F4"/>
                </a:solidFill>
              </a:defRPr>
            </a:pPr>
            <a:r>
              <a:rPr sz="1500" b="1">
                <a:solidFill>
                  <a:srgbClr val="F2F5F4"/>
                </a:solidFill>
              </a:rPr>
              <a:t>민첩성 + 균형감각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8D910-1323-4FAA-B2FA-B0EC3BF9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64A7F-EDAD-4432-9EA0-F253726E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부상자 운반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F98FC-CD59-4F08-A079-19974BF1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7187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2F5F4"/>
                </a:solidFill>
              </a:defRPr>
            </a:defPPr>
            <a:lvl1pPr algn="l">
              <a:defRPr sz="1500" b="1">
                <a:solidFill>
                  <a:srgbClr val="F2F5F4"/>
                </a:solidFill>
              </a:defRPr>
            </a:lvl1pPr>
            <a:lvl2pPr algn="l">
              <a:defRPr sz="1500" b="1">
                <a:solidFill>
                  <a:srgbClr val="F2F5F4"/>
                </a:solidFill>
              </a:defRPr>
            </a:lvl2pPr>
            <a:lvl3pPr algn="l">
              <a:defRPr sz="1500" b="1">
                <a:solidFill>
                  <a:srgbClr val="F2F5F4"/>
                </a:solidFill>
              </a:defRPr>
            </a:lvl3pPr>
            <a:lvl4pPr algn="l">
              <a:defRPr sz="1500" b="1">
                <a:solidFill>
                  <a:srgbClr val="F2F5F4"/>
                </a:solidFill>
              </a:defRPr>
            </a:lvl4pPr>
            <a:lvl5pPr algn="l">
              <a:defRPr sz="1500" b="1">
                <a:solidFill>
                  <a:srgbClr val="F2F5F4"/>
                </a:solidFill>
              </a:defRPr>
            </a:lvl5pPr>
            <a:lvl6pPr algn="l">
              <a:defRPr sz="1500" b="1">
                <a:solidFill>
                  <a:srgbClr val="F2F5F4"/>
                </a:solidFill>
              </a:defRPr>
            </a:lvl6pPr>
            <a:lvl7pPr algn="l">
              <a:defRPr sz="1500" b="1">
                <a:solidFill>
                  <a:srgbClr val="F2F5F4"/>
                </a:solidFill>
              </a:defRPr>
            </a:lvl7pPr>
            <a:lvl8pPr algn="l">
              <a:defRPr sz="1500" b="1">
                <a:solidFill>
                  <a:srgbClr val="F2F5F4"/>
                </a:solidFill>
              </a:defRPr>
            </a:lvl8pPr>
            <a:lvl9pPr algn="l">
              <a:defRPr sz="150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5F4"/>
                </a:solidFill>
              </a:defRPr>
            </a:pPr>
            <a:r>
              <a:rPr sz="1500" b="1">
                <a:solidFill>
                  <a:srgbClr val="F2F5F4"/>
                </a:solidFill>
              </a:rPr>
              <a:t>근력 + 지구력 + 용기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D2BB4-C585-4CD1-AE47-383656F4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2066C-F97E-42ED-98ED-246A712C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공간 규칙 추론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E57CB-D9D7-4768-A452-E348DFFE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2F5F4"/>
                </a:solidFill>
              </a:defRPr>
            </a:defPPr>
            <a:lvl1pPr algn="l">
              <a:defRPr sz="1500" b="1">
                <a:solidFill>
                  <a:srgbClr val="F2F5F4"/>
                </a:solidFill>
              </a:defRPr>
            </a:lvl1pPr>
            <a:lvl2pPr algn="l">
              <a:defRPr sz="1500" b="1">
                <a:solidFill>
                  <a:srgbClr val="F2F5F4"/>
                </a:solidFill>
              </a:defRPr>
            </a:lvl2pPr>
            <a:lvl3pPr algn="l">
              <a:defRPr sz="1500" b="1">
                <a:solidFill>
                  <a:srgbClr val="F2F5F4"/>
                </a:solidFill>
              </a:defRPr>
            </a:lvl3pPr>
            <a:lvl4pPr algn="l">
              <a:defRPr sz="1500" b="1">
                <a:solidFill>
                  <a:srgbClr val="F2F5F4"/>
                </a:solidFill>
              </a:defRPr>
            </a:lvl4pPr>
            <a:lvl5pPr algn="l">
              <a:defRPr sz="1500" b="1">
                <a:solidFill>
                  <a:srgbClr val="F2F5F4"/>
                </a:solidFill>
              </a:defRPr>
            </a:lvl5pPr>
            <a:lvl6pPr algn="l">
              <a:defRPr sz="1500" b="1">
                <a:solidFill>
                  <a:srgbClr val="F2F5F4"/>
                </a:solidFill>
              </a:defRPr>
            </a:lvl6pPr>
            <a:lvl7pPr algn="l">
              <a:defRPr sz="1500" b="1">
                <a:solidFill>
                  <a:srgbClr val="F2F5F4"/>
                </a:solidFill>
              </a:defRPr>
            </a:lvl7pPr>
            <a:lvl8pPr algn="l">
              <a:defRPr sz="1500" b="1">
                <a:solidFill>
                  <a:srgbClr val="F2F5F4"/>
                </a:solidFill>
              </a:defRPr>
            </a:lvl8pPr>
            <a:lvl9pPr algn="l">
              <a:defRPr sz="150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5F4"/>
                </a:solidFill>
              </a:defRPr>
            </a:pPr>
            <a:r>
              <a:rPr sz="1500" b="1">
                <a:solidFill>
                  <a:srgbClr val="F2F5F4"/>
                </a:solidFill>
              </a:rPr>
              <a:t>지능 + 정신력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A7C61-24A0-4462-A5C9-7B632FF3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5861B-1562-4ABC-9EE2-A7DCDF28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이상 존재 기만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BC23F-4B67-44C1-91A6-E43C472C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2F5F4"/>
                </a:solidFill>
              </a:defRPr>
            </a:defPPr>
            <a:lvl1pPr algn="l">
              <a:defRPr sz="1500" b="1">
                <a:solidFill>
                  <a:srgbClr val="F2F5F4"/>
                </a:solidFill>
              </a:defRPr>
            </a:lvl1pPr>
            <a:lvl2pPr algn="l">
              <a:defRPr sz="1500" b="1">
                <a:solidFill>
                  <a:srgbClr val="F2F5F4"/>
                </a:solidFill>
              </a:defRPr>
            </a:lvl2pPr>
            <a:lvl3pPr algn="l">
              <a:defRPr sz="1500" b="1">
                <a:solidFill>
                  <a:srgbClr val="F2F5F4"/>
                </a:solidFill>
              </a:defRPr>
            </a:lvl3pPr>
            <a:lvl4pPr algn="l">
              <a:defRPr sz="1500" b="1">
                <a:solidFill>
                  <a:srgbClr val="F2F5F4"/>
                </a:solidFill>
              </a:defRPr>
            </a:lvl4pPr>
            <a:lvl5pPr algn="l">
              <a:defRPr sz="1500" b="1">
                <a:solidFill>
                  <a:srgbClr val="F2F5F4"/>
                </a:solidFill>
              </a:defRPr>
            </a:lvl5pPr>
            <a:lvl6pPr algn="l">
              <a:defRPr sz="1500" b="1">
                <a:solidFill>
                  <a:srgbClr val="F2F5F4"/>
                </a:solidFill>
              </a:defRPr>
            </a:lvl6pPr>
            <a:lvl7pPr algn="l">
              <a:defRPr sz="1500" b="1">
                <a:solidFill>
                  <a:srgbClr val="F2F5F4"/>
                </a:solidFill>
              </a:defRPr>
            </a:lvl7pPr>
            <a:lvl8pPr algn="l">
              <a:defRPr sz="1500" b="1">
                <a:solidFill>
                  <a:srgbClr val="F2F5F4"/>
                </a:solidFill>
              </a:defRPr>
            </a:lvl8pPr>
            <a:lvl9pPr algn="l">
              <a:defRPr sz="150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5F4"/>
                </a:solidFill>
              </a:defRPr>
            </a:pPr>
            <a:r>
              <a:rPr sz="1500" b="1">
                <a:solidFill>
                  <a:srgbClr val="F2F5F4"/>
                </a:solidFill>
              </a:rPr>
              <a:t>교활함 + 용기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E3F3A-254D-4C6A-B4FC-D90155B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F094A-A943-44CF-A8BD-27ED8C7A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좁은 통로 탈출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8B78E-AB53-472C-86E1-97ADCE11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4350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2F5F4"/>
                </a:solidFill>
              </a:defRPr>
            </a:defPPr>
            <a:lvl1pPr algn="l">
              <a:defRPr sz="1500" b="1">
                <a:solidFill>
                  <a:srgbClr val="F2F5F4"/>
                </a:solidFill>
              </a:defRPr>
            </a:lvl1pPr>
            <a:lvl2pPr algn="l">
              <a:defRPr sz="1500" b="1">
                <a:solidFill>
                  <a:srgbClr val="F2F5F4"/>
                </a:solidFill>
              </a:defRPr>
            </a:lvl2pPr>
            <a:lvl3pPr algn="l">
              <a:defRPr sz="1500" b="1">
                <a:solidFill>
                  <a:srgbClr val="F2F5F4"/>
                </a:solidFill>
              </a:defRPr>
            </a:lvl3pPr>
            <a:lvl4pPr algn="l">
              <a:defRPr sz="1500" b="1">
                <a:solidFill>
                  <a:srgbClr val="F2F5F4"/>
                </a:solidFill>
              </a:defRPr>
            </a:lvl4pPr>
            <a:lvl5pPr algn="l">
              <a:defRPr sz="1500" b="1">
                <a:solidFill>
                  <a:srgbClr val="F2F5F4"/>
                </a:solidFill>
              </a:defRPr>
            </a:lvl5pPr>
            <a:lvl6pPr algn="l">
              <a:defRPr sz="1500" b="1">
                <a:solidFill>
                  <a:srgbClr val="F2F5F4"/>
                </a:solidFill>
              </a:defRPr>
            </a:lvl6pPr>
            <a:lvl7pPr algn="l">
              <a:defRPr sz="1500" b="1">
                <a:solidFill>
                  <a:srgbClr val="F2F5F4"/>
                </a:solidFill>
              </a:defRPr>
            </a:lvl7pPr>
            <a:lvl8pPr algn="l">
              <a:defRPr sz="1500" b="1">
                <a:solidFill>
                  <a:srgbClr val="F2F5F4"/>
                </a:solidFill>
              </a:defRPr>
            </a:lvl8pPr>
            <a:lvl9pPr algn="l">
              <a:defRPr sz="150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5F4"/>
                </a:solidFill>
              </a:defRPr>
            </a:pPr>
            <a:r>
              <a:rPr sz="1500" b="1">
                <a:solidFill>
                  <a:srgbClr val="F2F5F4"/>
                </a:solidFill>
              </a:rPr>
              <a:t>유연성 + 정신력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F7CD83-99CA-492E-8EF2-3B5024BF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0F1832-08C6-4D43-B70E-6494803B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38D6C4"/>
                </a:solidFill>
              </a:defRPr>
            </a:defPPr>
            <a:lvl1pPr algn="ctr">
              <a:defRPr sz="1500" b="1">
                <a:solidFill>
                  <a:srgbClr val="38D6C4"/>
                </a:solidFill>
              </a:defRPr>
            </a:lvl1pPr>
            <a:lvl2pPr algn="ctr">
              <a:defRPr sz="1500" b="1">
                <a:solidFill>
                  <a:srgbClr val="38D6C4"/>
                </a:solidFill>
              </a:defRPr>
            </a:lvl2pPr>
            <a:lvl3pPr algn="ctr">
              <a:defRPr sz="1500" b="1">
                <a:solidFill>
                  <a:srgbClr val="38D6C4"/>
                </a:solidFill>
              </a:defRPr>
            </a:lvl3pPr>
            <a:lvl4pPr algn="ctr">
              <a:defRPr sz="1500" b="1">
                <a:solidFill>
                  <a:srgbClr val="38D6C4"/>
                </a:solidFill>
              </a:defRPr>
            </a:lvl4pPr>
            <a:lvl5pPr algn="ctr">
              <a:defRPr sz="1500" b="1">
                <a:solidFill>
                  <a:srgbClr val="38D6C4"/>
                </a:solidFill>
              </a:defRPr>
            </a:lvl5pPr>
            <a:lvl6pPr algn="ctr">
              <a:defRPr sz="1500" b="1">
                <a:solidFill>
                  <a:srgbClr val="38D6C4"/>
                </a:solidFill>
              </a:defRPr>
            </a:lvl6pPr>
            <a:lvl7pPr algn="ctr">
              <a:defRPr sz="1500" b="1">
                <a:solidFill>
                  <a:srgbClr val="38D6C4"/>
                </a:solidFill>
              </a:defRPr>
            </a:lvl7pPr>
            <a:lvl8pPr algn="ctr">
              <a:defRPr sz="1500" b="1">
                <a:solidFill>
                  <a:srgbClr val="38D6C4"/>
                </a:solidFill>
              </a:defRPr>
            </a:lvl8pPr>
            <a:lvl9pPr algn="ctr">
              <a:defRPr sz="15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38D6C4"/>
                </a:solidFill>
              </a:defRPr>
            </a:pPr>
            <a:r>
              <a:rPr sz="1500" b="1">
                <a:solidFill>
                  <a:srgbClr val="38D6C4"/>
                </a:solidFill>
              </a:rPr>
              <a:t>판정 = 관련 능력치 2~3개 + 장비 + 정보 + 현재 상태</a:t>
            </a:r>
          </a:p>
        </p:txBody>
      </p:sp>
    </p:spTree>
    <p:extLst>
      <p:ext uri="{BB962C8B-B14F-4D97-AF65-F5344CB8AC3E}">
        <p14:creationId xmlns:p14="http://schemas.microsoft.com/office/powerpoint/2010/main" val="19790467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288EC-1EAB-4BD2-9B2E-0C3D3118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FF23F-C180-4E23-B4FA-DB767083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PERSONALITY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6FBD0-9BEC-4499-8228-2EC6C0DD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성격 시스템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C8979-3C83-494E-858A-9BE89335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5931A-7CAD-4362-9F8D-97E141EC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50B6D-2F04-4922-94AB-E81BBA1D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2F5F4"/>
                </a:solidFill>
              </a:defRPr>
            </a:defPPr>
            <a:lvl1pPr algn="l">
              <a:defRPr sz="2325" b="1">
                <a:solidFill>
                  <a:srgbClr val="F2F5F4"/>
                </a:solidFill>
              </a:defRPr>
            </a:lvl1pPr>
            <a:lvl2pPr algn="l">
              <a:defRPr sz="2325" b="1">
                <a:solidFill>
                  <a:srgbClr val="F2F5F4"/>
                </a:solidFill>
              </a:defRPr>
            </a:lvl2pPr>
            <a:lvl3pPr algn="l">
              <a:defRPr sz="2325" b="1">
                <a:solidFill>
                  <a:srgbClr val="F2F5F4"/>
                </a:solidFill>
              </a:defRPr>
            </a:lvl3pPr>
            <a:lvl4pPr algn="l">
              <a:defRPr sz="2325" b="1">
                <a:solidFill>
                  <a:srgbClr val="F2F5F4"/>
                </a:solidFill>
              </a:defRPr>
            </a:lvl4pPr>
            <a:lvl5pPr algn="l">
              <a:defRPr sz="2325" b="1">
                <a:solidFill>
                  <a:srgbClr val="F2F5F4"/>
                </a:solidFill>
              </a:defRPr>
            </a:lvl5pPr>
            <a:lvl6pPr algn="l">
              <a:defRPr sz="2325" b="1">
                <a:solidFill>
                  <a:srgbClr val="F2F5F4"/>
                </a:solidFill>
              </a:defRPr>
            </a:lvl6pPr>
            <a:lvl7pPr algn="l">
              <a:defRPr sz="2325" b="1">
                <a:solidFill>
                  <a:srgbClr val="F2F5F4"/>
                </a:solidFill>
              </a:defRPr>
            </a:lvl7pPr>
            <a:lvl8pPr algn="l">
              <a:defRPr sz="2325" b="1">
                <a:solidFill>
                  <a:srgbClr val="F2F5F4"/>
                </a:solidFill>
              </a:defRPr>
            </a:lvl8pPr>
            <a:lvl9pPr algn="l">
              <a:defRPr sz="23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2F5F4"/>
                </a:solidFill>
              </a:defRPr>
            </a:pPr>
            <a:r>
              <a:rPr sz="2325" b="1">
                <a:solidFill>
                  <a:srgbClr val="F2F5F4"/>
                </a:solidFill>
              </a:rPr>
              <a:t>캐릭터 생성 시 36개 중 5개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9BACC-6571-4333-B549-642218DE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각 키워드는 같은 총량의 능력치 보정을 제공하는 1차안이다.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A9BB7-3D08-4C62-AAB8-32E734DC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38D6C4"/>
                </a:solidFill>
              </a:defRPr>
            </a:defPPr>
            <a:lvl1pPr algn="l">
              <a:defRPr sz="1425" b="1">
                <a:solidFill>
                  <a:srgbClr val="38D6C4"/>
                </a:solidFill>
              </a:defRPr>
            </a:lvl1pPr>
            <a:lvl2pPr algn="l">
              <a:defRPr sz="1425" b="1">
                <a:solidFill>
                  <a:srgbClr val="38D6C4"/>
                </a:solidFill>
              </a:defRPr>
            </a:lvl2pPr>
            <a:lvl3pPr algn="l">
              <a:defRPr sz="1425" b="1">
                <a:solidFill>
                  <a:srgbClr val="38D6C4"/>
                </a:solidFill>
              </a:defRPr>
            </a:lvl3pPr>
            <a:lvl4pPr algn="l">
              <a:defRPr sz="1425" b="1">
                <a:solidFill>
                  <a:srgbClr val="38D6C4"/>
                </a:solidFill>
              </a:defRPr>
            </a:lvl4pPr>
            <a:lvl5pPr algn="l">
              <a:defRPr sz="1425" b="1">
                <a:solidFill>
                  <a:srgbClr val="38D6C4"/>
                </a:solidFill>
              </a:defRPr>
            </a:lvl5pPr>
            <a:lvl6pPr algn="l">
              <a:defRPr sz="1425" b="1">
                <a:solidFill>
                  <a:srgbClr val="38D6C4"/>
                </a:solidFill>
              </a:defRPr>
            </a:lvl6pPr>
            <a:lvl7pPr algn="l">
              <a:defRPr sz="1425" b="1">
                <a:solidFill>
                  <a:srgbClr val="38D6C4"/>
                </a:solidFill>
              </a:defRPr>
            </a:lvl7pPr>
            <a:lvl8pPr algn="l">
              <a:defRPr sz="1425" b="1">
                <a:solidFill>
                  <a:srgbClr val="38D6C4"/>
                </a:solidFill>
              </a:defRPr>
            </a:lvl8pPr>
            <a:lvl9pPr algn="l">
              <a:defRPr sz="142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8D6C4"/>
                </a:solidFill>
              </a:defRPr>
            </a:pPr>
            <a:r>
              <a:rPr sz="1425" b="1">
                <a:solidFill>
                  <a:srgbClr val="38D6C4"/>
                </a:solidFill>
              </a:rPr>
              <a:t>능력치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1B540-6BB9-45BF-A9E2-B08721B3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2F5F4"/>
                </a:solidFill>
              </a:defRPr>
            </a:defPPr>
            <a:lvl1pPr algn="l">
              <a:defRPr sz="1500" b="0">
                <a:solidFill>
                  <a:srgbClr val="F2F5F4"/>
                </a:solidFill>
              </a:defRPr>
            </a:lvl1pPr>
            <a:lvl2pPr algn="l">
              <a:defRPr sz="1500" b="0">
                <a:solidFill>
                  <a:srgbClr val="F2F5F4"/>
                </a:solidFill>
              </a:defRPr>
            </a:lvl2pPr>
            <a:lvl3pPr algn="l">
              <a:defRPr sz="1500" b="0">
                <a:solidFill>
                  <a:srgbClr val="F2F5F4"/>
                </a:solidFill>
              </a:defRPr>
            </a:lvl3pPr>
            <a:lvl4pPr algn="l">
              <a:defRPr sz="1500" b="0">
                <a:solidFill>
                  <a:srgbClr val="F2F5F4"/>
                </a:solidFill>
              </a:defRPr>
            </a:lvl4pPr>
            <a:lvl5pPr algn="l">
              <a:defRPr sz="1500" b="0">
                <a:solidFill>
                  <a:srgbClr val="F2F5F4"/>
                </a:solidFill>
              </a:defRPr>
            </a:lvl5pPr>
            <a:lvl6pPr algn="l">
              <a:defRPr sz="1500" b="0">
                <a:solidFill>
                  <a:srgbClr val="F2F5F4"/>
                </a:solidFill>
              </a:defRPr>
            </a:lvl6pPr>
            <a:lvl7pPr algn="l">
              <a:defRPr sz="1500" b="0">
                <a:solidFill>
                  <a:srgbClr val="F2F5F4"/>
                </a:solidFill>
              </a:defRPr>
            </a:lvl7pPr>
            <a:lvl8pPr algn="l">
              <a:defRPr sz="1500" b="0">
                <a:solidFill>
                  <a:srgbClr val="F2F5F4"/>
                </a:solidFill>
              </a:defRPr>
            </a:lvl8pPr>
            <a:lvl9pPr algn="l">
              <a:defRPr sz="150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F5F4"/>
                </a:solidFill>
              </a:defRPr>
            </a:pPr>
            <a:r>
              <a:rPr sz="1500" b="0">
                <a:solidFill>
                  <a:srgbClr val="F2F5F4"/>
                </a:solidFill>
              </a:rPr>
              <a:t>관련 기초 능력치에 +1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055E2-D37D-4633-89E4-94CF7B82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C724D-7720-415C-BDCA-2D6CA28A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38D6C4"/>
                </a:solidFill>
              </a:defRPr>
            </a:defPPr>
            <a:lvl1pPr algn="l">
              <a:defRPr sz="1425" b="1">
                <a:solidFill>
                  <a:srgbClr val="38D6C4"/>
                </a:solidFill>
              </a:defRPr>
            </a:lvl1pPr>
            <a:lvl2pPr algn="l">
              <a:defRPr sz="1425" b="1">
                <a:solidFill>
                  <a:srgbClr val="38D6C4"/>
                </a:solidFill>
              </a:defRPr>
            </a:lvl2pPr>
            <a:lvl3pPr algn="l">
              <a:defRPr sz="1425" b="1">
                <a:solidFill>
                  <a:srgbClr val="38D6C4"/>
                </a:solidFill>
              </a:defRPr>
            </a:lvl3pPr>
            <a:lvl4pPr algn="l">
              <a:defRPr sz="1425" b="1">
                <a:solidFill>
                  <a:srgbClr val="38D6C4"/>
                </a:solidFill>
              </a:defRPr>
            </a:lvl4pPr>
            <a:lvl5pPr algn="l">
              <a:defRPr sz="1425" b="1">
                <a:solidFill>
                  <a:srgbClr val="38D6C4"/>
                </a:solidFill>
              </a:defRPr>
            </a:lvl5pPr>
            <a:lvl6pPr algn="l">
              <a:defRPr sz="1425" b="1">
                <a:solidFill>
                  <a:srgbClr val="38D6C4"/>
                </a:solidFill>
              </a:defRPr>
            </a:lvl6pPr>
            <a:lvl7pPr algn="l">
              <a:defRPr sz="1425" b="1">
                <a:solidFill>
                  <a:srgbClr val="38D6C4"/>
                </a:solidFill>
              </a:defRPr>
            </a:lvl7pPr>
            <a:lvl8pPr algn="l">
              <a:defRPr sz="1425" b="1">
                <a:solidFill>
                  <a:srgbClr val="38D6C4"/>
                </a:solidFill>
              </a:defRPr>
            </a:lvl8pPr>
            <a:lvl9pPr algn="l">
              <a:defRPr sz="142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8D6C4"/>
                </a:solidFill>
              </a:defRPr>
            </a:pPr>
            <a:r>
              <a:rPr sz="1425" b="1">
                <a:solidFill>
                  <a:srgbClr val="38D6C4"/>
                </a:solidFill>
              </a:rPr>
              <a:t>자동 행동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FE194-CA63-40BD-940E-641DE891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2F5F4"/>
                </a:solidFill>
              </a:defRPr>
            </a:defPPr>
            <a:lvl1pPr algn="l">
              <a:defRPr sz="1500" b="0">
                <a:solidFill>
                  <a:srgbClr val="F2F5F4"/>
                </a:solidFill>
              </a:defRPr>
            </a:lvl1pPr>
            <a:lvl2pPr algn="l">
              <a:defRPr sz="1500" b="0">
                <a:solidFill>
                  <a:srgbClr val="F2F5F4"/>
                </a:solidFill>
              </a:defRPr>
            </a:lvl2pPr>
            <a:lvl3pPr algn="l">
              <a:defRPr sz="1500" b="0">
                <a:solidFill>
                  <a:srgbClr val="F2F5F4"/>
                </a:solidFill>
              </a:defRPr>
            </a:lvl3pPr>
            <a:lvl4pPr algn="l">
              <a:defRPr sz="1500" b="0">
                <a:solidFill>
                  <a:srgbClr val="F2F5F4"/>
                </a:solidFill>
              </a:defRPr>
            </a:lvl4pPr>
            <a:lvl5pPr algn="l">
              <a:defRPr sz="1500" b="0">
                <a:solidFill>
                  <a:srgbClr val="F2F5F4"/>
                </a:solidFill>
              </a:defRPr>
            </a:lvl5pPr>
            <a:lvl6pPr algn="l">
              <a:defRPr sz="1500" b="0">
                <a:solidFill>
                  <a:srgbClr val="F2F5F4"/>
                </a:solidFill>
              </a:defRPr>
            </a:lvl6pPr>
            <a:lvl7pPr algn="l">
              <a:defRPr sz="1500" b="0">
                <a:solidFill>
                  <a:srgbClr val="F2F5F4"/>
                </a:solidFill>
              </a:defRPr>
            </a:lvl7pPr>
            <a:lvl8pPr algn="l">
              <a:defRPr sz="1500" b="0">
                <a:solidFill>
                  <a:srgbClr val="F2F5F4"/>
                </a:solidFill>
              </a:defRPr>
            </a:lvl8pPr>
            <a:lvl9pPr algn="l">
              <a:defRPr sz="150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F5F4"/>
                </a:solidFill>
              </a:defRPr>
            </a:pPr>
            <a:r>
              <a:rPr sz="1500" b="0">
                <a:solidFill>
                  <a:srgbClr val="F2F5F4"/>
                </a:solidFill>
              </a:rPr>
              <a:t>사건에서 선택할 행동의 가중치 변화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9AB39-BBF1-4A26-83FA-F39B230A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45FDC-D283-4374-AE2C-BAADD81C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38D6C4"/>
                </a:solidFill>
              </a:defRPr>
            </a:defPPr>
            <a:lvl1pPr algn="l">
              <a:defRPr sz="1425" b="1">
                <a:solidFill>
                  <a:srgbClr val="38D6C4"/>
                </a:solidFill>
              </a:defRPr>
            </a:lvl1pPr>
            <a:lvl2pPr algn="l">
              <a:defRPr sz="1425" b="1">
                <a:solidFill>
                  <a:srgbClr val="38D6C4"/>
                </a:solidFill>
              </a:defRPr>
            </a:lvl2pPr>
            <a:lvl3pPr algn="l">
              <a:defRPr sz="1425" b="1">
                <a:solidFill>
                  <a:srgbClr val="38D6C4"/>
                </a:solidFill>
              </a:defRPr>
            </a:lvl3pPr>
            <a:lvl4pPr algn="l">
              <a:defRPr sz="1425" b="1">
                <a:solidFill>
                  <a:srgbClr val="38D6C4"/>
                </a:solidFill>
              </a:defRPr>
            </a:lvl4pPr>
            <a:lvl5pPr algn="l">
              <a:defRPr sz="1425" b="1">
                <a:solidFill>
                  <a:srgbClr val="38D6C4"/>
                </a:solidFill>
              </a:defRPr>
            </a:lvl5pPr>
            <a:lvl6pPr algn="l">
              <a:defRPr sz="1425" b="1">
                <a:solidFill>
                  <a:srgbClr val="38D6C4"/>
                </a:solidFill>
              </a:defRPr>
            </a:lvl6pPr>
            <a:lvl7pPr algn="l">
              <a:defRPr sz="1425" b="1">
                <a:solidFill>
                  <a:srgbClr val="38D6C4"/>
                </a:solidFill>
              </a:defRPr>
            </a:lvl7pPr>
            <a:lvl8pPr algn="l">
              <a:defRPr sz="1425" b="1">
                <a:solidFill>
                  <a:srgbClr val="38D6C4"/>
                </a:solidFill>
              </a:defRPr>
            </a:lvl8pPr>
            <a:lvl9pPr algn="l">
              <a:defRPr sz="142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8D6C4"/>
                </a:solidFill>
              </a:defRPr>
            </a:pPr>
            <a:r>
              <a:rPr sz="1425" b="1">
                <a:solidFill>
                  <a:srgbClr val="38D6C4"/>
                </a:solidFill>
              </a:rPr>
              <a:t>문장 표현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0474E-0492-4585-8DCC-C1A2F081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576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2F5F4"/>
                </a:solidFill>
              </a:defRPr>
            </a:defPPr>
            <a:lvl1pPr algn="l">
              <a:defRPr sz="1500" b="0">
                <a:solidFill>
                  <a:srgbClr val="F2F5F4"/>
                </a:solidFill>
              </a:defRPr>
            </a:lvl1pPr>
            <a:lvl2pPr algn="l">
              <a:defRPr sz="1500" b="0">
                <a:solidFill>
                  <a:srgbClr val="F2F5F4"/>
                </a:solidFill>
              </a:defRPr>
            </a:lvl2pPr>
            <a:lvl3pPr algn="l">
              <a:defRPr sz="1500" b="0">
                <a:solidFill>
                  <a:srgbClr val="F2F5F4"/>
                </a:solidFill>
              </a:defRPr>
            </a:lvl3pPr>
            <a:lvl4pPr algn="l">
              <a:defRPr sz="1500" b="0">
                <a:solidFill>
                  <a:srgbClr val="F2F5F4"/>
                </a:solidFill>
              </a:defRPr>
            </a:lvl4pPr>
            <a:lvl5pPr algn="l">
              <a:defRPr sz="1500" b="0">
                <a:solidFill>
                  <a:srgbClr val="F2F5F4"/>
                </a:solidFill>
              </a:defRPr>
            </a:lvl5pPr>
            <a:lvl6pPr algn="l">
              <a:defRPr sz="1500" b="0">
                <a:solidFill>
                  <a:srgbClr val="F2F5F4"/>
                </a:solidFill>
              </a:defRPr>
            </a:lvl6pPr>
            <a:lvl7pPr algn="l">
              <a:defRPr sz="1500" b="0">
                <a:solidFill>
                  <a:srgbClr val="F2F5F4"/>
                </a:solidFill>
              </a:defRPr>
            </a:lvl7pPr>
            <a:lvl8pPr algn="l">
              <a:defRPr sz="1500" b="0">
                <a:solidFill>
                  <a:srgbClr val="F2F5F4"/>
                </a:solidFill>
              </a:defRPr>
            </a:lvl8pPr>
            <a:lvl9pPr algn="l">
              <a:defRPr sz="150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F5F4"/>
                </a:solidFill>
              </a:defRPr>
            </a:pPr>
            <a:r>
              <a:rPr sz="1500" b="0">
                <a:solidFill>
                  <a:srgbClr val="F2F5F4"/>
                </a:solidFill>
              </a:rPr>
              <a:t>같은 사건의 태도·대사·행동 묘사 변화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2D754-3FBE-4665-BDC3-B38F6DEF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3AC88-E769-4E7A-8F4F-BF5783CC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38D6C4"/>
                </a:solidFill>
              </a:defRPr>
            </a:defPPr>
            <a:lvl1pPr algn="l">
              <a:defRPr sz="1425" b="1">
                <a:solidFill>
                  <a:srgbClr val="38D6C4"/>
                </a:solidFill>
              </a:defRPr>
            </a:lvl1pPr>
            <a:lvl2pPr algn="l">
              <a:defRPr sz="1425" b="1">
                <a:solidFill>
                  <a:srgbClr val="38D6C4"/>
                </a:solidFill>
              </a:defRPr>
            </a:lvl2pPr>
            <a:lvl3pPr algn="l">
              <a:defRPr sz="1425" b="1">
                <a:solidFill>
                  <a:srgbClr val="38D6C4"/>
                </a:solidFill>
              </a:defRPr>
            </a:lvl3pPr>
            <a:lvl4pPr algn="l">
              <a:defRPr sz="1425" b="1">
                <a:solidFill>
                  <a:srgbClr val="38D6C4"/>
                </a:solidFill>
              </a:defRPr>
            </a:lvl4pPr>
            <a:lvl5pPr algn="l">
              <a:defRPr sz="1425" b="1">
                <a:solidFill>
                  <a:srgbClr val="38D6C4"/>
                </a:solidFill>
              </a:defRPr>
            </a:lvl5pPr>
            <a:lvl6pPr algn="l">
              <a:defRPr sz="1425" b="1">
                <a:solidFill>
                  <a:srgbClr val="38D6C4"/>
                </a:solidFill>
              </a:defRPr>
            </a:lvl6pPr>
            <a:lvl7pPr algn="l">
              <a:defRPr sz="1425" b="1">
                <a:solidFill>
                  <a:srgbClr val="38D6C4"/>
                </a:solidFill>
              </a:defRPr>
            </a:lvl7pPr>
            <a:lvl8pPr algn="l">
              <a:defRPr sz="1425" b="1">
                <a:solidFill>
                  <a:srgbClr val="38D6C4"/>
                </a:solidFill>
              </a:defRPr>
            </a:lvl8pPr>
            <a:lvl9pPr algn="l">
              <a:defRPr sz="142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8D6C4"/>
                </a:solidFill>
              </a:defRPr>
            </a:pPr>
            <a:r>
              <a:rPr sz="1425" b="1">
                <a:solidFill>
                  <a:srgbClr val="38D6C4"/>
                </a:solidFill>
              </a:rPr>
              <a:t>대인 반응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ABF3E-715B-470F-9A79-56249BFD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244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2F5F4"/>
                </a:solidFill>
              </a:defRPr>
            </a:defPPr>
            <a:lvl1pPr algn="l">
              <a:defRPr sz="1500" b="0">
                <a:solidFill>
                  <a:srgbClr val="F2F5F4"/>
                </a:solidFill>
              </a:defRPr>
            </a:lvl1pPr>
            <a:lvl2pPr algn="l">
              <a:defRPr sz="1500" b="0">
                <a:solidFill>
                  <a:srgbClr val="F2F5F4"/>
                </a:solidFill>
              </a:defRPr>
            </a:lvl2pPr>
            <a:lvl3pPr algn="l">
              <a:defRPr sz="1500" b="0">
                <a:solidFill>
                  <a:srgbClr val="F2F5F4"/>
                </a:solidFill>
              </a:defRPr>
            </a:lvl3pPr>
            <a:lvl4pPr algn="l">
              <a:defRPr sz="1500" b="0">
                <a:solidFill>
                  <a:srgbClr val="F2F5F4"/>
                </a:solidFill>
              </a:defRPr>
            </a:lvl4pPr>
            <a:lvl5pPr algn="l">
              <a:defRPr sz="1500" b="0">
                <a:solidFill>
                  <a:srgbClr val="F2F5F4"/>
                </a:solidFill>
              </a:defRPr>
            </a:lvl5pPr>
            <a:lvl6pPr algn="l">
              <a:defRPr sz="1500" b="0">
                <a:solidFill>
                  <a:srgbClr val="F2F5F4"/>
                </a:solidFill>
              </a:defRPr>
            </a:lvl6pPr>
            <a:lvl7pPr algn="l">
              <a:defRPr sz="1500" b="0">
                <a:solidFill>
                  <a:srgbClr val="F2F5F4"/>
                </a:solidFill>
              </a:defRPr>
            </a:lvl7pPr>
            <a:lvl8pPr algn="l">
              <a:defRPr sz="1500" b="0">
                <a:solidFill>
                  <a:srgbClr val="F2F5F4"/>
                </a:solidFill>
              </a:defRPr>
            </a:lvl8pPr>
            <a:lvl9pPr algn="l">
              <a:defRPr sz="150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F5F4"/>
                </a:solidFill>
              </a:defRPr>
            </a:pPr>
            <a:r>
              <a:rPr sz="1500" b="0">
                <a:solidFill>
                  <a:srgbClr val="F2F5F4"/>
                </a:solidFill>
              </a:rPr>
              <a:t>상대의 성격과 관계 기록을 함께 참조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ACBA6-26E8-4FB3-885E-2F9EFE2D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725DAB-0400-4A82-8E44-2A8BA9D9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E9C46A"/>
                </a:solidFill>
              </a:defRPr>
            </a:defPPr>
            <a:lvl1pPr algn="ctr">
              <a:defRPr sz="1500" b="1">
                <a:solidFill>
                  <a:srgbClr val="E9C46A"/>
                </a:solidFill>
              </a:defRPr>
            </a:lvl1pPr>
            <a:lvl2pPr algn="ctr">
              <a:defRPr sz="1500" b="1">
                <a:solidFill>
                  <a:srgbClr val="E9C46A"/>
                </a:solidFill>
              </a:defRPr>
            </a:lvl2pPr>
            <a:lvl3pPr algn="ctr">
              <a:defRPr sz="1500" b="1">
                <a:solidFill>
                  <a:srgbClr val="E9C46A"/>
                </a:solidFill>
              </a:defRPr>
            </a:lvl3pPr>
            <a:lvl4pPr algn="ctr">
              <a:defRPr sz="1500" b="1">
                <a:solidFill>
                  <a:srgbClr val="E9C46A"/>
                </a:solidFill>
              </a:defRPr>
            </a:lvl4pPr>
            <a:lvl5pPr algn="ctr">
              <a:defRPr sz="1500" b="1">
                <a:solidFill>
                  <a:srgbClr val="E9C46A"/>
                </a:solidFill>
              </a:defRPr>
            </a:lvl5pPr>
            <a:lvl6pPr algn="ctr">
              <a:defRPr sz="1500" b="1">
                <a:solidFill>
                  <a:srgbClr val="E9C46A"/>
                </a:solidFill>
              </a:defRPr>
            </a:lvl6pPr>
            <a:lvl7pPr algn="ctr">
              <a:defRPr sz="1500" b="1">
                <a:solidFill>
                  <a:srgbClr val="E9C46A"/>
                </a:solidFill>
              </a:defRPr>
            </a:lvl7pPr>
            <a:lvl8pPr algn="ctr">
              <a:defRPr sz="1500" b="1">
                <a:solidFill>
                  <a:srgbClr val="E9C46A"/>
                </a:solidFill>
              </a:defRPr>
            </a:lvl8pPr>
            <a:lvl9pPr algn="ctr">
              <a:defRPr sz="1500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E9C46A"/>
                </a:solidFill>
              </a:defRPr>
            </a:pPr>
            <a:r>
              <a:rPr sz="1500" b="1">
                <a:solidFill>
                  <a:srgbClr val="E9C46A"/>
                </a:solidFill>
              </a:rPr>
              <a:t>플레이어의 사전 방침이 행동 범위를 정하고, 성격은 범위 안에서 구체 행동을 선택한다.</a:t>
            </a:r>
          </a:p>
        </p:txBody>
      </p:sp>
    </p:spTree>
    <p:extLst>
      <p:ext uri="{BB962C8B-B14F-4D97-AF65-F5344CB8AC3E}">
        <p14:creationId xmlns:p14="http://schemas.microsoft.com/office/powerpoint/2010/main" val="4265701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A68960-F0F0-47D5-B8CF-664A2515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4A438-1567-4DBB-AC7E-618332BA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PERSONALITY KEYWORDS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EEAEE-3018-4619-9871-CEEE9C99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성격 키워드 1/3 · 관계와 돌봄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8A0BD-282F-40A2-B057-F1F7D363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71CFF-7042-4FEC-BD59-071B8E42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85518-4E37-4036-8A38-44776C16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이타적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98F3E-55A5-44FF-89EB-5E71DF9C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478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용기 +1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04817-26DD-4414-9A29-E948C5E6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478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부상자와 약자를 먼저 돕는다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F1DD9-0434-4F03-B75F-D890A1D1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84A29-E1D6-4EF6-A113-F1783F51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용감한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1A838-4EFD-4CCB-A311-4F94AE01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478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용기 +1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35103-18DE-41D0-96AF-7A0EBAC7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위험한 선행 행동을 자원한다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98888-F4BB-4C00-B489-D11A42F4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28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E9C12-9B5A-4179-9D9E-5C3824CE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협조적인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31833-9B31-475B-8CD8-95570A91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지능 +1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4F41F-365C-4BED-86D9-4A4889C9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479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팀의 계획과 역할 분담을 따른다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96D486-4DCF-4049-A4E7-D533AB36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2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C98E6-15E6-4220-9DB4-A9F38FCC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충성스러운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4ADFC-C9DE-4ED3-BA36-AF7946BF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479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정신력 +1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D205E-26ED-4C66-BCE9-2A4364B1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신뢰하는 대원을 쉽게 버리지 않는다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5E520-73F6-4F0E-863A-3D82172C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24F63-3368-412C-B5ED-6970ED38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사교적인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8C11B-4C12-439E-AF46-3AB431DF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행운 +1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D1FF17-F174-4C71-802A-BCDE09C6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먼저 말을 걸고 긴장을 낮춘다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243CA-5219-41B2-A9C3-1BAA41F9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FC507-AF1A-4C1E-ACA7-4BA09E31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공감적인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A9D0A3-5E01-4FA9-93BF-10034AC5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48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지능 +1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F0A3A5-E465-4594-9093-8FF4EE90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480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상대의 불안과 의도를 빠르게 읽는다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F8669B-3259-49F5-B915-B59B5E4E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30F332-761F-46CE-BEE2-7FF35749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보호적인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9BE70F-884C-4E23-B3F6-89C11CE8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48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근력 +1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6DB98F-AA8B-425C-BB07-7249C591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81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위험과 동료 사이에 선다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AD2A04-4877-43B7-8F57-40525622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291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E621A7-7BDD-48E1-A2F0-FE7940CC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자기희생적인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E0E971-8881-40A3-AC2F-14A2E5BB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481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지구력 +1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F68240-5079-434D-9C5F-EF556C27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481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본인의 자원을 써서 타인을 살린다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662880-ECB6-4A43-83DB-2A8D893B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5E33F8-E6E1-4EB0-A76F-4FACDBC9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유머러스한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27E073-E1DD-4C67-8830-F381DF86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48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행운 +1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36DA5B-7893-4F69-94F0-32856281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공포 상황에서 농담으로 분위기를 바꾼다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EC7D05-EE2B-463D-B229-B6C260F4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1C7777-9ED9-467B-AEE3-AFAFB0BA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낙관적인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6B8866-57FB-463B-9524-9202FF6C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482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정신력 +1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33695B-6B86-4B4F-AE63-7DF21D50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실패 뒤에도 전진 가능성을 찾는다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ABF31B-D0B0-43A8-AC75-23416200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F06419-1D23-4DEA-A430-EF360C77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인내심 있는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EC9D12-E709-4F62-88C3-CD0D3484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48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지구력 +1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7BAC5A-9A29-4AB6-A2D3-4BD424D3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느린 절차와 대기를 견딘다</a:t>
            </a:r>
          </a:p>
        </p:txBody>
      </p:sp>
    </p:spTree>
    <p:extLst>
      <p:ext uri="{BB962C8B-B14F-4D97-AF65-F5344CB8AC3E}">
        <p14:creationId xmlns:p14="http://schemas.microsoft.com/office/powerpoint/2010/main" val="3862456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119FB2-B5C0-48CC-9DA1-8CC5A626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91F8F-4505-4E9D-92BE-304E4594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PERSONALITY KEYWORDS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8FADA-CC69-45C1-97F1-D40FEB12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성격 키워드 2/3 · 판단과 통제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5ED98-5E76-414C-A954-57D9C542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035CC-12F6-40D8-A1B9-7EFF37BF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69BEE-DBAF-4D50-BC42-20736D20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신중한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8AB59-11B9-4301-AC10-2140AB7A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478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지능 +1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CD029-1539-4909-9189-156D54DC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478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위험 전 장비와 탈출로를 확인한다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A59CD-3F50-4967-AF14-D807C1FC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22DA0-6419-4358-B111-F0681FC7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경계심 많은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990FB-4C9E-489E-8FE5-1507FC41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478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민첩성 +1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E529D-AA82-45E8-A462-0FA81C15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작은 변화와 매복 징후에 반응한다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24EC5-06F9-4E05-AC2D-89ED44A0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28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77BB0-A8ED-4A12-BD45-5765DD13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호기심 많은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CF34A-B9C0-4BA9-BC82-9F94F97B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행운 +1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874D3-E86F-46B5-A560-7D7690B2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479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불명확한 현상을 가까이 조사한다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1B11F-B8BA-4413-83E1-1AAF49E9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2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8A589-F461-4A85-8AAD-0AD50A5F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분석적인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B7186-D061-40A9-9F98-3BE7C44D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479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지능 +1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3477D-AA6B-41DE-81BD-DDE42942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기록과 규칙의 모순을 비교한다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4A6BD-7F68-4A71-B7EC-AB1816B0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74AFB-0565-4798-B60A-B8D4D673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임기응변에 강한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7C719E-CA5C-426F-812D-F6BE9B56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유연성 +1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B09D49-DFA4-47CC-8D9F-52DB2412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계획이 깨지면 대체 행동을 만든다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D3FEF-451B-4797-99DE-2B9650EA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AEB148-7F2E-4046-BB06-A6086804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교활한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7B6644-1F18-4A17-B8B6-27859D1B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48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교활함 +1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E72933-431A-43E6-B8B7-43473288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480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상대와 현상을 속여 유리한 결과를 만든다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E223B5-08A6-4EEE-8B66-A82E7E6A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101335-B99F-4927-9EC7-56FFE425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의심 많은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60BFA2-44D2-4369-AAB0-906970E5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48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정신력 +1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D032CA-E73F-4B8D-B553-E1CD0985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81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정보와 타인의 말을 바로 믿지 않는다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23AB92-BAAC-4AC7-99C2-63742003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291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CC26FB-CDA6-4EA2-93B6-BE2BE8B9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냉정한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98BC8E-E26D-4579-AAD9-7054840E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481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정신력 +1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56B472-1336-47B5-B09F-B1405F0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481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관계보다 생존 확률을 우선한다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3F7D97-361C-42C6-948C-9ABDBCC6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171A95-EA82-4C79-A13A-47CB1009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꼼꼼한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5AD709-AA99-4ECB-8DB4-1048AD96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48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균형감각 +1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631F1B-D665-4EB1-BC59-81BCE55E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절차와 소지품을 반복 확인한다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8318C0-EFF1-41FF-A459-DE2CBDCF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70F214-2510-41BF-A11C-9FBE19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질서정연한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276F42-DD48-4C0F-AEC2-E2A7D2E5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482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지능 +1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AE9CEB-D4F9-40E1-BB42-080A5DDF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대열과 자원 분배를 정리한다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7B1725-DF36-4FF4-AC64-CD295415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8D816C-B335-4F3D-811B-A62A01BB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적응력 있는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2DED40-F64D-476A-9C42-E2F6F059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48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유연성 +1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6027A7-1B20-432D-B94E-9E9570C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새 규칙에 빠르게 행동을 맞춘다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5C59B2-7712-4573-A824-17E7F041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922F8F-E0CD-4224-9A76-E00ED620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규율적인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7EFED0-C96F-4A01-98DE-2BF581CF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지구력 +1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1B32BD-21A8-47EB-B470-69DF4C50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483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합의한 방침을 끝까지 지킨다</a:t>
            </a:r>
          </a:p>
        </p:txBody>
      </p:sp>
    </p:spTree>
    <p:extLst>
      <p:ext uri="{BB962C8B-B14F-4D97-AF65-F5344CB8AC3E}">
        <p14:creationId xmlns:p14="http://schemas.microsoft.com/office/powerpoint/2010/main" val="1267723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BA8D3D-991F-417C-87DB-BC7D5CA6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748D5-F4C3-4B54-992A-EBFD4A53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PERSONALITY KEYWORDS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9ECF7-104B-41B0-9778-861377D3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성격 키워드 3/3 · 욕망과 독립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562A9-7BFD-4FA3-925C-DC888BA4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13258-CC6A-435F-9BCE-89A22176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43895-E1BF-436A-959A-6A30AEF9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야심찬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91755-869B-4850-AF10-797B95FF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47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용기 +1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EC065-1929-47F7-ABB1-15AB7D99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47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높은 성과와 깊은 단계 진입을 원한다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DA63D-5666-4589-BD38-A671CF17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66A98-5DDB-4667-9AD9-9EAA6AA7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경쟁적인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7B374-C0B2-4780-82C6-5247A0B1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28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민첩성 +1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0B8A0-8BF7-4DEF-A0EA-8E575B75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28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기여도와 전리품에서 앞서려 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69B29-E1B3-4321-A5D4-CEC0C74E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5C7BC-FBFE-49D9-BB5C-A01E9F7D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직설적인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F9EBB-99A5-4B4B-B6D3-211FD18C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09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근력 +1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86C7B-7B8E-4677-B8D1-C4556508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9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의심과 반대를 숨기지 않고 말한다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A28F7-0AC0-47D5-B43C-75343CD1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0DA06-0D6A-44EA-A9D2-6F2F05D9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충동적인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2C1E5C-C72B-4E1C-8F9C-290DE897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90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민첩성 +1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4FBF84-9634-4AF0-A0CB-7DD9F199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90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확인보다 행동을 먼저 시작한다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4EA9C-6D16-4194-A5DE-A9DD3A7D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E710FD-5E5C-40A4-BD45-ED8C951E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집요한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AC66F-2CB6-4450-9342-B4955197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71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지구력 +1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D2F337-235C-46FC-B53E-EB97BFBC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실패한 시도를 다른 방식으로 반복한다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D733B-0F06-4B19-B079-C05FBD3E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A13059-D6BF-4CAF-9C5E-0783F78E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비관적인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3D4838-F930-4645-8B32-67885C1B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정신력 +1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939585-7893-45A1-BD48-E3B8D7CE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최악의 경우를 가정해 철수를 준비한다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5A3BBA-FA87-4B32-B359-6FBC0258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8763F-6200-4F55-A76F-C56CA771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탐욕스러운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7D19E9-47D7-4C40-9493-67E20F52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33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교활함 +1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6CF4EE-22C9-4FF3-BA18-E9DC033B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가치 높은 물건을 우선 확보한다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2C3E13-A6C4-40B3-BC91-18A4076B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988926-3085-486B-BC4C-346C4B69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검소한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1E5BE1-8AB2-415A-B520-197431F5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14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지능 +1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970689-1F62-4196-8710-3BE7C634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소모품 사용과 손실을 최소화한다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311F2A-1018-4439-A3D8-2E2587EA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31884E-F749-4F09-BBC3-072F61DF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수집광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772EAC-C22B-4D4C-B531-0A535773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95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행운 +1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47E5B5-D860-4749-9BB4-3256DD3F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쓸모가 불명확한 물건도 챙긴다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F06E66-A9D7-46EF-A9E9-9464CFC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45E76C-941D-4B14-8192-D8EA5B66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독립적인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04C5DA-8740-4B33-953C-9EC9CF11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76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용기 +1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AEF8E3-DFD7-4922-BF97-6853F841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76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동료 승인 없이 스스로 판단한다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7A0374-FB45-4CE5-BD2B-06699A72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216640-3E6D-4C23-918F-C38EB59F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반항적인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64275E-64BC-4931-B4F7-9EBEB6C2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교활함 +1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DD5CFC-17D3-408C-9033-C15DAF41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57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명령과 다수 의견에 다른 선택을 낸다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4C8A6F-F767-46F7-AEA4-1DC586C4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0CA376-9C47-42C3-88CE-FBD22A1B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비밀스러운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36E992-C3E1-4E28-A10C-32C53E3C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38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교활함 +1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90C3AD-7742-4244-9B41-DE891014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638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발견과 감정을 늦게 공유한다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9F41BB-4B72-4ABF-94FB-8984CD02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E91A69-BE63-4E7A-AB97-E4D53A5E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2F5F4"/>
                </a:solidFill>
              </a:defRPr>
            </a:defPPr>
            <a:lvl1pPr algn="l">
              <a:defRPr sz="1425" b="1">
                <a:solidFill>
                  <a:srgbClr val="F2F5F4"/>
                </a:solidFill>
              </a:defRPr>
            </a:lvl1pPr>
            <a:lvl2pPr algn="l">
              <a:defRPr sz="1425" b="1">
                <a:solidFill>
                  <a:srgbClr val="F2F5F4"/>
                </a:solidFill>
              </a:defRPr>
            </a:lvl2pPr>
            <a:lvl3pPr algn="l">
              <a:defRPr sz="1425" b="1">
                <a:solidFill>
                  <a:srgbClr val="F2F5F4"/>
                </a:solidFill>
              </a:defRPr>
            </a:lvl3pPr>
            <a:lvl4pPr algn="l">
              <a:defRPr sz="1425" b="1">
                <a:solidFill>
                  <a:srgbClr val="F2F5F4"/>
                </a:solidFill>
              </a:defRPr>
            </a:lvl4pPr>
            <a:lvl5pPr algn="l">
              <a:defRPr sz="1425" b="1">
                <a:solidFill>
                  <a:srgbClr val="F2F5F4"/>
                </a:solidFill>
              </a:defRPr>
            </a:lvl5pPr>
            <a:lvl6pPr algn="l">
              <a:defRPr sz="1425" b="1">
                <a:solidFill>
                  <a:srgbClr val="F2F5F4"/>
                </a:solidFill>
              </a:defRPr>
            </a:lvl6pPr>
            <a:lvl7pPr algn="l">
              <a:defRPr sz="1425" b="1">
                <a:solidFill>
                  <a:srgbClr val="F2F5F4"/>
                </a:solidFill>
              </a:defRPr>
            </a:lvl7pPr>
            <a:lvl8pPr algn="l">
              <a:defRPr sz="1425" b="1">
                <a:solidFill>
                  <a:srgbClr val="F2F5F4"/>
                </a:solidFill>
              </a:defRPr>
            </a:lvl8pPr>
            <a:lvl9pPr algn="l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미신적인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5F4B76-0E86-44F1-BCAA-2F97B7B3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019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행운 +1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07FF41-C992-43E6-BE92-4E9B4439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19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징조와 개인 의식을 판단에 반영한다</a:t>
            </a:r>
          </a:p>
        </p:txBody>
      </p:sp>
    </p:spTree>
    <p:extLst>
      <p:ext uri="{BB962C8B-B14F-4D97-AF65-F5344CB8AC3E}">
        <p14:creationId xmlns:p14="http://schemas.microsoft.com/office/powerpoint/2010/main" val="10487768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370F0-0C02-479D-B46B-41767F13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49124-3F36-4D4F-982D-471A8AE3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AUTONOMOUS NARRATIVE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F7237-7C93-483F-8DC5-1C4995E9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자동 탐사 씬과 관계 변화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61EF5-47D9-44FC-8F91-D0928041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F4C0E-3AC5-4F0C-A068-E2CD8472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4689D-94F3-4A6C-8321-1CEBBA79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상황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D81DB-21FC-4F89-9931-D4DA0A27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668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2F5F4"/>
                </a:solidFill>
              </a:defRPr>
            </a:defPPr>
            <a:lvl1pPr algn="l">
              <a:defRPr sz="1575" b="0">
                <a:solidFill>
                  <a:srgbClr val="F2F5F4"/>
                </a:solidFill>
              </a:defRPr>
            </a:lvl1pPr>
            <a:lvl2pPr algn="l">
              <a:defRPr sz="1575" b="0">
                <a:solidFill>
                  <a:srgbClr val="F2F5F4"/>
                </a:solidFill>
              </a:defRPr>
            </a:lvl2pPr>
            <a:lvl3pPr algn="l">
              <a:defRPr sz="1575" b="0">
                <a:solidFill>
                  <a:srgbClr val="F2F5F4"/>
                </a:solidFill>
              </a:defRPr>
            </a:lvl3pPr>
            <a:lvl4pPr algn="l">
              <a:defRPr sz="1575" b="0">
                <a:solidFill>
                  <a:srgbClr val="F2F5F4"/>
                </a:solidFill>
              </a:defRPr>
            </a:lvl4pPr>
            <a:lvl5pPr algn="l">
              <a:defRPr sz="1575" b="0">
                <a:solidFill>
                  <a:srgbClr val="F2F5F4"/>
                </a:solidFill>
              </a:defRPr>
            </a:lvl5pPr>
            <a:lvl6pPr algn="l">
              <a:defRPr sz="1575" b="0">
                <a:solidFill>
                  <a:srgbClr val="F2F5F4"/>
                </a:solidFill>
              </a:defRPr>
            </a:lvl6pPr>
            <a:lvl7pPr algn="l">
              <a:defRPr sz="1575" b="0">
                <a:solidFill>
                  <a:srgbClr val="F2F5F4"/>
                </a:solidFill>
              </a:defRPr>
            </a:lvl7pPr>
            <a:lvl8pPr algn="l">
              <a:defRPr sz="1575" b="0">
                <a:solidFill>
                  <a:srgbClr val="F2F5F4"/>
                </a:solidFill>
              </a:defRPr>
            </a:lvl8pPr>
            <a:lvl9pPr algn="l">
              <a:defRPr sz="157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F5F4"/>
                </a:solidFill>
              </a:defRPr>
            </a:pPr>
            <a:r>
              <a:rPr sz="1575" b="0">
                <a:solidFill>
                  <a:srgbClr val="F2F5F4"/>
                </a:solidFill>
              </a:rPr>
              <a:t>관찰 사각에서 동료 한 명이 사라지기 시작한다.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6D8EA-98BF-4CFA-A8B9-E4D4BE54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94208-C38E-4465-9728-94E3DE86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479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9C46A"/>
                </a:solidFill>
              </a:defRPr>
            </a:defPPr>
            <a:lvl1pPr algn="l">
              <a:defRPr sz="1350" b="1">
                <a:solidFill>
                  <a:srgbClr val="E9C46A"/>
                </a:solidFill>
              </a:defRPr>
            </a:lvl1pPr>
            <a:lvl2pPr algn="l">
              <a:defRPr sz="1350" b="1">
                <a:solidFill>
                  <a:srgbClr val="E9C46A"/>
                </a:solidFill>
              </a:defRPr>
            </a:lvl2pPr>
            <a:lvl3pPr algn="l">
              <a:defRPr sz="1350" b="1">
                <a:solidFill>
                  <a:srgbClr val="E9C46A"/>
                </a:solidFill>
              </a:defRPr>
            </a:lvl3pPr>
            <a:lvl4pPr algn="l">
              <a:defRPr sz="1350" b="1">
                <a:solidFill>
                  <a:srgbClr val="E9C46A"/>
                </a:solidFill>
              </a:defRPr>
            </a:lvl4pPr>
            <a:lvl5pPr algn="l">
              <a:defRPr sz="1350" b="1">
                <a:solidFill>
                  <a:srgbClr val="E9C46A"/>
                </a:solidFill>
              </a:defRPr>
            </a:lvl5pPr>
            <a:lvl6pPr algn="l">
              <a:defRPr sz="1350" b="1">
                <a:solidFill>
                  <a:srgbClr val="E9C46A"/>
                </a:solidFill>
              </a:defRPr>
            </a:lvl6pPr>
            <a:lvl7pPr algn="l">
              <a:defRPr sz="1350" b="1">
                <a:solidFill>
                  <a:srgbClr val="E9C46A"/>
                </a:solidFill>
              </a:defRPr>
            </a:lvl7pPr>
            <a:lvl8pPr algn="l">
              <a:defRPr sz="1350" b="1">
                <a:solidFill>
                  <a:srgbClr val="E9C46A"/>
                </a:solidFill>
              </a:defRPr>
            </a:lvl8pPr>
            <a:lvl9pPr algn="l">
              <a:defRPr sz="1350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9C46A"/>
                </a:solidFill>
              </a:defRPr>
            </a:pPr>
            <a:r>
              <a:rPr sz="1350" b="1">
                <a:solidFill>
                  <a:srgbClr val="E9C46A"/>
                </a:solidFill>
              </a:rPr>
              <a:t>성격 반응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AB7A8-9B25-4847-AD1B-F958F86B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479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2F5F4"/>
                </a:solidFill>
              </a:defRPr>
            </a:defPPr>
            <a:lvl1pPr algn="l">
              <a:defRPr sz="1575" b="0">
                <a:solidFill>
                  <a:srgbClr val="F2F5F4"/>
                </a:solidFill>
              </a:defRPr>
            </a:lvl1pPr>
            <a:lvl2pPr algn="l">
              <a:defRPr sz="1575" b="0">
                <a:solidFill>
                  <a:srgbClr val="F2F5F4"/>
                </a:solidFill>
              </a:defRPr>
            </a:lvl2pPr>
            <a:lvl3pPr algn="l">
              <a:defRPr sz="1575" b="0">
                <a:solidFill>
                  <a:srgbClr val="F2F5F4"/>
                </a:solidFill>
              </a:defRPr>
            </a:lvl3pPr>
            <a:lvl4pPr algn="l">
              <a:defRPr sz="1575" b="0">
                <a:solidFill>
                  <a:srgbClr val="F2F5F4"/>
                </a:solidFill>
              </a:defRPr>
            </a:lvl4pPr>
            <a:lvl5pPr algn="l">
              <a:defRPr sz="1575" b="0">
                <a:solidFill>
                  <a:srgbClr val="F2F5F4"/>
                </a:solidFill>
              </a:defRPr>
            </a:lvl5pPr>
            <a:lvl6pPr algn="l">
              <a:defRPr sz="1575" b="0">
                <a:solidFill>
                  <a:srgbClr val="F2F5F4"/>
                </a:solidFill>
              </a:defRPr>
            </a:lvl6pPr>
            <a:lvl7pPr algn="l">
              <a:defRPr sz="1575" b="0">
                <a:solidFill>
                  <a:srgbClr val="F2F5F4"/>
                </a:solidFill>
              </a:defRPr>
            </a:lvl7pPr>
            <a:lvl8pPr algn="l">
              <a:defRPr sz="1575" b="0">
                <a:solidFill>
                  <a:srgbClr val="F2F5F4"/>
                </a:solidFill>
              </a:defRPr>
            </a:lvl8pPr>
            <a:lvl9pPr algn="l">
              <a:defRPr sz="157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F5F4"/>
                </a:solidFill>
              </a:defRPr>
            </a:pPr>
            <a:r>
              <a:rPr sz="1575" b="0">
                <a:solidFill>
                  <a:srgbClr val="F2F5F4"/>
                </a:solidFill>
              </a:rPr>
              <a:t>이타적 대원은 손을 뻗고, 신중한 대원은 안전줄부터 고정한다.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DAF44-55C5-4746-9AAB-90F0A51A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28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B3651-92C1-4A48-BD86-EB0651E4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86D65"/>
                </a:solidFill>
              </a:defRPr>
            </a:defPPr>
            <a:lvl1pPr algn="l">
              <a:defRPr sz="1350" b="1">
                <a:solidFill>
                  <a:srgbClr val="E86D65"/>
                </a:solidFill>
              </a:defRPr>
            </a:lvl1pPr>
            <a:lvl2pPr algn="l">
              <a:defRPr sz="1350" b="1">
                <a:solidFill>
                  <a:srgbClr val="E86D65"/>
                </a:solidFill>
              </a:defRPr>
            </a:lvl2pPr>
            <a:lvl3pPr algn="l">
              <a:defRPr sz="1350" b="1">
                <a:solidFill>
                  <a:srgbClr val="E86D65"/>
                </a:solidFill>
              </a:defRPr>
            </a:lvl3pPr>
            <a:lvl4pPr algn="l">
              <a:defRPr sz="1350" b="1">
                <a:solidFill>
                  <a:srgbClr val="E86D65"/>
                </a:solidFill>
              </a:defRPr>
            </a:lvl4pPr>
            <a:lvl5pPr algn="l">
              <a:defRPr sz="1350" b="1">
                <a:solidFill>
                  <a:srgbClr val="E86D65"/>
                </a:solidFill>
              </a:defRPr>
            </a:lvl5pPr>
            <a:lvl6pPr algn="l">
              <a:defRPr sz="1350" b="1">
                <a:solidFill>
                  <a:srgbClr val="E86D65"/>
                </a:solidFill>
              </a:defRPr>
            </a:lvl6pPr>
            <a:lvl7pPr algn="l">
              <a:defRPr sz="1350" b="1">
                <a:solidFill>
                  <a:srgbClr val="E86D65"/>
                </a:solidFill>
              </a:defRPr>
            </a:lvl7pPr>
            <a:lvl8pPr algn="l">
              <a:defRPr sz="1350" b="1">
                <a:solidFill>
                  <a:srgbClr val="E86D65"/>
                </a:solidFill>
              </a:defRPr>
            </a:lvl8pPr>
            <a:lvl9pPr algn="l">
              <a:defRPr sz="1350" b="1">
                <a:solidFill>
                  <a:srgbClr val="E86D6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86D65"/>
                </a:solidFill>
              </a:defRPr>
            </a:pPr>
            <a:r>
              <a:rPr sz="1350" b="1">
                <a:solidFill>
                  <a:srgbClr val="E86D65"/>
                </a:solidFill>
              </a:rPr>
              <a:t>관계 반응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7BB46-D5E5-4CED-9C0D-851B749F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2F5F4"/>
                </a:solidFill>
              </a:defRPr>
            </a:defPPr>
            <a:lvl1pPr algn="l">
              <a:defRPr sz="1575" b="0">
                <a:solidFill>
                  <a:srgbClr val="F2F5F4"/>
                </a:solidFill>
              </a:defRPr>
            </a:lvl1pPr>
            <a:lvl2pPr algn="l">
              <a:defRPr sz="1575" b="0">
                <a:solidFill>
                  <a:srgbClr val="F2F5F4"/>
                </a:solidFill>
              </a:defRPr>
            </a:lvl2pPr>
            <a:lvl3pPr algn="l">
              <a:defRPr sz="1575" b="0">
                <a:solidFill>
                  <a:srgbClr val="F2F5F4"/>
                </a:solidFill>
              </a:defRPr>
            </a:lvl3pPr>
            <a:lvl4pPr algn="l">
              <a:defRPr sz="1575" b="0">
                <a:solidFill>
                  <a:srgbClr val="F2F5F4"/>
                </a:solidFill>
              </a:defRPr>
            </a:lvl4pPr>
            <a:lvl5pPr algn="l">
              <a:defRPr sz="1575" b="0">
                <a:solidFill>
                  <a:srgbClr val="F2F5F4"/>
                </a:solidFill>
              </a:defRPr>
            </a:lvl5pPr>
            <a:lvl6pPr algn="l">
              <a:defRPr sz="1575" b="0">
                <a:solidFill>
                  <a:srgbClr val="F2F5F4"/>
                </a:solidFill>
              </a:defRPr>
            </a:lvl6pPr>
            <a:lvl7pPr algn="l">
              <a:defRPr sz="1575" b="0">
                <a:solidFill>
                  <a:srgbClr val="F2F5F4"/>
                </a:solidFill>
              </a:defRPr>
            </a:lvl7pPr>
            <a:lvl8pPr algn="l">
              <a:defRPr sz="1575" b="0">
                <a:solidFill>
                  <a:srgbClr val="F2F5F4"/>
                </a:solidFill>
              </a:defRPr>
            </a:lvl8pPr>
            <a:lvl9pPr algn="l">
              <a:defRPr sz="157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F5F4"/>
                </a:solidFill>
              </a:defRPr>
            </a:pPr>
            <a:r>
              <a:rPr sz="1575" b="0">
                <a:solidFill>
                  <a:srgbClr val="F2F5F4"/>
                </a:solidFill>
              </a:rPr>
              <a:t>신뢰가 높으면 구조에 동참하고, 마찰이 높으면 책임을 따진다.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24D59-9E02-49B0-9535-8C3EC4C9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B563C-46F2-4D5C-8A22-01AC6E5E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88EDC6-7D82-43D2-933F-F8FEF876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100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2F5F4"/>
                </a:solidFill>
              </a:defRPr>
            </a:defPPr>
            <a:lvl1pPr algn="l">
              <a:defRPr sz="1575" b="0">
                <a:solidFill>
                  <a:srgbClr val="F2F5F4"/>
                </a:solidFill>
              </a:defRPr>
            </a:lvl1pPr>
            <a:lvl2pPr algn="l">
              <a:defRPr sz="1575" b="0">
                <a:solidFill>
                  <a:srgbClr val="F2F5F4"/>
                </a:solidFill>
              </a:defRPr>
            </a:lvl2pPr>
            <a:lvl3pPr algn="l">
              <a:defRPr sz="1575" b="0">
                <a:solidFill>
                  <a:srgbClr val="F2F5F4"/>
                </a:solidFill>
              </a:defRPr>
            </a:lvl3pPr>
            <a:lvl4pPr algn="l">
              <a:defRPr sz="1575" b="0">
                <a:solidFill>
                  <a:srgbClr val="F2F5F4"/>
                </a:solidFill>
              </a:defRPr>
            </a:lvl4pPr>
            <a:lvl5pPr algn="l">
              <a:defRPr sz="1575" b="0">
                <a:solidFill>
                  <a:srgbClr val="F2F5F4"/>
                </a:solidFill>
              </a:defRPr>
            </a:lvl5pPr>
            <a:lvl6pPr algn="l">
              <a:defRPr sz="1575" b="0">
                <a:solidFill>
                  <a:srgbClr val="F2F5F4"/>
                </a:solidFill>
              </a:defRPr>
            </a:lvl6pPr>
            <a:lvl7pPr algn="l">
              <a:defRPr sz="1575" b="0">
                <a:solidFill>
                  <a:srgbClr val="F2F5F4"/>
                </a:solidFill>
              </a:defRPr>
            </a:lvl7pPr>
            <a:lvl8pPr algn="l">
              <a:defRPr sz="1575" b="0">
                <a:solidFill>
                  <a:srgbClr val="F2F5F4"/>
                </a:solidFill>
              </a:defRPr>
            </a:lvl8pPr>
            <a:lvl9pPr algn="l">
              <a:defRPr sz="157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F5F4"/>
                </a:solidFill>
              </a:defRPr>
            </a:pPr>
            <a:r>
              <a:rPr sz="1575" b="0">
                <a:solidFill>
                  <a:srgbClr val="F2F5F4"/>
                </a:solidFill>
              </a:rPr>
              <a:t>부상·물자·정보·관계 근거가 함께 변한다.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E6D80-420A-4CED-AD90-08911EF1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8E65F-FEC0-4BA6-97B8-E6F944BA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A2AFAC"/>
                </a:solidFill>
              </a:defRPr>
            </a:defPPr>
            <a:lvl1pPr algn="ctr">
              <a:defRPr sz="1500" b="1">
                <a:solidFill>
                  <a:srgbClr val="A2AFAC"/>
                </a:solidFill>
              </a:defRPr>
            </a:lvl1pPr>
            <a:lvl2pPr algn="ctr">
              <a:defRPr sz="1500" b="1">
                <a:solidFill>
                  <a:srgbClr val="A2AFAC"/>
                </a:solidFill>
              </a:defRPr>
            </a:lvl2pPr>
            <a:lvl3pPr algn="ctr">
              <a:defRPr sz="1500" b="1">
                <a:solidFill>
                  <a:srgbClr val="A2AFAC"/>
                </a:solidFill>
              </a:defRPr>
            </a:lvl3pPr>
            <a:lvl4pPr algn="ctr">
              <a:defRPr sz="1500" b="1">
                <a:solidFill>
                  <a:srgbClr val="A2AFAC"/>
                </a:solidFill>
              </a:defRPr>
            </a:lvl4pPr>
            <a:lvl5pPr algn="ctr">
              <a:defRPr sz="1500" b="1">
                <a:solidFill>
                  <a:srgbClr val="A2AFAC"/>
                </a:solidFill>
              </a:defRPr>
            </a:lvl5pPr>
            <a:lvl6pPr algn="ctr">
              <a:defRPr sz="1500" b="1">
                <a:solidFill>
                  <a:srgbClr val="A2AFAC"/>
                </a:solidFill>
              </a:defRPr>
            </a:lvl6pPr>
            <a:lvl7pPr algn="ctr">
              <a:defRPr sz="1500" b="1">
                <a:solidFill>
                  <a:srgbClr val="A2AFAC"/>
                </a:solidFill>
              </a:defRPr>
            </a:lvl7pPr>
            <a:lvl8pPr algn="ctr">
              <a:defRPr sz="1500" b="1">
                <a:solidFill>
                  <a:srgbClr val="A2AFAC"/>
                </a:solidFill>
              </a:defRPr>
            </a:lvl8pPr>
            <a:lvl9pPr algn="ctr">
              <a:defRPr sz="15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A2AFAC"/>
                </a:solidFill>
              </a:defRPr>
            </a:pPr>
            <a:r>
              <a:rPr sz="1500" b="1">
                <a:solidFill>
                  <a:srgbClr val="A2AFAC"/>
                </a:solidFill>
              </a:rPr>
              <a:t>행동문장 = 인지 → 판단·감정 → 행동 → 상대 반응·관계 결과</a:t>
            </a:r>
          </a:p>
        </p:txBody>
      </p:sp>
    </p:spTree>
    <p:extLst>
      <p:ext uri="{BB962C8B-B14F-4D97-AF65-F5344CB8AC3E}">
        <p14:creationId xmlns:p14="http://schemas.microsoft.com/office/powerpoint/2010/main" val="12637791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F11DE9-E2CD-433C-8CEF-9B43C917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061AB-FDF8-4D5F-9AB8-8ECACC4D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BEHAVIOR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682D8-33DA-45EF-9BAF-8B50F849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상황에 따라 달라지는 대인 행동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5CE04-153C-452A-9CE6-1D8CBCF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A8B3C-8EB3-4C03-9FA8-E7A0BB62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CC541-FD54-4860-845B-8AE627C3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38D6C4"/>
                </a:solidFill>
              </a:defRPr>
            </a:defPPr>
            <a:lvl1pPr algn="l">
              <a:defRPr sz="1500" b="1">
                <a:solidFill>
                  <a:srgbClr val="38D6C4"/>
                </a:solidFill>
              </a:defRPr>
            </a:lvl1pPr>
            <a:lvl2pPr algn="l">
              <a:defRPr sz="1500" b="1">
                <a:solidFill>
                  <a:srgbClr val="38D6C4"/>
                </a:solidFill>
              </a:defRPr>
            </a:lvl2pPr>
            <a:lvl3pPr algn="l">
              <a:defRPr sz="1500" b="1">
                <a:solidFill>
                  <a:srgbClr val="38D6C4"/>
                </a:solidFill>
              </a:defRPr>
            </a:lvl3pPr>
            <a:lvl4pPr algn="l">
              <a:defRPr sz="1500" b="1">
                <a:solidFill>
                  <a:srgbClr val="38D6C4"/>
                </a:solidFill>
              </a:defRPr>
            </a:lvl4pPr>
            <a:lvl5pPr algn="l">
              <a:defRPr sz="1500" b="1">
                <a:solidFill>
                  <a:srgbClr val="38D6C4"/>
                </a:solidFill>
              </a:defRPr>
            </a:lvl5pPr>
            <a:lvl6pPr algn="l">
              <a:defRPr sz="1500" b="1">
                <a:solidFill>
                  <a:srgbClr val="38D6C4"/>
                </a:solidFill>
              </a:defRPr>
            </a:lvl6pPr>
            <a:lvl7pPr algn="l">
              <a:defRPr sz="1500" b="1">
                <a:solidFill>
                  <a:srgbClr val="38D6C4"/>
                </a:solidFill>
              </a:defRPr>
            </a:lvl7pPr>
            <a:lvl8pPr algn="l">
              <a:defRPr sz="1500" b="1">
                <a:solidFill>
                  <a:srgbClr val="38D6C4"/>
                </a:solidFill>
              </a:defRPr>
            </a:lvl8pPr>
            <a:lvl9pPr algn="l">
              <a:defRPr sz="15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8D6C4"/>
                </a:solidFill>
              </a:defRPr>
            </a:pPr>
            <a:r>
              <a:rPr sz="1500" b="1">
                <a:solidFill>
                  <a:srgbClr val="38D6C4"/>
                </a:solidFill>
              </a:rPr>
              <a:t>다섯 판단 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9DB1B-4651-403B-8904-4EB91A5A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2F5F4"/>
                </a:solidFill>
              </a:defRPr>
            </a:defPPr>
            <a:lvl1pPr algn="l">
              <a:defRPr sz="1350" b="1">
                <a:solidFill>
                  <a:srgbClr val="F2F5F4"/>
                </a:solidFill>
              </a:defRPr>
            </a:lvl1pPr>
            <a:lvl2pPr algn="l">
              <a:defRPr sz="1350" b="1">
                <a:solidFill>
                  <a:srgbClr val="F2F5F4"/>
                </a:solidFill>
              </a:defRPr>
            </a:lvl2pPr>
            <a:lvl3pPr algn="l">
              <a:defRPr sz="1350" b="1">
                <a:solidFill>
                  <a:srgbClr val="F2F5F4"/>
                </a:solidFill>
              </a:defRPr>
            </a:lvl3pPr>
            <a:lvl4pPr algn="l">
              <a:defRPr sz="1350" b="1">
                <a:solidFill>
                  <a:srgbClr val="F2F5F4"/>
                </a:solidFill>
              </a:defRPr>
            </a:lvl4pPr>
            <a:lvl5pPr algn="l">
              <a:defRPr sz="1350" b="1">
                <a:solidFill>
                  <a:srgbClr val="F2F5F4"/>
                </a:solidFill>
              </a:defRPr>
            </a:lvl5pPr>
            <a:lvl6pPr algn="l">
              <a:defRPr sz="1350" b="1">
                <a:solidFill>
                  <a:srgbClr val="F2F5F4"/>
                </a:solidFill>
              </a:defRPr>
            </a:lvl6pPr>
            <a:lvl7pPr algn="l">
              <a:defRPr sz="1350" b="1">
                <a:solidFill>
                  <a:srgbClr val="F2F5F4"/>
                </a:solidFill>
              </a:defRPr>
            </a:lvl7pPr>
            <a:lvl8pPr algn="l">
              <a:defRPr sz="1350" b="1">
                <a:solidFill>
                  <a:srgbClr val="F2F5F4"/>
                </a:solidFill>
              </a:defRPr>
            </a:lvl8pPr>
            <a:lvl9pPr algn="l">
              <a:defRPr sz="13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F5F4"/>
                </a:solidFill>
              </a:defRPr>
            </a:pPr>
            <a:r>
              <a:rPr sz="1350" b="1">
                <a:solidFill>
                  <a:srgbClr val="F2F5F4"/>
                </a:solidFill>
              </a:rPr>
              <a:t>01  자기 보존 ↔ 집단 우선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EC387-D863-4D1F-8318-56252F36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8D32A-82DE-4E9F-84C5-CF86BEF8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2F5F4"/>
                </a:solidFill>
              </a:defRPr>
            </a:defPPr>
            <a:lvl1pPr algn="l">
              <a:defRPr sz="1350" b="1">
                <a:solidFill>
                  <a:srgbClr val="F2F5F4"/>
                </a:solidFill>
              </a:defRPr>
            </a:lvl1pPr>
            <a:lvl2pPr algn="l">
              <a:defRPr sz="1350" b="1">
                <a:solidFill>
                  <a:srgbClr val="F2F5F4"/>
                </a:solidFill>
              </a:defRPr>
            </a:lvl2pPr>
            <a:lvl3pPr algn="l">
              <a:defRPr sz="1350" b="1">
                <a:solidFill>
                  <a:srgbClr val="F2F5F4"/>
                </a:solidFill>
              </a:defRPr>
            </a:lvl3pPr>
            <a:lvl4pPr algn="l">
              <a:defRPr sz="1350" b="1">
                <a:solidFill>
                  <a:srgbClr val="F2F5F4"/>
                </a:solidFill>
              </a:defRPr>
            </a:lvl4pPr>
            <a:lvl5pPr algn="l">
              <a:defRPr sz="1350" b="1">
                <a:solidFill>
                  <a:srgbClr val="F2F5F4"/>
                </a:solidFill>
              </a:defRPr>
            </a:lvl5pPr>
            <a:lvl6pPr algn="l">
              <a:defRPr sz="1350" b="1">
                <a:solidFill>
                  <a:srgbClr val="F2F5F4"/>
                </a:solidFill>
              </a:defRPr>
            </a:lvl6pPr>
            <a:lvl7pPr algn="l">
              <a:defRPr sz="1350" b="1">
                <a:solidFill>
                  <a:srgbClr val="F2F5F4"/>
                </a:solidFill>
              </a:defRPr>
            </a:lvl7pPr>
            <a:lvl8pPr algn="l">
              <a:defRPr sz="1350" b="1">
                <a:solidFill>
                  <a:srgbClr val="F2F5F4"/>
                </a:solidFill>
              </a:defRPr>
            </a:lvl8pPr>
            <a:lvl9pPr algn="l">
              <a:defRPr sz="13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F5F4"/>
                </a:solidFill>
              </a:defRPr>
            </a:pPr>
            <a:r>
              <a:rPr sz="1350" b="1">
                <a:solidFill>
                  <a:srgbClr val="F2F5F4"/>
                </a:solidFill>
              </a:rPr>
              <a:t>02  위험 회피 ↔ 위험 감수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A261C-BFA8-4931-B062-291044C8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72C85-EE5A-4022-84C1-AECFBBF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2F5F4"/>
                </a:solidFill>
              </a:defRPr>
            </a:defPPr>
            <a:lvl1pPr algn="l">
              <a:defRPr sz="1350" b="1">
                <a:solidFill>
                  <a:srgbClr val="F2F5F4"/>
                </a:solidFill>
              </a:defRPr>
            </a:lvl1pPr>
            <a:lvl2pPr algn="l">
              <a:defRPr sz="1350" b="1">
                <a:solidFill>
                  <a:srgbClr val="F2F5F4"/>
                </a:solidFill>
              </a:defRPr>
            </a:lvl2pPr>
            <a:lvl3pPr algn="l">
              <a:defRPr sz="1350" b="1">
                <a:solidFill>
                  <a:srgbClr val="F2F5F4"/>
                </a:solidFill>
              </a:defRPr>
            </a:lvl3pPr>
            <a:lvl4pPr algn="l">
              <a:defRPr sz="1350" b="1">
                <a:solidFill>
                  <a:srgbClr val="F2F5F4"/>
                </a:solidFill>
              </a:defRPr>
            </a:lvl4pPr>
            <a:lvl5pPr algn="l">
              <a:defRPr sz="1350" b="1">
                <a:solidFill>
                  <a:srgbClr val="F2F5F4"/>
                </a:solidFill>
              </a:defRPr>
            </a:lvl5pPr>
            <a:lvl6pPr algn="l">
              <a:defRPr sz="1350" b="1">
                <a:solidFill>
                  <a:srgbClr val="F2F5F4"/>
                </a:solidFill>
              </a:defRPr>
            </a:lvl6pPr>
            <a:lvl7pPr algn="l">
              <a:defRPr sz="1350" b="1">
                <a:solidFill>
                  <a:srgbClr val="F2F5F4"/>
                </a:solidFill>
              </a:defRPr>
            </a:lvl7pPr>
            <a:lvl8pPr algn="l">
              <a:defRPr sz="1350" b="1">
                <a:solidFill>
                  <a:srgbClr val="F2F5F4"/>
                </a:solidFill>
              </a:defRPr>
            </a:lvl8pPr>
            <a:lvl9pPr algn="l">
              <a:defRPr sz="13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F5F4"/>
                </a:solidFill>
              </a:defRPr>
            </a:pPr>
            <a:r>
              <a:rPr sz="1350" b="1">
                <a:solidFill>
                  <a:srgbClr val="F2F5F4"/>
                </a:solidFill>
              </a:rPr>
              <a:t>03  신뢰 ↔ 의심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D31F8-E276-427F-B682-C585046C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037B9-0A54-446A-BBE4-F4469359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2F5F4"/>
                </a:solidFill>
              </a:defRPr>
            </a:defPPr>
            <a:lvl1pPr algn="l">
              <a:defRPr sz="1350" b="1">
                <a:solidFill>
                  <a:srgbClr val="F2F5F4"/>
                </a:solidFill>
              </a:defRPr>
            </a:lvl1pPr>
            <a:lvl2pPr algn="l">
              <a:defRPr sz="1350" b="1">
                <a:solidFill>
                  <a:srgbClr val="F2F5F4"/>
                </a:solidFill>
              </a:defRPr>
            </a:lvl2pPr>
            <a:lvl3pPr algn="l">
              <a:defRPr sz="1350" b="1">
                <a:solidFill>
                  <a:srgbClr val="F2F5F4"/>
                </a:solidFill>
              </a:defRPr>
            </a:lvl3pPr>
            <a:lvl4pPr algn="l">
              <a:defRPr sz="1350" b="1">
                <a:solidFill>
                  <a:srgbClr val="F2F5F4"/>
                </a:solidFill>
              </a:defRPr>
            </a:lvl4pPr>
            <a:lvl5pPr algn="l">
              <a:defRPr sz="1350" b="1">
                <a:solidFill>
                  <a:srgbClr val="F2F5F4"/>
                </a:solidFill>
              </a:defRPr>
            </a:lvl5pPr>
            <a:lvl6pPr algn="l">
              <a:defRPr sz="1350" b="1">
                <a:solidFill>
                  <a:srgbClr val="F2F5F4"/>
                </a:solidFill>
              </a:defRPr>
            </a:lvl6pPr>
            <a:lvl7pPr algn="l">
              <a:defRPr sz="1350" b="1">
                <a:solidFill>
                  <a:srgbClr val="F2F5F4"/>
                </a:solidFill>
              </a:defRPr>
            </a:lvl7pPr>
            <a:lvl8pPr algn="l">
              <a:defRPr sz="1350" b="1">
                <a:solidFill>
                  <a:srgbClr val="F2F5F4"/>
                </a:solidFill>
              </a:defRPr>
            </a:lvl8pPr>
            <a:lvl9pPr algn="l">
              <a:defRPr sz="13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F5F4"/>
                </a:solidFill>
              </a:defRPr>
            </a:pPr>
            <a:r>
              <a:rPr sz="1350" b="1">
                <a:solidFill>
                  <a:srgbClr val="F2F5F4"/>
                </a:solidFill>
              </a:rPr>
              <a:t>04  주도 ↔ 추종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77FFF-4B63-4AB6-AF71-B14EFDFB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8B8E3-EBFD-4B65-B455-2BD1C451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2F5F4"/>
                </a:solidFill>
              </a:defRPr>
            </a:defPPr>
            <a:lvl1pPr algn="l">
              <a:defRPr sz="1350" b="1">
                <a:solidFill>
                  <a:srgbClr val="F2F5F4"/>
                </a:solidFill>
              </a:defRPr>
            </a:lvl1pPr>
            <a:lvl2pPr algn="l">
              <a:defRPr sz="1350" b="1">
                <a:solidFill>
                  <a:srgbClr val="F2F5F4"/>
                </a:solidFill>
              </a:defRPr>
            </a:lvl2pPr>
            <a:lvl3pPr algn="l">
              <a:defRPr sz="1350" b="1">
                <a:solidFill>
                  <a:srgbClr val="F2F5F4"/>
                </a:solidFill>
              </a:defRPr>
            </a:lvl3pPr>
            <a:lvl4pPr algn="l">
              <a:defRPr sz="1350" b="1">
                <a:solidFill>
                  <a:srgbClr val="F2F5F4"/>
                </a:solidFill>
              </a:defRPr>
            </a:lvl4pPr>
            <a:lvl5pPr algn="l">
              <a:defRPr sz="1350" b="1">
                <a:solidFill>
                  <a:srgbClr val="F2F5F4"/>
                </a:solidFill>
              </a:defRPr>
            </a:lvl5pPr>
            <a:lvl6pPr algn="l">
              <a:defRPr sz="1350" b="1">
                <a:solidFill>
                  <a:srgbClr val="F2F5F4"/>
                </a:solidFill>
              </a:defRPr>
            </a:lvl6pPr>
            <a:lvl7pPr algn="l">
              <a:defRPr sz="1350" b="1">
                <a:solidFill>
                  <a:srgbClr val="F2F5F4"/>
                </a:solidFill>
              </a:defRPr>
            </a:lvl7pPr>
            <a:lvl8pPr algn="l">
              <a:defRPr sz="1350" b="1">
                <a:solidFill>
                  <a:srgbClr val="F2F5F4"/>
                </a:solidFill>
              </a:defRPr>
            </a:lvl8pPr>
            <a:lvl9pPr algn="l">
              <a:defRPr sz="13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F5F4"/>
                </a:solidFill>
              </a:defRPr>
            </a:pPr>
            <a:r>
              <a:rPr sz="1350" b="1">
                <a:solidFill>
                  <a:srgbClr val="F2F5F4"/>
                </a:solidFill>
              </a:rPr>
              <a:t>05  관계·호혜 민감도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F5574-07E8-451B-A1AA-5B577E44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FCCD3-0CEA-4AA8-917D-0315D643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3716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E9C46A"/>
                </a:solidFill>
              </a:defRPr>
            </a:defPPr>
            <a:lvl1pPr algn="l">
              <a:defRPr sz="1500" b="1">
                <a:solidFill>
                  <a:srgbClr val="E9C46A"/>
                </a:solidFill>
              </a:defRPr>
            </a:lvl1pPr>
            <a:lvl2pPr algn="l">
              <a:defRPr sz="1500" b="1">
                <a:solidFill>
                  <a:srgbClr val="E9C46A"/>
                </a:solidFill>
              </a:defRPr>
            </a:lvl2pPr>
            <a:lvl3pPr algn="l">
              <a:defRPr sz="1500" b="1">
                <a:solidFill>
                  <a:srgbClr val="E9C46A"/>
                </a:solidFill>
              </a:defRPr>
            </a:lvl3pPr>
            <a:lvl4pPr algn="l">
              <a:defRPr sz="1500" b="1">
                <a:solidFill>
                  <a:srgbClr val="E9C46A"/>
                </a:solidFill>
              </a:defRPr>
            </a:lvl4pPr>
            <a:lvl5pPr algn="l">
              <a:defRPr sz="1500" b="1">
                <a:solidFill>
                  <a:srgbClr val="E9C46A"/>
                </a:solidFill>
              </a:defRPr>
            </a:lvl5pPr>
            <a:lvl6pPr algn="l">
              <a:defRPr sz="1500" b="1">
                <a:solidFill>
                  <a:srgbClr val="E9C46A"/>
                </a:solidFill>
              </a:defRPr>
            </a:lvl6pPr>
            <a:lvl7pPr algn="l">
              <a:defRPr sz="1500" b="1">
                <a:solidFill>
                  <a:srgbClr val="E9C46A"/>
                </a:solidFill>
              </a:defRPr>
            </a:lvl7pPr>
            <a:lvl8pPr algn="l">
              <a:defRPr sz="1500" b="1">
                <a:solidFill>
                  <a:srgbClr val="E9C46A"/>
                </a:solidFill>
              </a:defRPr>
            </a:lvl8pPr>
            <a:lvl9pPr algn="l">
              <a:defRPr sz="1500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9C46A"/>
                </a:solidFill>
              </a:defRPr>
            </a:pPr>
            <a:r>
              <a:rPr sz="1500" b="1">
                <a:solidFill>
                  <a:srgbClr val="E9C46A"/>
                </a:solidFill>
              </a:rPr>
              <a:t>열 가지 행동 양식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2B1DA8-6C86-4405-A76E-94AAE15B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47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2F5F4"/>
                </a:solidFill>
              </a:defRPr>
            </a:defPPr>
            <a:lvl1pPr algn="l">
              <a:defRPr sz="1275" b="0">
                <a:solidFill>
                  <a:srgbClr val="F2F5F4"/>
                </a:solidFill>
              </a:defRPr>
            </a:lvl1pPr>
            <a:lvl2pPr algn="l">
              <a:defRPr sz="1275" b="0">
                <a:solidFill>
                  <a:srgbClr val="F2F5F4"/>
                </a:solidFill>
              </a:defRPr>
            </a:lvl2pPr>
            <a:lvl3pPr algn="l">
              <a:defRPr sz="1275" b="0">
                <a:solidFill>
                  <a:srgbClr val="F2F5F4"/>
                </a:solidFill>
              </a:defRPr>
            </a:lvl3pPr>
            <a:lvl4pPr algn="l">
              <a:defRPr sz="1275" b="0">
                <a:solidFill>
                  <a:srgbClr val="F2F5F4"/>
                </a:solidFill>
              </a:defRPr>
            </a:lvl4pPr>
            <a:lvl5pPr algn="l">
              <a:defRPr sz="1275" b="0">
                <a:solidFill>
                  <a:srgbClr val="F2F5F4"/>
                </a:solidFill>
              </a:defRPr>
            </a:lvl5pPr>
            <a:lvl6pPr algn="l">
              <a:defRPr sz="1275" b="0">
                <a:solidFill>
                  <a:srgbClr val="F2F5F4"/>
                </a:solidFill>
              </a:defRPr>
            </a:lvl6pPr>
            <a:lvl7pPr algn="l">
              <a:defRPr sz="1275" b="0">
                <a:solidFill>
                  <a:srgbClr val="F2F5F4"/>
                </a:solidFill>
              </a:defRPr>
            </a:lvl7pPr>
            <a:lvl8pPr algn="l">
              <a:defRPr sz="1275" b="0">
                <a:solidFill>
                  <a:srgbClr val="F2F5F4"/>
                </a:solidFill>
              </a:defRPr>
            </a:lvl8pPr>
            <a:lvl9pPr algn="l">
              <a:defRPr sz="127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2F5F4"/>
                </a:solidFill>
              </a:defRPr>
            </a:pPr>
            <a:r>
              <a:rPr sz="1275" b="0">
                <a:solidFill>
                  <a:srgbClr val="F2F5F4"/>
                </a:solidFill>
              </a:rPr>
              <a:t>01  무조건적 협조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92A91-E601-4A0B-BBCF-EE457B1D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47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2F5F4"/>
                </a:solidFill>
              </a:defRPr>
            </a:defPPr>
            <a:lvl1pPr algn="l">
              <a:defRPr sz="1275" b="0">
                <a:solidFill>
                  <a:srgbClr val="F2F5F4"/>
                </a:solidFill>
              </a:defRPr>
            </a:lvl1pPr>
            <a:lvl2pPr algn="l">
              <a:defRPr sz="1275" b="0">
                <a:solidFill>
                  <a:srgbClr val="F2F5F4"/>
                </a:solidFill>
              </a:defRPr>
            </a:lvl2pPr>
            <a:lvl3pPr algn="l">
              <a:defRPr sz="1275" b="0">
                <a:solidFill>
                  <a:srgbClr val="F2F5F4"/>
                </a:solidFill>
              </a:defRPr>
            </a:lvl3pPr>
            <a:lvl4pPr algn="l">
              <a:defRPr sz="1275" b="0">
                <a:solidFill>
                  <a:srgbClr val="F2F5F4"/>
                </a:solidFill>
              </a:defRPr>
            </a:lvl4pPr>
            <a:lvl5pPr algn="l">
              <a:defRPr sz="1275" b="0">
                <a:solidFill>
                  <a:srgbClr val="F2F5F4"/>
                </a:solidFill>
              </a:defRPr>
            </a:lvl5pPr>
            <a:lvl6pPr algn="l">
              <a:defRPr sz="1275" b="0">
                <a:solidFill>
                  <a:srgbClr val="F2F5F4"/>
                </a:solidFill>
              </a:defRPr>
            </a:lvl6pPr>
            <a:lvl7pPr algn="l">
              <a:defRPr sz="1275" b="0">
                <a:solidFill>
                  <a:srgbClr val="F2F5F4"/>
                </a:solidFill>
              </a:defRPr>
            </a:lvl7pPr>
            <a:lvl8pPr algn="l">
              <a:defRPr sz="1275" b="0">
                <a:solidFill>
                  <a:srgbClr val="F2F5F4"/>
                </a:solidFill>
              </a:defRPr>
            </a:lvl8pPr>
            <a:lvl9pPr algn="l">
              <a:defRPr sz="127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2F5F4"/>
                </a:solidFill>
              </a:defRPr>
            </a:pPr>
            <a:r>
              <a:rPr sz="1275" b="0">
                <a:solidFill>
                  <a:srgbClr val="F2F5F4"/>
                </a:solidFill>
              </a:rPr>
              <a:t>02  보호적 협조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D3311-339E-4D8E-9C30-A318AAEF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860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2F5F4"/>
                </a:solidFill>
              </a:defRPr>
            </a:defPPr>
            <a:lvl1pPr algn="l">
              <a:defRPr sz="1275" b="0">
                <a:solidFill>
                  <a:srgbClr val="F2F5F4"/>
                </a:solidFill>
              </a:defRPr>
            </a:lvl1pPr>
            <a:lvl2pPr algn="l">
              <a:defRPr sz="1275" b="0">
                <a:solidFill>
                  <a:srgbClr val="F2F5F4"/>
                </a:solidFill>
              </a:defRPr>
            </a:lvl2pPr>
            <a:lvl3pPr algn="l">
              <a:defRPr sz="1275" b="0">
                <a:solidFill>
                  <a:srgbClr val="F2F5F4"/>
                </a:solidFill>
              </a:defRPr>
            </a:lvl3pPr>
            <a:lvl4pPr algn="l">
              <a:defRPr sz="1275" b="0">
                <a:solidFill>
                  <a:srgbClr val="F2F5F4"/>
                </a:solidFill>
              </a:defRPr>
            </a:lvl4pPr>
            <a:lvl5pPr algn="l">
              <a:defRPr sz="1275" b="0">
                <a:solidFill>
                  <a:srgbClr val="F2F5F4"/>
                </a:solidFill>
              </a:defRPr>
            </a:lvl5pPr>
            <a:lvl6pPr algn="l">
              <a:defRPr sz="1275" b="0">
                <a:solidFill>
                  <a:srgbClr val="F2F5F4"/>
                </a:solidFill>
              </a:defRPr>
            </a:lvl6pPr>
            <a:lvl7pPr algn="l">
              <a:defRPr sz="1275" b="0">
                <a:solidFill>
                  <a:srgbClr val="F2F5F4"/>
                </a:solidFill>
              </a:defRPr>
            </a:lvl7pPr>
            <a:lvl8pPr algn="l">
              <a:defRPr sz="1275" b="0">
                <a:solidFill>
                  <a:srgbClr val="F2F5F4"/>
                </a:solidFill>
              </a:defRPr>
            </a:lvl8pPr>
            <a:lvl9pPr algn="l">
              <a:defRPr sz="127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2F5F4"/>
                </a:solidFill>
              </a:defRPr>
            </a:pPr>
            <a:r>
              <a:rPr sz="1275" b="0">
                <a:solidFill>
                  <a:srgbClr val="F2F5F4"/>
                </a:solidFill>
              </a:rPr>
              <a:t>03  절차적 협조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28782-5EDA-45F7-A9C6-7D2E82A6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860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2F5F4"/>
                </a:solidFill>
              </a:defRPr>
            </a:defPPr>
            <a:lvl1pPr algn="l">
              <a:defRPr sz="1275" b="0">
                <a:solidFill>
                  <a:srgbClr val="F2F5F4"/>
                </a:solidFill>
              </a:defRPr>
            </a:lvl1pPr>
            <a:lvl2pPr algn="l">
              <a:defRPr sz="1275" b="0">
                <a:solidFill>
                  <a:srgbClr val="F2F5F4"/>
                </a:solidFill>
              </a:defRPr>
            </a:lvl2pPr>
            <a:lvl3pPr algn="l">
              <a:defRPr sz="1275" b="0">
                <a:solidFill>
                  <a:srgbClr val="F2F5F4"/>
                </a:solidFill>
              </a:defRPr>
            </a:lvl3pPr>
            <a:lvl4pPr algn="l">
              <a:defRPr sz="1275" b="0">
                <a:solidFill>
                  <a:srgbClr val="F2F5F4"/>
                </a:solidFill>
              </a:defRPr>
            </a:lvl4pPr>
            <a:lvl5pPr algn="l">
              <a:defRPr sz="1275" b="0">
                <a:solidFill>
                  <a:srgbClr val="F2F5F4"/>
                </a:solidFill>
              </a:defRPr>
            </a:lvl5pPr>
            <a:lvl6pPr algn="l">
              <a:defRPr sz="1275" b="0">
                <a:solidFill>
                  <a:srgbClr val="F2F5F4"/>
                </a:solidFill>
              </a:defRPr>
            </a:lvl6pPr>
            <a:lvl7pPr algn="l">
              <a:defRPr sz="1275" b="0">
                <a:solidFill>
                  <a:srgbClr val="F2F5F4"/>
                </a:solidFill>
              </a:defRPr>
            </a:lvl7pPr>
            <a:lvl8pPr algn="l">
              <a:defRPr sz="1275" b="0">
                <a:solidFill>
                  <a:srgbClr val="F2F5F4"/>
                </a:solidFill>
              </a:defRPr>
            </a:lvl8pPr>
            <a:lvl9pPr algn="l">
              <a:defRPr sz="127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2F5F4"/>
                </a:solidFill>
              </a:defRPr>
            </a:pPr>
            <a:r>
              <a:rPr sz="1275" b="0">
                <a:solidFill>
                  <a:srgbClr val="F2F5F4"/>
                </a:solidFill>
              </a:rPr>
              <a:t>04  조건부 협조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71668C-B328-4CAD-A1A1-71D33BB0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24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2F5F4"/>
                </a:solidFill>
              </a:defRPr>
            </a:defPPr>
            <a:lvl1pPr algn="l">
              <a:defRPr sz="1275" b="0">
                <a:solidFill>
                  <a:srgbClr val="F2F5F4"/>
                </a:solidFill>
              </a:defRPr>
            </a:lvl1pPr>
            <a:lvl2pPr algn="l">
              <a:defRPr sz="1275" b="0">
                <a:solidFill>
                  <a:srgbClr val="F2F5F4"/>
                </a:solidFill>
              </a:defRPr>
            </a:lvl2pPr>
            <a:lvl3pPr algn="l">
              <a:defRPr sz="1275" b="0">
                <a:solidFill>
                  <a:srgbClr val="F2F5F4"/>
                </a:solidFill>
              </a:defRPr>
            </a:lvl3pPr>
            <a:lvl4pPr algn="l">
              <a:defRPr sz="1275" b="0">
                <a:solidFill>
                  <a:srgbClr val="F2F5F4"/>
                </a:solidFill>
              </a:defRPr>
            </a:lvl4pPr>
            <a:lvl5pPr algn="l">
              <a:defRPr sz="1275" b="0">
                <a:solidFill>
                  <a:srgbClr val="F2F5F4"/>
                </a:solidFill>
              </a:defRPr>
            </a:lvl5pPr>
            <a:lvl6pPr algn="l">
              <a:defRPr sz="1275" b="0">
                <a:solidFill>
                  <a:srgbClr val="F2F5F4"/>
                </a:solidFill>
              </a:defRPr>
            </a:lvl6pPr>
            <a:lvl7pPr algn="l">
              <a:defRPr sz="1275" b="0">
                <a:solidFill>
                  <a:srgbClr val="F2F5F4"/>
                </a:solidFill>
              </a:defRPr>
            </a:lvl7pPr>
            <a:lvl8pPr algn="l">
              <a:defRPr sz="1275" b="0">
                <a:solidFill>
                  <a:srgbClr val="F2F5F4"/>
                </a:solidFill>
              </a:defRPr>
            </a:lvl8pPr>
            <a:lvl9pPr algn="l">
              <a:defRPr sz="127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2F5F4"/>
                </a:solidFill>
              </a:defRPr>
            </a:pPr>
            <a:r>
              <a:rPr sz="1275" b="0">
                <a:solidFill>
                  <a:srgbClr val="F2F5F4"/>
                </a:solidFill>
              </a:rPr>
              <a:t>05  호혜적 협조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BDDFD-5C4D-444C-99D6-4FA2BE26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24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2F5F4"/>
                </a:solidFill>
              </a:defRPr>
            </a:defPPr>
            <a:lvl1pPr algn="l">
              <a:defRPr sz="1275" b="0">
                <a:solidFill>
                  <a:srgbClr val="F2F5F4"/>
                </a:solidFill>
              </a:defRPr>
            </a:lvl1pPr>
            <a:lvl2pPr algn="l">
              <a:defRPr sz="1275" b="0">
                <a:solidFill>
                  <a:srgbClr val="F2F5F4"/>
                </a:solidFill>
              </a:defRPr>
            </a:lvl2pPr>
            <a:lvl3pPr algn="l">
              <a:defRPr sz="1275" b="0">
                <a:solidFill>
                  <a:srgbClr val="F2F5F4"/>
                </a:solidFill>
              </a:defRPr>
            </a:lvl3pPr>
            <a:lvl4pPr algn="l">
              <a:defRPr sz="1275" b="0">
                <a:solidFill>
                  <a:srgbClr val="F2F5F4"/>
                </a:solidFill>
              </a:defRPr>
            </a:lvl4pPr>
            <a:lvl5pPr algn="l">
              <a:defRPr sz="1275" b="0">
                <a:solidFill>
                  <a:srgbClr val="F2F5F4"/>
                </a:solidFill>
              </a:defRPr>
            </a:lvl5pPr>
            <a:lvl6pPr algn="l">
              <a:defRPr sz="1275" b="0">
                <a:solidFill>
                  <a:srgbClr val="F2F5F4"/>
                </a:solidFill>
              </a:defRPr>
            </a:lvl6pPr>
            <a:lvl7pPr algn="l">
              <a:defRPr sz="1275" b="0">
                <a:solidFill>
                  <a:srgbClr val="F2F5F4"/>
                </a:solidFill>
              </a:defRPr>
            </a:lvl7pPr>
            <a:lvl8pPr algn="l">
              <a:defRPr sz="1275" b="0">
                <a:solidFill>
                  <a:srgbClr val="F2F5F4"/>
                </a:solidFill>
              </a:defRPr>
            </a:lvl8pPr>
            <a:lvl9pPr algn="l">
              <a:defRPr sz="127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2F5F4"/>
                </a:solidFill>
              </a:defRPr>
            </a:pPr>
            <a:r>
              <a:rPr sz="1275" b="0">
                <a:solidFill>
                  <a:srgbClr val="F2F5F4"/>
                </a:solidFill>
              </a:rPr>
              <a:t>06  거래적 협조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3F7230-09FC-4E52-9499-2FC0A767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62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2F5F4"/>
                </a:solidFill>
              </a:defRPr>
            </a:defPPr>
            <a:lvl1pPr algn="l">
              <a:defRPr sz="1275" b="0">
                <a:solidFill>
                  <a:srgbClr val="F2F5F4"/>
                </a:solidFill>
              </a:defRPr>
            </a:lvl1pPr>
            <a:lvl2pPr algn="l">
              <a:defRPr sz="1275" b="0">
                <a:solidFill>
                  <a:srgbClr val="F2F5F4"/>
                </a:solidFill>
              </a:defRPr>
            </a:lvl2pPr>
            <a:lvl3pPr algn="l">
              <a:defRPr sz="1275" b="0">
                <a:solidFill>
                  <a:srgbClr val="F2F5F4"/>
                </a:solidFill>
              </a:defRPr>
            </a:lvl3pPr>
            <a:lvl4pPr algn="l">
              <a:defRPr sz="1275" b="0">
                <a:solidFill>
                  <a:srgbClr val="F2F5F4"/>
                </a:solidFill>
              </a:defRPr>
            </a:lvl4pPr>
            <a:lvl5pPr algn="l">
              <a:defRPr sz="1275" b="0">
                <a:solidFill>
                  <a:srgbClr val="F2F5F4"/>
                </a:solidFill>
              </a:defRPr>
            </a:lvl5pPr>
            <a:lvl6pPr algn="l">
              <a:defRPr sz="1275" b="0">
                <a:solidFill>
                  <a:srgbClr val="F2F5F4"/>
                </a:solidFill>
              </a:defRPr>
            </a:lvl6pPr>
            <a:lvl7pPr algn="l">
              <a:defRPr sz="1275" b="0">
                <a:solidFill>
                  <a:srgbClr val="F2F5F4"/>
                </a:solidFill>
              </a:defRPr>
            </a:lvl7pPr>
            <a:lvl8pPr algn="l">
              <a:defRPr sz="1275" b="0">
                <a:solidFill>
                  <a:srgbClr val="F2F5F4"/>
                </a:solidFill>
              </a:defRPr>
            </a:lvl8pPr>
            <a:lvl9pPr algn="l">
              <a:defRPr sz="127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2F5F4"/>
                </a:solidFill>
              </a:defRPr>
            </a:pPr>
            <a:r>
              <a:rPr sz="1275" b="0">
                <a:solidFill>
                  <a:srgbClr val="F2F5F4"/>
                </a:solidFill>
              </a:rPr>
              <a:t>07  경쟁적 비협조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FF303-5C54-4150-BF0E-F0CA2DD8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62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2F5F4"/>
                </a:solidFill>
              </a:defRPr>
            </a:defPPr>
            <a:lvl1pPr algn="l">
              <a:defRPr sz="1275" b="0">
                <a:solidFill>
                  <a:srgbClr val="F2F5F4"/>
                </a:solidFill>
              </a:defRPr>
            </a:lvl1pPr>
            <a:lvl2pPr algn="l">
              <a:defRPr sz="1275" b="0">
                <a:solidFill>
                  <a:srgbClr val="F2F5F4"/>
                </a:solidFill>
              </a:defRPr>
            </a:lvl2pPr>
            <a:lvl3pPr algn="l">
              <a:defRPr sz="1275" b="0">
                <a:solidFill>
                  <a:srgbClr val="F2F5F4"/>
                </a:solidFill>
              </a:defRPr>
            </a:lvl3pPr>
            <a:lvl4pPr algn="l">
              <a:defRPr sz="1275" b="0">
                <a:solidFill>
                  <a:srgbClr val="F2F5F4"/>
                </a:solidFill>
              </a:defRPr>
            </a:lvl4pPr>
            <a:lvl5pPr algn="l">
              <a:defRPr sz="1275" b="0">
                <a:solidFill>
                  <a:srgbClr val="F2F5F4"/>
                </a:solidFill>
              </a:defRPr>
            </a:lvl5pPr>
            <a:lvl6pPr algn="l">
              <a:defRPr sz="1275" b="0">
                <a:solidFill>
                  <a:srgbClr val="F2F5F4"/>
                </a:solidFill>
              </a:defRPr>
            </a:lvl6pPr>
            <a:lvl7pPr algn="l">
              <a:defRPr sz="1275" b="0">
                <a:solidFill>
                  <a:srgbClr val="F2F5F4"/>
                </a:solidFill>
              </a:defRPr>
            </a:lvl7pPr>
            <a:lvl8pPr algn="l">
              <a:defRPr sz="1275" b="0">
                <a:solidFill>
                  <a:srgbClr val="F2F5F4"/>
                </a:solidFill>
              </a:defRPr>
            </a:lvl8pPr>
            <a:lvl9pPr algn="l">
              <a:defRPr sz="127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2F5F4"/>
                </a:solidFill>
              </a:defRPr>
            </a:pPr>
            <a:r>
              <a:rPr sz="1275" b="0">
                <a:solidFill>
                  <a:srgbClr val="F2F5F4"/>
                </a:solidFill>
              </a:rPr>
              <a:t>08  회피적 자기보존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43A89C-9F1F-4484-A0C8-2E439381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00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2F5F4"/>
                </a:solidFill>
              </a:defRPr>
            </a:defPPr>
            <a:lvl1pPr algn="l">
              <a:defRPr sz="1275" b="0">
                <a:solidFill>
                  <a:srgbClr val="F2F5F4"/>
                </a:solidFill>
              </a:defRPr>
            </a:lvl1pPr>
            <a:lvl2pPr algn="l">
              <a:defRPr sz="1275" b="0">
                <a:solidFill>
                  <a:srgbClr val="F2F5F4"/>
                </a:solidFill>
              </a:defRPr>
            </a:lvl2pPr>
            <a:lvl3pPr algn="l">
              <a:defRPr sz="1275" b="0">
                <a:solidFill>
                  <a:srgbClr val="F2F5F4"/>
                </a:solidFill>
              </a:defRPr>
            </a:lvl3pPr>
            <a:lvl4pPr algn="l">
              <a:defRPr sz="1275" b="0">
                <a:solidFill>
                  <a:srgbClr val="F2F5F4"/>
                </a:solidFill>
              </a:defRPr>
            </a:lvl4pPr>
            <a:lvl5pPr algn="l">
              <a:defRPr sz="1275" b="0">
                <a:solidFill>
                  <a:srgbClr val="F2F5F4"/>
                </a:solidFill>
              </a:defRPr>
            </a:lvl5pPr>
            <a:lvl6pPr algn="l">
              <a:defRPr sz="1275" b="0">
                <a:solidFill>
                  <a:srgbClr val="F2F5F4"/>
                </a:solidFill>
              </a:defRPr>
            </a:lvl6pPr>
            <a:lvl7pPr algn="l">
              <a:defRPr sz="1275" b="0">
                <a:solidFill>
                  <a:srgbClr val="F2F5F4"/>
                </a:solidFill>
              </a:defRPr>
            </a:lvl7pPr>
            <a:lvl8pPr algn="l">
              <a:defRPr sz="1275" b="0">
                <a:solidFill>
                  <a:srgbClr val="F2F5F4"/>
                </a:solidFill>
              </a:defRPr>
            </a:lvl8pPr>
            <a:lvl9pPr algn="l">
              <a:defRPr sz="1275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2F5F4"/>
                </a:solidFill>
              </a:defRPr>
            </a:pPr>
            <a:r>
              <a:rPr sz="1275" b="0">
                <a:solidFill>
                  <a:srgbClr val="F2F5F4"/>
                </a:solidFill>
              </a:rPr>
              <a:t>09  기회주의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525DE9-2C91-44D4-81EF-047C8F57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00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E86D65"/>
                </a:solidFill>
              </a:defRPr>
            </a:defPPr>
            <a:lvl1pPr algn="l">
              <a:defRPr sz="1275" b="1">
                <a:solidFill>
                  <a:srgbClr val="E86D65"/>
                </a:solidFill>
              </a:defRPr>
            </a:lvl1pPr>
            <a:lvl2pPr algn="l">
              <a:defRPr sz="1275" b="1">
                <a:solidFill>
                  <a:srgbClr val="E86D65"/>
                </a:solidFill>
              </a:defRPr>
            </a:lvl2pPr>
            <a:lvl3pPr algn="l">
              <a:defRPr sz="1275" b="1">
                <a:solidFill>
                  <a:srgbClr val="E86D65"/>
                </a:solidFill>
              </a:defRPr>
            </a:lvl3pPr>
            <a:lvl4pPr algn="l">
              <a:defRPr sz="1275" b="1">
                <a:solidFill>
                  <a:srgbClr val="E86D65"/>
                </a:solidFill>
              </a:defRPr>
            </a:lvl4pPr>
            <a:lvl5pPr algn="l">
              <a:defRPr sz="1275" b="1">
                <a:solidFill>
                  <a:srgbClr val="E86D65"/>
                </a:solidFill>
              </a:defRPr>
            </a:lvl5pPr>
            <a:lvl6pPr algn="l">
              <a:defRPr sz="1275" b="1">
                <a:solidFill>
                  <a:srgbClr val="E86D65"/>
                </a:solidFill>
              </a:defRPr>
            </a:lvl6pPr>
            <a:lvl7pPr algn="l">
              <a:defRPr sz="1275" b="1">
                <a:solidFill>
                  <a:srgbClr val="E86D65"/>
                </a:solidFill>
              </a:defRPr>
            </a:lvl7pPr>
            <a:lvl8pPr algn="l">
              <a:defRPr sz="1275" b="1">
                <a:solidFill>
                  <a:srgbClr val="E86D65"/>
                </a:solidFill>
              </a:defRPr>
            </a:lvl8pPr>
            <a:lvl9pPr algn="l">
              <a:defRPr sz="1275" b="1">
                <a:solidFill>
                  <a:srgbClr val="E86D65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86D65"/>
                </a:solidFill>
              </a:defRPr>
            </a:pPr>
            <a:r>
              <a:rPr sz="1275" b="1">
                <a:solidFill>
                  <a:srgbClr val="E86D65"/>
                </a:solidFill>
              </a:rPr>
              <a:t>10  적대적 방해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8E1015-99EA-45B7-81A1-EBC065EA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6255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9"/>
          </a:solidFill>
          <a:ln xmlns:a="http://schemas.openxmlformats.org/drawingml/2006/main" w="9525">
            <a:solidFill>
              <a:srgbClr val="E86D6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4B7973-1076-4F77-864D-C00BC0B3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76850"/>
            <a:ext cx="565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A2AFAC"/>
                </a:solidFill>
              </a:defRPr>
            </a:defPPr>
            <a:lvl1pPr algn="ctr">
              <a:defRPr sz="1275" b="1">
                <a:solidFill>
                  <a:srgbClr val="A2AFAC"/>
                </a:solidFill>
              </a:defRPr>
            </a:lvl1pPr>
            <a:lvl2pPr algn="ctr">
              <a:defRPr sz="1275" b="1">
                <a:solidFill>
                  <a:srgbClr val="A2AFAC"/>
                </a:solidFill>
              </a:defRPr>
            </a:lvl2pPr>
            <a:lvl3pPr algn="ctr">
              <a:defRPr sz="1275" b="1">
                <a:solidFill>
                  <a:srgbClr val="A2AFAC"/>
                </a:solidFill>
              </a:defRPr>
            </a:lvl3pPr>
            <a:lvl4pPr algn="ctr">
              <a:defRPr sz="1275" b="1">
                <a:solidFill>
                  <a:srgbClr val="A2AFAC"/>
                </a:solidFill>
              </a:defRPr>
            </a:lvl4pPr>
            <a:lvl5pPr algn="ctr">
              <a:defRPr sz="1275" b="1">
                <a:solidFill>
                  <a:srgbClr val="A2AFAC"/>
                </a:solidFill>
              </a:defRPr>
            </a:lvl5pPr>
            <a:lvl6pPr algn="ctr">
              <a:defRPr sz="1275" b="1">
                <a:solidFill>
                  <a:srgbClr val="A2AFAC"/>
                </a:solidFill>
              </a:defRPr>
            </a:lvl6pPr>
            <a:lvl7pPr algn="ctr">
              <a:defRPr sz="1275" b="1">
                <a:solidFill>
                  <a:srgbClr val="A2AFAC"/>
                </a:solidFill>
              </a:defRPr>
            </a:lvl7pPr>
            <a:lvl8pPr algn="ctr">
              <a:defRPr sz="1275" b="1">
                <a:solidFill>
                  <a:srgbClr val="A2AFAC"/>
                </a:solidFill>
              </a:defRPr>
            </a:lvl8pPr>
            <a:lvl9pPr algn="ctr">
              <a:defRPr sz="1275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A2AFAC"/>
                </a:solidFill>
              </a:defRPr>
            </a:pPr>
            <a:r>
              <a:rPr sz="1275" b="1">
                <a:solidFill>
                  <a:srgbClr val="A2AFAC"/>
                </a:solidFill>
              </a:rPr>
              <a:t>적대적 방해는 낮은 신뢰·강한 이해 충돌·실질적 이익이 겹칠 때만 드물게 발생한다.</a:t>
            </a:r>
          </a:p>
        </p:txBody>
      </p:sp>
    </p:spTree>
    <p:extLst>
      <p:ext uri="{BB962C8B-B14F-4D97-AF65-F5344CB8AC3E}">
        <p14:creationId xmlns:p14="http://schemas.microsoft.com/office/powerpoint/2010/main" val="18729027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E0F6A-B217-47EA-A3A4-9A45CD1A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A6DA5-9187-495D-83AC-F7F1BB8B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VARIATION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409F6-E1A3-4088-A07D-B390B0C2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한 상황에서 몇 문장까지 가능한가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C695E-91FD-4DEB-9EBF-3B4318C4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7BFCC-8A80-4452-9339-73747668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AA8B9-7FBF-46B3-BD07-EA9713D9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38D6C4"/>
                </a:solidFill>
              </a:defRPr>
            </a:defPPr>
            <a:lvl1pPr algn="l">
              <a:defRPr sz="1575" b="1">
                <a:solidFill>
                  <a:srgbClr val="38D6C4"/>
                </a:solidFill>
              </a:defRPr>
            </a:lvl1pPr>
            <a:lvl2pPr algn="l">
              <a:defRPr sz="1575" b="1">
                <a:solidFill>
                  <a:srgbClr val="38D6C4"/>
                </a:solidFill>
              </a:defRPr>
            </a:lvl2pPr>
            <a:lvl3pPr algn="l">
              <a:defRPr sz="1575" b="1">
                <a:solidFill>
                  <a:srgbClr val="38D6C4"/>
                </a:solidFill>
              </a:defRPr>
            </a:lvl3pPr>
            <a:lvl4pPr algn="l">
              <a:defRPr sz="1575" b="1">
                <a:solidFill>
                  <a:srgbClr val="38D6C4"/>
                </a:solidFill>
              </a:defRPr>
            </a:lvl4pPr>
            <a:lvl5pPr algn="l">
              <a:defRPr sz="1575" b="1">
                <a:solidFill>
                  <a:srgbClr val="38D6C4"/>
                </a:solidFill>
              </a:defRPr>
            </a:lvl5pPr>
            <a:lvl6pPr algn="l">
              <a:defRPr sz="1575" b="1">
                <a:solidFill>
                  <a:srgbClr val="38D6C4"/>
                </a:solidFill>
              </a:defRPr>
            </a:lvl6pPr>
            <a:lvl7pPr algn="l">
              <a:defRPr sz="1575" b="1">
                <a:solidFill>
                  <a:srgbClr val="38D6C4"/>
                </a:solidFill>
              </a:defRPr>
            </a:lvl7pPr>
            <a:lvl8pPr algn="l">
              <a:defRPr sz="1575" b="1">
                <a:solidFill>
                  <a:srgbClr val="38D6C4"/>
                </a:solidFill>
              </a:defRPr>
            </a:lvl8pPr>
            <a:lvl9pPr algn="l">
              <a:defRPr sz="15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8D6C4"/>
                </a:solidFill>
              </a:defRPr>
            </a:pPr>
            <a:r>
              <a:rPr sz="1575" b="1">
                <a:solidFill>
                  <a:srgbClr val="38D6C4"/>
                </a:solidFill>
              </a:rPr>
              <a:t>이론적 판정 상태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6463B-BDF2-42DB-A3C5-98A369CE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2F5F4"/>
                </a:solidFill>
              </a:defRPr>
            </a:defPPr>
            <a:lvl1pPr algn="l">
              <a:defRPr sz="2250" b="1">
                <a:solidFill>
                  <a:srgbClr val="F2F5F4"/>
                </a:solidFill>
              </a:defRPr>
            </a:lvl1pPr>
            <a:lvl2pPr algn="l">
              <a:defRPr sz="2250" b="1">
                <a:solidFill>
                  <a:srgbClr val="F2F5F4"/>
                </a:solidFill>
              </a:defRPr>
            </a:lvl2pPr>
            <a:lvl3pPr algn="l">
              <a:defRPr sz="2250" b="1">
                <a:solidFill>
                  <a:srgbClr val="F2F5F4"/>
                </a:solidFill>
              </a:defRPr>
            </a:lvl3pPr>
            <a:lvl4pPr algn="l">
              <a:defRPr sz="2250" b="1">
                <a:solidFill>
                  <a:srgbClr val="F2F5F4"/>
                </a:solidFill>
              </a:defRPr>
            </a:lvl4pPr>
            <a:lvl5pPr algn="l">
              <a:defRPr sz="2250" b="1">
                <a:solidFill>
                  <a:srgbClr val="F2F5F4"/>
                </a:solidFill>
              </a:defRPr>
            </a:lvl5pPr>
            <a:lvl6pPr algn="l">
              <a:defRPr sz="2250" b="1">
                <a:solidFill>
                  <a:srgbClr val="F2F5F4"/>
                </a:solidFill>
              </a:defRPr>
            </a:lvl6pPr>
            <a:lvl7pPr algn="l">
              <a:defRPr sz="2250" b="1">
                <a:solidFill>
                  <a:srgbClr val="F2F5F4"/>
                </a:solidFill>
              </a:defRPr>
            </a:lvl7pPr>
            <a:lvl8pPr algn="l">
              <a:defRPr sz="2250" b="1">
                <a:solidFill>
                  <a:srgbClr val="F2F5F4"/>
                </a:solidFill>
              </a:defRPr>
            </a:lvl8pPr>
            <a:lvl9pPr algn="l">
              <a:defRPr sz="22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2F5F4"/>
                </a:solidFill>
              </a:defRPr>
            </a:pPr>
            <a:r>
              <a:rPr sz="2250" b="1">
                <a:solidFill>
                  <a:srgbClr val="F2F5F4"/>
                </a:solidFill>
              </a:rPr>
              <a:t>36C5 = 376,992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E3521-3EE5-4FA2-906E-ABCF654C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2AFAC"/>
                </a:solidFill>
              </a:defRPr>
            </a:defPPr>
            <a:lvl1pPr algn="l">
              <a:defRPr sz="1275" b="0">
                <a:solidFill>
                  <a:srgbClr val="A2AFAC"/>
                </a:solidFill>
              </a:defRPr>
            </a:lvl1pPr>
            <a:lvl2pPr algn="l">
              <a:defRPr sz="1275" b="0">
                <a:solidFill>
                  <a:srgbClr val="A2AFAC"/>
                </a:solidFill>
              </a:defRPr>
            </a:lvl2pPr>
            <a:lvl3pPr algn="l">
              <a:defRPr sz="1275" b="0">
                <a:solidFill>
                  <a:srgbClr val="A2AFAC"/>
                </a:solidFill>
              </a:defRPr>
            </a:lvl3pPr>
            <a:lvl4pPr algn="l">
              <a:defRPr sz="1275" b="0">
                <a:solidFill>
                  <a:srgbClr val="A2AFAC"/>
                </a:solidFill>
              </a:defRPr>
            </a:lvl4pPr>
            <a:lvl5pPr algn="l">
              <a:defRPr sz="1275" b="0">
                <a:solidFill>
                  <a:srgbClr val="A2AFAC"/>
                </a:solidFill>
              </a:defRPr>
            </a:lvl5pPr>
            <a:lvl6pPr algn="l">
              <a:defRPr sz="1275" b="0">
                <a:solidFill>
                  <a:srgbClr val="A2AFAC"/>
                </a:solidFill>
              </a:defRPr>
            </a:lvl6pPr>
            <a:lvl7pPr algn="l">
              <a:defRPr sz="1275" b="0">
                <a:solidFill>
                  <a:srgbClr val="A2AFAC"/>
                </a:solidFill>
              </a:defRPr>
            </a:lvl7pPr>
            <a:lvl8pPr algn="l">
              <a:defRPr sz="1275" b="0">
                <a:solidFill>
                  <a:srgbClr val="A2AFAC"/>
                </a:solidFill>
              </a:defRPr>
            </a:lvl8pPr>
            <a:lvl9pPr algn="l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캐릭터 한 명의 성격 조합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C18C4-A22E-4074-B2D4-522536DE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2F5F4"/>
                </a:solidFill>
              </a:defRPr>
            </a:defPPr>
            <a:lvl1pPr algn="l">
              <a:defRPr sz="1650" b="1">
                <a:solidFill>
                  <a:srgbClr val="F2F5F4"/>
                </a:solidFill>
              </a:defRPr>
            </a:lvl1pPr>
            <a:lvl2pPr algn="l">
              <a:defRPr sz="1650" b="1">
                <a:solidFill>
                  <a:srgbClr val="F2F5F4"/>
                </a:solidFill>
              </a:defRPr>
            </a:lvl2pPr>
            <a:lvl3pPr algn="l">
              <a:defRPr sz="1650" b="1">
                <a:solidFill>
                  <a:srgbClr val="F2F5F4"/>
                </a:solidFill>
              </a:defRPr>
            </a:lvl3pPr>
            <a:lvl4pPr algn="l">
              <a:defRPr sz="1650" b="1">
                <a:solidFill>
                  <a:srgbClr val="F2F5F4"/>
                </a:solidFill>
              </a:defRPr>
            </a:lvl4pPr>
            <a:lvl5pPr algn="l">
              <a:defRPr sz="1650" b="1">
                <a:solidFill>
                  <a:srgbClr val="F2F5F4"/>
                </a:solidFill>
              </a:defRPr>
            </a:lvl5pPr>
            <a:lvl6pPr algn="l">
              <a:defRPr sz="1650" b="1">
                <a:solidFill>
                  <a:srgbClr val="F2F5F4"/>
                </a:solidFill>
              </a:defRPr>
            </a:lvl6pPr>
            <a:lvl7pPr algn="l">
              <a:defRPr sz="1650" b="1">
                <a:solidFill>
                  <a:srgbClr val="F2F5F4"/>
                </a:solidFill>
              </a:defRPr>
            </a:lvl7pPr>
            <a:lvl8pPr algn="l">
              <a:defRPr sz="1650" b="1">
                <a:solidFill>
                  <a:srgbClr val="F2F5F4"/>
                </a:solidFill>
              </a:defRPr>
            </a:lvl8pPr>
            <a:lvl9pPr algn="l">
              <a:defRPr sz="16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2F5F4"/>
                </a:solidFill>
              </a:defRPr>
            </a:pPr>
            <a:r>
              <a:rPr sz="1650" b="1">
                <a:solidFill>
                  <a:srgbClr val="F2F5F4"/>
                </a:solidFill>
              </a:rPr>
              <a:t>376,992² × 10 × 6 × 4 ×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CF7A2-32BD-418F-946D-64A0AD2F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38D6C4"/>
                </a:solidFill>
              </a:defRPr>
            </a:defPPr>
            <a:lvl1pPr algn="l">
              <a:defRPr sz="3150" b="1">
                <a:solidFill>
                  <a:srgbClr val="38D6C4"/>
                </a:solidFill>
              </a:defRPr>
            </a:lvl1pPr>
            <a:lvl2pPr algn="l">
              <a:defRPr sz="3150" b="1">
                <a:solidFill>
                  <a:srgbClr val="38D6C4"/>
                </a:solidFill>
              </a:defRPr>
            </a:lvl2pPr>
            <a:lvl3pPr algn="l">
              <a:defRPr sz="3150" b="1">
                <a:solidFill>
                  <a:srgbClr val="38D6C4"/>
                </a:solidFill>
              </a:defRPr>
            </a:lvl3pPr>
            <a:lvl4pPr algn="l">
              <a:defRPr sz="3150" b="1">
                <a:solidFill>
                  <a:srgbClr val="38D6C4"/>
                </a:solidFill>
              </a:defRPr>
            </a:lvl4pPr>
            <a:lvl5pPr algn="l">
              <a:defRPr sz="3150" b="1">
                <a:solidFill>
                  <a:srgbClr val="38D6C4"/>
                </a:solidFill>
              </a:defRPr>
            </a:lvl5pPr>
            <a:lvl6pPr algn="l">
              <a:defRPr sz="3150" b="1">
                <a:solidFill>
                  <a:srgbClr val="38D6C4"/>
                </a:solidFill>
              </a:defRPr>
            </a:lvl6pPr>
            <a:lvl7pPr algn="l">
              <a:defRPr sz="3150" b="1">
                <a:solidFill>
                  <a:srgbClr val="38D6C4"/>
                </a:solidFill>
              </a:defRPr>
            </a:lvl7pPr>
            <a:lvl8pPr algn="l">
              <a:defRPr sz="3150" b="1">
                <a:solidFill>
                  <a:srgbClr val="38D6C4"/>
                </a:solidFill>
              </a:defRPr>
            </a:lvl8pPr>
            <a:lvl9pPr algn="l">
              <a:defRPr sz="31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38D6C4"/>
                </a:solidFill>
              </a:defRPr>
            </a:pPr>
            <a:r>
              <a:rPr sz="3150" b="1">
                <a:solidFill>
                  <a:srgbClr val="38D6C4"/>
                </a:solidFill>
              </a:rPr>
              <a:t>≈ 102.3조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57566-EB77-43A6-AFEF-3668F6A0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2AFAC"/>
                </a:solidFill>
              </a:defRPr>
            </a:defPPr>
            <a:lvl1pPr algn="l">
              <a:defRPr sz="1200" b="0">
                <a:solidFill>
                  <a:srgbClr val="A2AFAC"/>
                </a:solidFill>
              </a:defRPr>
            </a:lvl1pPr>
            <a:lvl2pPr algn="l">
              <a:defRPr sz="1200" b="0">
                <a:solidFill>
                  <a:srgbClr val="A2AFAC"/>
                </a:solidFill>
              </a:defRPr>
            </a:lvl2pPr>
            <a:lvl3pPr algn="l">
              <a:defRPr sz="1200" b="0">
                <a:solidFill>
                  <a:srgbClr val="A2AFAC"/>
                </a:solidFill>
              </a:defRPr>
            </a:lvl3pPr>
            <a:lvl4pPr algn="l">
              <a:defRPr sz="1200" b="0">
                <a:solidFill>
                  <a:srgbClr val="A2AFAC"/>
                </a:solidFill>
              </a:defRPr>
            </a:lvl4pPr>
            <a:lvl5pPr algn="l">
              <a:defRPr sz="1200" b="0">
                <a:solidFill>
                  <a:srgbClr val="A2AFAC"/>
                </a:solidFill>
              </a:defRPr>
            </a:lvl5pPr>
            <a:lvl6pPr algn="l">
              <a:defRPr sz="1200" b="0">
                <a:solidFill>
                  <a:srgbClr val="A2AFAC"/>
                </a:solidFill>
              </a:defRPr>
            </a:lvl6pPr>
            <a:lvl7pPr algn="l">
              <a:defRPr sz="1200" b="0">
                <a:solidFill>
                  <a:srgbClr val="A2AFAC"/>
                </a:solidFill>
              </a:defRPr>
            </a:lvl7pPr>
            <a:lvl8pPr algn="l">
              <a:defRPr sz="1200" b="0">
                <a:solidFill>
                  <a:srgbClr val="A2AFAC"/>
                </a:solidFill>
              </a:defRPr>
            </a:lvl8pPr>
            <a:lvl9pPr algn="l">
              <a:defRPr sz="120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2AFAC"/>
                </a:solidFill>
              </a:defRPr>
            </a:pPr>
            <a:r>
              <a:rPr sz="1200" b="0">
                <a:solidFill>
                  <a:srgbClr val="A2AFAC"/>
                </a:solidFill>
              </a:rPr>
              <a:t>두 캐릭터 × 행동 양식 × 관계 × 상태 × 물자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BC7EF-121C-4024-A1F0-1F6FBF69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51435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9"/>
          </a:solidFill>
          <a:ln xmlns:a="http://schemas.openxmlformats.org/drawingml/2006/main" w="9525">
            <a:solidFill>
              <a:srgbClr val="2B38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318D1-82A4-4E2B-A7D0-F7DB1B4E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E9C46A"/>
                </a:solidFill>
              </a:defRPr>
            </a:defPPr>
            <a:lvl1pPr algn="ctr">
              <a:defRPr sz="1575" b="1">
                <a:solidFill>
                  <a:srgbClr val="E9C46A"/>
                </a:solidFill>
              </a:defRPr>
            </a:lvl1pPr>
            <a:lvl2pPr algn="ctr">
              <a:defRPr sz="1575" b="1">
                <a:solidFill>
                  <a:srgbClr val="E9C46A"/>
                </a:solidFill>
              </a:defRPr>
            </a:lvl2pPr>
            <a:lvl3pPr algn="ctr">
              <a:defRPr sz="1575" b="1">
                <a:solidFill>
                  <a:srgbClr val="E9C46A"/>
                </a:solidFill>
              </a:defRPr>
            </a:lvl3pPr>
            <a:lvl4pPr algn="ctr">
              <a:defRPr sz="1575" b="1">
                <a:solidFill>
                  <a:srgbClr val="E9C46A"/>
                </a:solidFill>
              </a:defRPr>
            </a:lvl4pPr>
            <a:lvl5pPr algn="ctr">
              <a:defRPr sz="1575" b="1">
                <a:solidFill>
                  <a:srgbClr val="E9C46A"/>
                </a:solidFill>
              </a:defRPr>
            </a:lvl5pPr>
            <a:lvl6pPr algn="ctr">
              <a:defRPr sz="1575" b="1">
                <a:solidFill>
                  <a:srgbClr val="E9C46A"/>
                </a:solidFill>
              </a:defRPr>
            </a:lvl6pPr>
            <a:lvl7pPr algn="ctr">
              <a:defRPr sz="1575" b="1">
                <a:solidFill>
                  <a:srgbClr val="E9C46A"/>
                </a:solidFill>
              </a:defRPr>
            </a:lvl7pPr>
            <a:lvl8pPr algn="ctr">
              <a:defRPr sz="1575" b="1">
                <a:solidFill>
                  <a:srgbClr val="E9C46A"/>
                </a:solidFill>
              </a:defRPr>
            </a:lvl8pPr>
            <a:lvl9pPr algn="ctr">
              <a:defRPr sz="1575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E9C46A"/>
                </a:solidFill>
              </a:defRPr>
            </a:pPr>
            <a:r>
              <a:rPr sz="1575" b="1">
                <a:solidFill>
                  <a:srgbClr val="E9C46A"/>
                </a:solidFill>
              </a:rPr>
              <a:t>실무용 모듈 문장 조합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536C6-B899-4DD6-8BB9-F4103127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2F5F4"/>
                </a:solidFill>
              </a:defRPr>
            </a:defPPr>
            <a:lvl1pPr algn="ctr">
              <a:defRPr sz="2025" b="1">
                <a:solidFill>
                  <a:srgbClr val="F2F5F4"/>
                </a:solidFill>
              </a:defRPr>
            </a:lvl1pPr>
            <a:lvl2pPr algn="ctr">
              <a:defRPr sz="2025" b="1">
                <a:solidFill>
                  <a:srgbClr val="F2F5F4"/>
                </a:solidFill>
              </a:defRPr>
            </a:lvl2pPr>
            <a:lvl3pPr algn="ctr">
              <a:defRPr sz="2025" b="1">
                <a:solidFill>
                  <a:srgbClr val="F2F5F4"/>
                </a:solidFill>
              </a:defRPr>
            </a:lvl3pPr>
            <a:lvl4pPr algn="ctr">
              <a:defRPr sz="2025" b="1">
                <a:solidFill>
                  <a:srgbClr val="F2F5F4"/>
                </a:solidFill>
              </a:defRPr>
            </a:lvl4pPr>
            <a:lvl5pPr algn="ctr">
              <a:defRPr sz="2025" b="1">
                <a:solidFill>
                  <a:srgbClr val="F2F5F4"/>
                </a:solidFill>
              </a:defRPr>
            </a:lvl5pPr>
            <a:lvl6pPr algn="ctr">
              <a:defRPr sz="2025" b="1">
                <a:solidFill>
                  <a:srgbClr val="F2F5F4"/>
                </a:solidFill>
              </a:defRPr>
            </a:lvl6pPr>
            <a:lvl7pPr algn="ctr">
              <a:defRPr sz="2025" b="1">
                <a:solidFill>
                  <a:srgbClr val="F2F5F4"/>
                </a:solidFill>
              </a:defRPr>
            </a:lvl7pPr>
            <a:lvl8pPr algn="ctr">
              <a:defRPr sz="2025" b="1">
                <a:solidFill>
                  <a:srgbClr val="F2F5F4"/>
                </a:solidFill>
              </a:defRPr>
            </a:lvl8pPr>
            <a:lvl9pPr algn="ctr">
              <a:defRPr sz="20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2F5F4"/>
                </a:solidFill>
              </a:defRPr>
            </a:pPr>
            <a:r>
              <a:rPr sz="2025" b="1">
                <a:solidFill>
                  <a:srgbClr val="F2F5F4"/>
                </a:solidFill>
              </a:rPr>
              <a:t>12 × 10 × 10 × 8 × 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0C815-A1CD-4645-967C-0C3F1803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A2AFAC"/>
                </a:solidFill>
              </a:defRPr>
            </a:defPPr>
            <a:lvl1pPr algn="ctr">
              <a:defRPr sz="1275" b="0">
                <a:solidFill>
                  <a:srgbClr val="A2AFAC"/>
                </a:solidFill>
              </a:defRPr>
            </a:lvl1pPr>
            <a:lvl2pPr algn="ctr">
              <a:defRPr sz="1275" b="0">
                <a:solidFill>
                  <a:srgbClr val="A2AFAC"/>
                </a:solidFill>
              </a:defRPr>
            </a:lvl2pPr>
            <a:lvl3pPr algn="ctr">
              <a:defRPr sz="1275" b="0">
                <a:solidFill>
                  <a:srgbClr val="A2AFAC"/>
                </a:solidFill>
              </a:defRPr>
            </a:lvl3pPr>
            <a:lvl4pPr algn="ctr">
              <a:defRPr sz="1275" b="0">
                <a:solidFill>
                  <a:srgbClr val="A2AFAC"/>
                </a:solidFill>
              </a:defRPr>
            </a:lvl4pPr>
            <a:lvl5pPr algn="ctr">
              <a:defRPr sz="1275" b="0">
                <a:solidFill>
                  <a:srgbClr val="A2AFAC"/>
                </a:solidFill>
              </a:defRPr>
            </a:lvl5pPr>
            <a:lvl6pPr algn="ctr">
              <a:defRPr sz="1275" b="0">
                <a:solidFill>
                  <a:srgbClr val="A2AFAC"/>
                </a:solidFill>
              </a:defRPr>
            </a:lvl6pPr>
            <a:lvl7pPr algn="ctr">
              <a:defRPr sz="1275" b="0">
                <a:solidFill>
                  <a:srgbClr val="A2AFAC"/>
                </a:solidFill>
              </a:defRPr>
            </a:lvl7pPr>
            <a:lvl8pPr algn="ctr">
              <a:defRPr sz="1275" b="0">
                <a:solidFill>
                  <a:srgbClr val="A2AFAC"/>
                </a:solidFill>
              </a:defRPr>
            </a:lvl8pPr>
            <a:lvl9pPr algn="ctr">
              <a:defRPr sz="127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A2AFAC"/>
                </a:solidFill>
              </a:defRPr>
            </a:pPr>
            <a:r>
              <a:rPr sz="1275" b="0">
                <a:solidFill>
                  <a:srgbClr val="A2AFAC"/>
                </a:solidFill>
              </a:rPr>
              <a:t>인지 · 판단 · 행동 · 반응 ·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8D42E-DCFC-41D8-8F7D-9A1F0F3B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449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E9C46A"/>
                </a:solidFill>
              </a:defRPr>
            </a:defPPr>
            <a:lvl1pPr algn="ctr">
              <a:defRPr sz="3000" b="1">
                <a:solidFill>
                  <a:srgbClr val="E9C46A"/>
                </a:solidFill>
              </a:defRPr>
            </a:lvl1pPr>
            <a:lvl2pPr algn="ctr">
              <a:defRPr sz="3000" b="1">
                <a:solidFill>
                  <a:srgbClr val="E9C46A"/>
                </a:solidFill>
              </a:defRPr>
            </a:lvl2pPr>
            <a:lvl3pPr algn="ctr">
              <a:defRPr sz="3000" b="1">
                <a:solidFill>
                  <a:srgbClr val="E9C46A"/>
                </a:solidFill>
              </a:defRPr>
            </a:lvl3pPr>
            <a:lvl4pPr algn="ctr">
              <a:defRPr sz="3000" b="1">
                <a:solidFill>
                  <a:srgbClr val="E9C46A"/>
                </a:solidFill>
              </a:defRPr>
            </a:lvl4pPr>
            <a:lvl5pPr algn="ctr">
              <a:defRPr sz="3000" b="1">
                <a:solidFill>
                  <a:srgbClr val="E9C46A"/>
                </a:solidFill>
              </a:defRPr>
            </a:lvl5pPr>
            <a:lvl6pPr algn="ctr">
              <a:defRPr sz="3000" b="1">
                <a:solidFill>
                  <a:srgbClr val="E9C46A"/>
                </a:solidFill>
              </a:defRPr>
            </a:lvl6pPr>
            <a:lvl7pPr algn="ctr">
              <a:defRPr sz="3000" b="1">
                <a:solidFill>
                  <a:srgbClr val="E9C46A"/>
                </a:solidFill>
              </a:defRPr>
            </a:lvl7pPr>
            <a:lvl8pPr algn="ctr">
              <a:defRPr sz="3000" b="1">
                <a:solidFill>
                  <a:srgbClr val="E9C46A"/>
                </a:solidFill>
              </a:defRPr>
            </a:lvl8pPr>
            <a:lvl9pPr algn="ctr">
              <a:defRPr sz="3000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E9C46A"/>
                </a:solidFill>
              </a:defRPr>
            </a:pPr>
            <a:r>
              <a:rPr sz="3000" b="1">
                <a:solidFill>
                  <a:srgbClr val="E9C46A"/>
                </a:solidFill>
              </a:rPr>
              <a:t>57,600개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A9F5C-84A7-409E-88F4-F07F2DA3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A2AFAC"/>
                </a:solidFill>
              </a:defRPr>
            </a:defPPr>
            <a:lvl1pPr algn="ctr">
              <a:defRPr sz="1200" b="0">
                <a:solidFill>
                  <a:srgbClr val="A2AFAC"/>
                </a:solidFill>
              </a:defRPr>
            </a:lvl1pPr>
            <a:lvl2pPr algn="ctr">
              <a:defRPr sz="1200" b="0">
                <a:solidFill>
                  <a:srgbClr val="A2AFAC"/>
                </a:solidFill>
              </a:defRPr>
            </a:lvl2pPr>
            <a:lvl3pPr algn="ctr">
              <a:defRPr sz="1200" b="0">
                <a:solidFill>
                  <a:srgbClr val="A2AFAC"/>
                </a:solidFill>
              </a:defRPr>
            </a:lvl3pPr>
            <a:lvl4pPr algn="ctr">
              <a:defRPr sz="1200" b="0">
                <a:solidFill>
                  <a:srgbClr val="A2AFAC"/>
                </a:solidFill>
              </a:defRPr>
            </a:lvl4pPr>
            <a:lvl5pPr algn="ctr">
              <a:defRPr sz="1200" b="0">
                <a:solidFill>
                  <a:srgbClr val="A2AFAC"/>
                </a:solidFill>
              </a:defRPr>
            </a:lvl5pPr>
            <a:lvl6pPr algn="ctr">
              <a:defRPr sz="1200" b="0">
                <a:solidFill>
                  <a:srgbClr val="A2AFAC"/>
                </a:solidFill>
              </a:defRPr>
            </a:lvl6pPr>
            <a:lvl7pPr algn="ctr">
              <a:defRPr sz="1200" b="0">
                <a:solidFill>
                  <a:srgbClr val="A2AFAC"/>
                </a:solidFill>
              </a:defRPr>
            </a:lvl7pPr>
            <a:lvl8pPr algn="ctr">
              <a:defRPr sz="1200" b="0">
                <a:solidFill>
                  <a:srgbClr val="A2AFAC"/>
                </a:solidFill>
              </a:defRPr>
            </a:lvl8pPr>
            <a:lvl9pPr algn="ctr">
              <a:defRPr sz="120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A2AFAC"/>
                </a:solidFill>
              </a:defRPr>
            </a:pPr>
            <a:r>
              <a:rPr sz="1200" b="0">
                <a:solidFill>
                  <a:srgbClr val="A2AFAC"/>
                </a:solidFill>
              </a:rPr>
              <a:t>문법·인과·중복 필터 전 최대치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5B9296-690A-40A3-A92F-ABB6779E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006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2F5F4"/>
                </a:solidFill>
              </a:defRPr>
            </a:defPPr>
            <a:lvl1pPr algn="ctr">
              <a:defRPr sz="1425" b="1">
                <a:solidFill>
                  <a:srgbClr val="F2F5F4"/>
                </a:solidFill>
              </a:defRPr>
            </a:lvl1pPr>
            <a:lvl2pPr algn="ctr">
              <a:defRPr sz="1425" b="1">
                <a:solidFill>
                  <a:srgbClr val="F2F5F4"/>
                </a:solidFill>
              </a:defRPr>
            </a:lvl2pPr>
            <a:lvl3pPr algn="ctr">
              <a:defRPr sz="1425" b="1">
                <a:solidFill>
                  <a:srgbClr val="F2F5F4"/>
                </a:solidFill>
              </a:defRPr>
            </a:lvl3pPr>
            <a:lvl4pPr algn="ctr">
              <a:defRPr sz="1425" b="1">
                <a:solidFill>
                  <a:srgbClr val="F2F5F4"/>
                </a:solidFill>
              </a:defRPr>
            </a:lvl4pPr>
            <a:lvl5pPr algn="ctr">
              <a:defRPr sz="1425" b="1">
                <a:solidFill>
                  <a:srgbClr val="F2F5F4"/>
                </a:solidFill>
              </a:defRPr>
            </a:lvl5pPr>
            <a:lvl6pPr algn="ctr">
              <a:defRPr sz="1425" b="1">
                <a:solidFill>
                  <a:srgbClr val="F2F5F4"/>
                </a:solidFill>
              </a:defRPr>
            </a:lvl6pPr>
            <a:lvl7pPr algn="ctr">
              <a:defRPr sz="1425" b="1">
                <a:solidFill>
                  <a:srgbClr val="F2F5F4"/>
                </a:solidFill>
              </a:defRPr>
            </a:lvl7pPr>
            <a:lvl8pPr algn="ctr">
              <a:defRPr sz="1425" b="1">
                <a:solidFill>
                  <a:srgbClr val="F2F5F4"/>
                </a:solidFill>
              </a:defRPr>
            </a:lvl8pPr>
            <a:lvl9pPr algn="ctr">
              <a:defRPr sz="1425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2F5F4"/>
                </a:solidFill>
              </a:defRPr>
            </a:pPr>
            <a:r>
              <a:rPr sz="1425" b="1">
                <a:solidFill>
                  <a:srgbClr val="F2F5F4"/>
                </a:solidFill>
              </a:rPr>
              <a:t>102.3조는 상태 공간이며 실제 문장 수가 아니다. 핵심 사건은 의미가 구별되는 100~500개부터 제작한다.</a:t>
            </a:r>
          </a:p>
        </p:txBody>
      </p:sp>
    </p:spTree>
    <p:extLst>
      <p:ext uri="{BB962C8B-B14F-4D97-AF65-F5344CB8AC3E}">
        <p14:creationId xmlns:p14="http://schemas.microsoft.com/office/powerpoint/2010/main" val="4540125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4A1D8-72A3-48F4-BB57-B569767B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8F9F3-72A1-40D3-9E0A-EE14DA04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LOOT &amp;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9AC81-B613-45C2-A05A-4A192A91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무기·아이템·현장 드롭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55A51-D224-4DB7-B6B0-49EE0232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175F9-BA81-40C7-8B84-A2E8A08B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6A4CB-641A-4FF0-8C64-396F4ED6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86D65"/>
                </a:solidFill>
              </a:defRPr>
            </a:defPPr>
            <a:lvl1pPr algn="l">
              <a:defRPr sz="1350" b="1">
                <a:solidFill>
                  <a:srgbClr val="E86D65"/>
                </a:solidFill>
              </a:defRPr>
            </a:lvl1pPr>
            <a:lvl2pPr algn="l">
              <a:defRPr sz="1350" b="1">
                <a:solidFill>
                  <a:srgbClr val="E86D65"/>
                </a:solidFill>
              </a:defRPr>
            </a:lvl2pPr>
            <a:lvl3pPr algn="l">
              <a:defRPr sz="1350" b="1">
                <a:solidFill>
                  <a:srgbClr val="E86D65"/>
                </a:solidFill>
              </a:defRPr>
            </a:lvl3pPr>
            <a:lvl4pPr algn="l">
              <a:defRPr sz="1350" b="1">
                <a:solidFill>
                  <a:srgbClr val="E86D65"/>
                </a:solidFill>
              </a:defRPr>
            </a:lvl4pPr>
            <a:lvl5pPr algn="l">
              <a:defRPr sz="1350" b="1">
                <a:solidFill>
                  <a:srgbClr val="E86D65"/>
                </a:solidFill>
              </a:defRPr>
            </a:lvl5pPr>
            <a:lvl6pPr algn="l">
              <a:defRPr sz="1350" b="1">
                <a:solidFill>
                  <a:srgbClr val="E86D65"/>
                </a:solidFill>
              </a:defRPr>
            </a:lvl6pPr>
            <a:lvl7pPr algn="l">
              <a:defRPr sz="1350" b="1">
                <a:solidFill>
                  <a:srgbClr val="E86D65"/>
                </a:solidFill>
              </a:defRPr>
            </a:lvl7pPr>
            <a:lvl8pPr algn="l">
              <a:defRPr sz="1350" b="1">
                <a:solidFill>
                  <a:srgbClr val="E86D65"/>
                </a:solidFill>
              </a:defRPr>
            </a:lvl8pPr>
            <a:lvl9pPr algn="l">
              <a:defRPr sz="1350" b="1">
                <a:solidFill>
                  <a:srgbClr val="E86D6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86D65"/>
                </a:solidFill>
              </a:defRPr>
            </a:pPr>
            <a:r>
              <a:rPr sz="1350" b="1">
                <a:solidFill>
                  <a:srgbClr val="E86D65"/>
                </a:solidFill>
              </a:rPr>
              <a:t>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AD73C-6319-4E27-9E2E-F3FFFFFF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2F5F4"/>
                </a:solidFill>
              </a:defRPr>
            </a:defPPr>
            <a:lvl1pPr algn="l">
              <a:defRPr sz="1350" b="0">
                <a:solidFill>
                  <a:srgbClr val="F2F5F4"/>
                </a:solidFill>
              </a:defRPr>
            </a:lvl1pPr>
            <a:lvl2pPr algn="l">
              <a:defRPr sz="1350" b="0">
                <a:solidFill>
                  <a:srgbClr val="F2F5F4"/>
                </a:solidFill>
              </a:defRPr>
            </a:lvl2pPr>
            <a:lvl3pPr algn="l">
              <a:defRPr sz="1350" b="0">
                <a:solidFill>
                  <a:srgbClr val="F2F5F4"/>
                </a:solidFill>
              </a:defRPr>
            </a:lvl3pPr>
            <a:lvl4pPr algn="l">
              <a:defRPr sz="1350" b="0">
                <a:solidFill>
                  <a:srgbClr val="F2F5F4"/>
                </a:solidFill>
              </a:defRPr>
            </a:lvl4pPr>
            <a:lvl5pPr algn="l">
              <a:defRPr sz="1350" b="0">
                <a:solidFill>
                  <a:srgbClr val="F2F5F4"/>
                </a:solidFill>
              </a:defRPr>
            </a:lvl5pPr>
            <a:lvl6pPr algn="l">
              <a:defRPr sz="1350" b="0">
                <a:solidFill>
                  <a:srgbClr val="F2F5F4"/>
                </a:solidFill>
              </a:defRPr>
            </a:lvl6pPr>
            <a:lvl7pPr algn="l">
              <a:defRPr sz="1350" b="0">
                <a:solidFill>
                  <a:srgbClr val="F2F5F4"/>
                </a:solidFill>
              </a:defRPr>
            </a:lvl7pPr>
            <a:lvl8pPr algn="l">
              <a:defRPr sz="1350" b="0">
                <a:solidFill>
                  <a:srgbClr val="F2F5F4"/>
                </a:solidFill>
              </a:defRPr>
            </a:lvl8pPr>
            <a:lvl9pPr algn="l">
              <a:defRPr sz="135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5F4"/>
                </a:solidFill>
              </a:defRPr>
            </a:pPr>
            <a:r>
              <a:rPr sz="1350" b="0">
                <a:solidFill>
                  <a:srgbClr val="F2F5F4"/>
                </a:solidFill>
              </a:rPr>
              <a:t>공격력·명중·사거리·행동 속도와 대응 가능한 적 유형을 통해 전투력에 직접 영향을 준다.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9499A-93DA-4AC2-A813-8BA87C6C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기능 아이템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2D978-B9B1-4CEE-A6D1-C3C22E9B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2F5F4"/>
                </a:solidFill>
              </a:defRPr>
            </a:defPPr>
            <a:lvl1pPr algn="l">
              <a:defRPr sz="1350" b="0">
                <a:solidFill>
                  <a:srgbClr val="F2F5F4"/>
                </a:solidFill>
              </a:defRPr>
            </a:lvl1pPr>
            <a:lvl2pPr algn="l">
              <a:defRPr sz="1350" b="0">
                <a:solidFill>
                  <a:srgbClr val="F2F5F4"/>
                </a:solidFill>
              </a:defRPr>
            </a:lvl2pPr>
            <a:lvl3pPr algn="l">
              <a:defRPr sz="1350" b="0">
                <a:solidFill>
                  <a:srgbClr val="F2F5F4"/>
                </a:solidFill>
              </a:defRPr>
            </a:lvl3pPr>
            <a:lvl4pPr algn="l">
              <a:defRPr sz="1350" b="0">
                <a:solidFill>
                  <a:srgbClr val="F2F5F4"/>
                </a:solidFill>
              </a:defRPr>
            </a:lvl4pPr>
            <a:lvl5pPr algn="l">
              <a:defRPr sz="1350" b="0">
                <a:solidFill>
                  <a:srgbClr val="F2F5F4"/>
                </a:solidFill>
              </a:defRPr>
            </a:lvl5pPr>
            <a:lvl6pPr algn="l">
              <a:defRPr sz="1350" b="0">
                <a:solidFill>
                  <a:srgbClr val="F2F5F4"/>
                </a:solidFill>
              </a:defRPr>
            </a:lvl6pPr>
            <a:lvl7pPr algn="l">
              <a:defRPr sz="1350" b="0">
                <a:solidFill>
                  <a:srgbClr val="F2F5F4"/>
                </a:solidFill>
              </a:defRPr>
            </a:lvl7pPr>
            <a:lvl8pPr algn="l">
              <a:defRPr sz="1350" b="0">
                <a:solidFill>
                  <a:srgbClr val="F2F5F4"/>
                </a:solidFill>
              </a:defRPr>
            </a:lvl8pPr>
            <a:lvl9pPr algn="l">
              <a:defRPr sz="135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5F4"/>
                </a:solidFill>
              </a:defRPr>
            </a:pPr>
            <a:r>
              <a:rPr sz="1350" b="0">
                <a:solidFill>
                  <a:srgbClr val="F2F5F4"/>
                </a:solidFill>
              </a:rPr>
              <a:t>치료·탐색·운반·은폐·오염 방지 등 탐사의 부수 효과를 제공한다.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F26F0-DAF2-45C1-A1A8-B79CABF8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9C46A"/>
                </a:solidFill>
              </a:defRPr>
            </a:defPPr>
            <a:lvl1pPr algn="l">
              <a:defRPr sz="1350" b="1">
                <a:solidFill>
                  <a:srgbClr val="E9C46A"/>
                </a:solidFill>
              </a:defRPr>
            </a:lvl1pPr>
            <a:lvl2pPr algn="l">
              <a:defRPr sz="1350" b="1">
                <a:solidFill>
                  <a:srgbClr val="E9C46A"/>
                </a:solidFill>
              </a:defRPr>
            </a:lvl2pPr>
            <a:lvl3pPr algn="l">
              <a:defRPr sz="1350" b="1">
                <a:solidFill>
                  <a:srgbClr val="E9C46A"/>
                </a:solidFill>
              </a:defRPr>
            </a:lvl3pPr>
            <a:lvl4pPr algn="l">
              <a:defRPr sz="1350" b="1">
                <a:solidFill>
                  <a:srgbClr val="E9C46A"/>
                </a:solidFill>
              </a:defRPr>
            </a:lvl4pPr>
            <a:lvl5pPr algn="l">
              <a:defRPr sz="1350" b="1">
                <a:solidFill>
                  <a:srgbClr val="E9C46A"/>
                </a:solidFill>
              </a:defRPr>
            </a:lvl5pPr>
            <a:lvl6pPr algn="l">
              <a:defRPr sz="1350" b="1">
                <a:solidFill>
                  <a:srgbClr val="E9C46A"/>
                </a:solidFill>
              </a:defRPr>
            </a:lvl6pPr>
            <a:lvl7pPr algn="l">
              <a:defRPr sz="1350" b="1">
                <a:solidFill>
                  <a:srgbClr val="E9C46A"/>
                </a:solidFill>
              </a:defRPr>
            </a:lvl7pPr>
            <a:lvl8pPr algn="l">
              <a:defRPr sz="1350" b="1">
                <a:solidFill>
                  <a:srgbClr val="E9C46A"/>
                </a:solidFill>
              </a:defRPr>
            </a:lvl8pPr>
            <a:lvl9pPr algn="l">
              <a:defRPr sz="1350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9C46A"/>
                </a:solidFill>
              </a:defRPr>
            </a:pPr>
            <a:r>
              <a:rPr sz="1350" b="1">
                <a:solidFill>
                  <a:srgbClr val="E9C46A"/>
                </a:solidFill>
              </a:rPr>
              <a:t>판매 아이템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96084-2C23-4916-A1AF-F6837FED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2F5F4"/>
                </a:solidFill>
              </a:defRPr>
            </a:defPPr>
            <a:lvl1pPr algn="l">
              <a:defRPr sz="1350" b="0">
                <a:solidFill>
                  <a:srgbClr val="F2F5F4"/>
                </a:solidFill>
              </a:defRPr>
            </a:lvl1pPr>
            <a:lvl2pPr algn="l">
              <a:defRPr sz="1350" b="0">
                <a:solidFill>
                  <a:srgbClr val="F2F5F4"/>
                </a:solidFill>
              </a:defRPr>
            </a:lvl2pPr>
            <a:lvl3pPr algn="l">
              <a:defRPr sz="1350" b="0">
                <a:solidFill>
                  <a:srgbClr val="F2F5F4"/>
                </a:solidFill>
              </a:defRPr>
            </a:lvl3pPr>
            <a:lvl4pPr algn="l">
              <a:defRPr sz="1350" b="0">
                <a:solidFill>
                  <a:srgbClr val="F2F5F4"/>
                </a:solidFill>
              </a:defRPr>
            </a:lvl4pPr>
            <a:lvl5pPr algn="l">
              <a:defRPr sz="1350" b="0">
                <a:solidFill>
                  <a:srgbClr val="F2F5F4"/>
                </a:solidFill>
              </a:defRPr>
            </a:lvl5pPr>
            <a:lvl6pPr algn="l">
              <a:defRPr sz="1350" b="0">
                <a:solidFill>
                  <a:srgbClr val="F2F5F4"/>
                </a:solidFill>
              </a:defRPr>
            </a:lvl6pPr>
            <a:lvl7pPr algn="l">
              <a:defRPr sz="1350" b="0">
                <a:solidFill>
                  <a:srgbClr val="F2F5F4"/>
                </a:solidFill>
              </a:defRPr>
            </a:lvl7pPr>
            <a:lvl8pPr algn="l">
              <a:defRPr sz="1350" b="0">
                <a:solidFill>
                  <a:srgbClr val="F2F5F4"/>
                </a:solidFill>
              </a:defRPr>
            </a:lvl8pPr>
            <a:lvl9pPr algn="l">
              <a:defRPr sz="135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5F4"/>
                </a:solidFill>
              </a:defRPr>
            </a:pPr>
            <a:r>
              <a:rPr sz="1350" b="0">
                <a:solidFill>
                  <a:srgbClr val="F2F5F4"/>
                </a:solidFill>
              </a:rPr>
              <a:t>상점에 판매해 크레딧과 제작·연구 재화를 얻는다.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7AFE7-1A6E-4E1F-BEEC-31B2C172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2F5F4"/>
                </a:solidFill>
              </a:defRPr>
            </a:defPPr>
            <a:lvl1pPr algn="l">
              <a:defRPr sz="1350" b="1">
                <a:solidFill>
                  <a:srgbClr val="F2F5F4"/>
                </a:solidFill>
              </a:defRPr>
            </a:lvl1pPr>
            <a:lvl2pPr algn="l">
              <a:defRPr sz="1350" b="1">
                <a:solidFill>
                  <a:srgbClr val="F2F5F4"/>
                </a:solidFill>
              </a:defRPr>
            </a:lvl2pPr>
            <a:lvl3pPr algn="l">
              <a:defRPr sz="1350" b="1">
                <a:solidFill>
                  <a:srgbClr val="F2F5F4"/>
                </a:solidFill>
              </a:defRPr>
            </a:lvl3pPr>
            <a:lvl4pPr algn="l">
              <a:defRPr sz="1350" b="1">
                <a:solidFill>
                  <a:srgbClr val="F2F5F4"/>
                </a:solidFill>
              </a:defRPr>
            </a:lvl4pPr>
            <a:lvl5pPr algn="l">
              <a:defRPr sz="1350" b="1">
                <a:solidFill>
                  <a:srgbClr val="F2F5F4"/>
                </a:solidFill>
              </a:defRPr>
            </a:lvl5pPr>
            <a:lvl6pPr algn="l">
              <a:defRPr sz="1350" b="1">
                <a:solidFill>
                  <a:srgbClr val="F2F5F4"/>
                </a:solidFill>
              </a:defRPr>
            </a:lvl6pPr>
            <a:lvl7pPr algn="l">
              <a:defRPr sz="1350" b="1">
                <a:solidFill>
                  <a:srgbClr val="F2F5F4"/>
                </a:solidFill>
              </a:defRPr>
            </a:lvl7pPr>
            <a:lvl8pPr algn="l">
              <a:defRPr sz="1350" b="1">
                <a:solidFill>
                  <a:srgbClr val="F2F5F4"/>
                </a:solidFill>
              </a:defRPr>
            </a:lvl8pPr>
            <a:lvl9pPr algn="l">
              <a:defRPr sz="13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F5F4"/>
                </a:solidFill>
              </a:defRPr>
            </a:pPr>
            <a:r>
              <a:rPr sz="1350" b="1">
                <a:solidFill>
                  <a:srgbClr val="F2F5F4"/>
                </a:solidFill>
              </a:rPr>
              <a:t>서사 아이템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C775E-869A-4294-AD92-4B9A047F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2F5F4"/>
                </a:solidFill>
              </a:defRPr>
            </a:defPPr>
            <a:lvl1pPr algn="l">
              <a:defRPr sz="1350" b="0">
                <a:solidFill>
                  <a:srgbClr val="F2F5F4"/>
                </a:solidFill>
              </a:defRPr>
            </a:lvl1pPr>
            <a:lvl2pPr algn="l">
              <a:defRPr sz="1350" b="0">
                <a:solidFill>
                  <a:srgbClr val="F2F5F4"/>
                </a:solidFill>
              </a:defRPr>
            </a:lvl2pPr>
            <a:lvl3pPr algn="l">
              <a:defRPr sz="1350" b="0">
                <a:solidFill>
                  <a:srgbClr val="F2F5F4"/>
                </a:solidFill>
              </a:defRPr>
            </a:lvl3pPr>
            <a:lvl4pPr algn="l">
              <a:defRPr sz="1350" b="0">
                <a:solidFill>
                  <a:srgbClr val="F2F5F4"/>
                </a:solidFill>
              </a:defRPr>
            </a:lvl4pPr>
            <a:lvl5pPr algn="l">
              <a:defRPr sz="1350" b="0">
                <a:solidFill>
                  <a:srgbClr val="F2F5F4"/>
                </a:solidFill>
              </a:defRPr>
            </a:lvl5pPr>
            <a:lvl6pPr algn="l">
              <a:defRPr sz="1350" b="0">
                <a:solidFill>
                  <a:srgbClr val="F2F5F4"/>
                </a:solidFill>
              </a:defRPr>
            </a:lvl6pPr>
            <a:lvl7pPr algn="l">
              <a:defRPr sz="1350" b="0">
                <a:solidFill>
                  <a:srgbClr val="F2F5F4"/>
                </a:solidFill>
              </a:defRPr>
            </a:lvl7pPr>
            <a:lvl8pPr algn="l">
              <a:defRPr sz="1350" b="0">
                <a:solidFill>
                  <a:srgbClr val="F2F5F4"/>
                </a:solidFill>
              </a:defRPr>
            </a:lvl8pPr>
            <a:lvl9pPr algn="l">
              <a:defRPr sz="135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5F4"/>
                </a:solidFill>
              </a:defRPr>
            </a:pPr>
            <a:r>
              <a:rPr sz="1350" b="0">
                <a:solidFill>
                  <a:srgbClr val="F2F5F4"/>
                </a:solidFill>
              </a:rPr>
              <a:t>로켓 목걸이에 상대 사진을 넣는 것처럼 관계·대화·자동 씬을 바꾼다.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1A859-4EE1-4C54-8804-79D9CA03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1104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19"/>
          </a:solidFill>
          <a:ln xmlns:a="http://schemas.openxmlformats.org/drawingml/2006/main" w="9525">
            <a:solidFill>
              <a:srgbClr val="E86D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273FB-64B0-4747-B029-34A41062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2F5F4"/>
                </a:solidFill>
              </a:defRPr>
            </a:defPPr>
            <a:lvl1pPr algn="ctr">
              <a:defRPr sz="1500" b="1">
                <a:solidFill>
                  <a:srgbClr val="F2F5F4"/>
                </a:solidFill>
              </a:defRPr>
            </a:lvl1pPr>
            <a:lvl2pPr algn="ctr">
              <a:defRPr sz="1500" b="1">
                <a:solidFill>
                  <a:srgbClr val="F2F5F4"/>
                </a:solidFill>
              </a:defRPr>
            </a:lvl2pPr>
            <a:lvl3pPr algn="ctr">
              <a:defRPr sz="1500" b="1">
                <a:solidFill>
                  <a:srgbClr val="F2F5F4"/>
                </a:solidFill>
              </a:defRPr>
            </a:lvl3pPr>
            <a:lvl4pPr algn="ctr">
              <a:defRPr sz="1500" b="1">
                <a:solidFill>
                  <a:srgbClr val="F2F5F4"/>
                </a:solidFill>
              </a:defRPr>
            </a:lvl4pPr>
            <a:lvl5pPr algn="ctr">
              <a:defRPr sz="1500" b="1">
                <a:solidFill>
                  <a:srgbClr val="F2F5F4"/>
                </a:solidFill>
              </a:defRPr>
            </a:lvl5pPr>
            <a:lvl6pPr algn="ctr">
              <a:defRPr sz="1500" b="1">
                <a:solidFill>
                  <a:srgbClr val="F2F5F4"/>
                </a:solidFill>
              </a:defRPr>
            </a:lvl6pPr>
            <a:lvl7pPr algn="ctr">
              <a:defRPr sz="1500" b="1">
                <a:solidFill>
                  <a:srgbClr val="F2F5F4"/>
                </a:solidFill>
              </a:defRPr>
            </a:lvl7pPr>
            <a:lvl8pPr algn="ctr">
              <a:defRPr sz="1500" b="1">
                <a:solidFill>
                  <a:srgbClr val="F2F5F4"/>
                </a:solidFill>
              </a:defRPr>
            </a:lvl8pPr>
            <a:lvl9pPr algn="ctr">
              <a:defRPr sz="150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2F5F4"/>
                </a:solidFill>
              </a:defRPr>
            </a:pPr>
            <a:r>
              <a:rPr sz="1500" b="1">
                <a:solidFill>
                  <a:srgbClr val="F2F5F4"/>
                </a:solidFill>
              </a:rPr>
              <a:t>사망·실종·강제 귀환 시 장비와 수확물을 현장에 떨어뜨릴 수 있다. 후속 탐사나 동료가 회수하지 못하면 잃는다.</a:t>
            </a:r>
          </a:p>
        </p:txBody>
      </p:sp>
    </p:spTree>
    <p:extLst>
      <p:ext uri="{BB962C8B-B14F-4D97-AF65-F5344CB8AC3E}">
        <p14:creationId xmlns:p14="http://schemas.microsoft.com/office/powerpoint/2010/main" val="17066277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CB4394-AEF6-4845-94AC-400948FB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E6CF0-6769-4D38-A108-5A6B4D86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F93EE-118D-4284-977B-09B29CE7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탐사 정보와 개인 노트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DD9A0-93BB-420B-9F98-F4F45656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9B771-8FF0-47EA-B0EC-CF06A063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4204E-2014-4084-8B72-F00FC38F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ACF6C-7045-4D0A-8543-848E1EE8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2F5F4"/>
                </a:solidFill>
              </a:defRPr>
            </a:defPPr>
            <a:lvl1pPr algn="l">
              <a:defRPr sz="1500" b="1">
                <a:solidFill>
                  <a:srgbClr val="F2F5F4"/>
                </a:solidFill>
              </a:defRPr>
            </a:lvl1pPr>
            <a:lvl2pPr algn="l">
              <a:defRPr sz="1500" b="1">
                <a:solidFill>
                  <a:srgbClr val="F2F5F4"/>
                </a:solidFill>
              </a:defRPr>
            </a:lvl2pPr>
            <a:lvl3pPr algn="l">
              <a:defRPr sz="1500" b="1">
                <a:solidFill>
                  <a:srgbClr val="F2F5F4"/>
                </a:solidFill>
              </a:defRPr>
            </a:lvl3pPr>
            <a:lvl4pPr algn="l">
              <a:defRPr sz="1500" b="1">
                <a:solidFill>
                  <a:srgbClr val="F2F5F4"/>
                </a:solidFill>
              </a:defRPr>
            </a:lvl4pPr>
            <a:lvl5pPr algn="l">
              <a:defRPr sz="1500" b="1">
                <a:solidFill>
                  <a:srgbClr val="F2F5F4"/>
                </a:solidFill>
              </a:defRPr>
            </a:lvl5pPr>
            <a:lvl6pPr algn="l">
              <a:defRPr sz="1500" b="1">
                <a:solidFill>
                  <a:srgbClr val="F2F5F4"/>
                </a:solidFill>
              </a:defRPr>
            </a:lvl6pPr>
            <a:lvl7pPr algn="l">
              <a:defRPr sz="1500" b="1">
                <a:solidFill>
                  <a:srgbClr val="F2F5F4"/>
                </a:solidFill>
              </a:defRPr>
            </a:lvl7pPr>
            <a:lvl8pPr algn="l">
              <a:defRPr sz="1500" b="1">
                <a:solidFill>
                  <a:srgbClr val="F2F5F4"/>
                </a:solidFill>
              </a:defRPr>
            </a:lvl8pPr>
            <a:lvl9pPr algn="l">
              <a:defRPr sz="150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5F4"/>
                </a:solidFill>
              </a:defRPr>
            </a:pPr>
            <a:r>
              <a:rPr sz="1500" b="1">
                <a:solidFill>
                  <a:srgbClr val="F2F5F4"/>
                </a:solidFill>
              </a:rPr>
              <a:t>사건 목격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B913B-3E99-4821-9EA3-8339B274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478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자신 또는 팀원이 규칙 후보를 발견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F955B-7D5C-473C-8839-948EFF16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5E61F-A307-47AF-9317-0D04A2B4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84208-3D90-4879-898B-5D14F612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28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2F5F4"/>
                </a:solidFill>
              </a:defRPr>
            </a:defPPr>
            <a:lvl1pPr algn="l">
              <a:defRPr sz="1500" b="1">
                <a:solidFill>
                  <a:srgbClr val="F2F5F4"/>
                </a:solidFill>
              </a:defRPr>
            </a:lvl1pPr>
            <a:lvl2pPr algn="l">
              <a:defRPr sz="1500" b="1">
                <a:solidFill>
                  <a:srgbClr val="F2F5F4"/>
                </a:solidFill>
              </a:defRPr>
            </a:lvl2pPr>
            <a:lvl3pPr algn="l">
              <a:defRPr sz="1500" b="1">
                <a:solidFill>
                  <a:srgbClr val="F2F5F4"/>
                </a:solidFill>
              </a:defRPr>
            </a:lvl3pPr>
            <a:lvl4pPr algn="l">
              <a:defRPr sz="1500" b="1">
                <a:solidFill>
                  <a:srgbClr val="F2F5F4"/>
                </a:solidFill>
              </a:defRPr>
            </a:lvl4pPr>
            <a:lvl5pPr algn="l">
              <a:defRPr sz="1500" b="1">
                <a:solidFill>
                  <a:srgbClr val="F2F5F4"/>
                </a:solidFill>
              </a:defRPr>
            </a:lvl5pPr>
            <a:lvl6pPr algn="l">
              <a:defRPr sz="1500" b="1">
                <a:solidFill>
                  <a:srgbClr val="F2F5F4"/>
                </a:solidFill>
              </a:defRPr>
            </a:lvl6pPr>
            <a:lvl7pPr algn="l">
              <a:defRPr sz="1500" b="1">
                <a:solidFill>
                  <a:srgbClr val="F2F5F4"/>
                </a:solidFill>
              </a:defRPr>
            </a:lvl7pPr>
            <a:lvl8pPr algn="l">
              <a:defRPr sz="1500" b="1">
                <a:solidFill>
                  <a:srgbClr val="F2F5F4"/>
                </a:solidFill>
              </a:defRPr>
            </a:lvl8pPr>
            <a:lvl9pPr algn="l">
              <a:defRPr sz="150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5F4"/>
                </a:solidFill>
              </a:defRPr>
            </a:pPr>
            <a:r>
              <a:rPr sz="1500" b="1">
                <a:solidFill>
                  <a:srgbClr val="F2F5F4"/>
                </a:solidFill>
              </a:rPr>
              <a:t>암호문 작성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7C549-9D9B-4A93-AECF-E814C68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제한된 어휘와 문형으로 한마디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AA563-3E21-42A3-920F-D47812A8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96774-0A04-4E8E-9D89-33962C34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116A1-2BDB-4A42-8237-392998FA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2F5F4"/>
                </a:solidFill>
              </a:defRPr>
            </a:defPPr>
            <a:lvl1pPr algn="l">
              <a:defRPr sz="1500" b="1">
                <a:solidFill>
                  <a:srgbClr val="F2F5F4"/>
                </a:solidFill>
              </a:defRPr>
            </a:lvl1pPr>
            <a:lvl2pPr algn="l">
              <a:defRPr sz="1500" b="1">
                <a:solidFill>
                  <a:srgbClr val="F2F5F4"/>
                </a:solidFill>
              </a:defRPr>
            </a:lvl2pPr>
            <a:lvl3pPr algn="l">
              <a:defRPr sz="1500" b="1">
                <a:solidFill>
                  <a:srgbClr val="F2F5F4"/>
                </a:solidFill>
              </a:defRPr>
            </a:lvl3pPr>
            <a:lvl4pPr algn="l">
              <a:defRPr sz="1500" b="1">
                <a:solidFill>
                  <a:srgbClr val="F2F5F4"/>
                </a:solidFill>
              </a:defRPr>
            </a:lvl4pPr>
            <a:lvl5pPr algn="l">
              <a:defRPr sz="1500" b="1">
                <a:solidFill>
                  <a:srgbClr val="F2F5F4"/>
                </a:solidFill>
              </a:defRPr>
            </a:lvl5pPr>
            <a:lvl6pPr algn="l">
              <a:defRPr sz="1500" b="1">
                <a:solidFill>
                  <a:srgbClr val="F2F5F4"/>
                </a:solidFill>
              </a:defRPr>
            </a:lvl6pPr>
            <a:lvl7pPr algn="l">
              <a:defRPr sz="1500" b="1">
                <a:solidFill>
                  <a:srgbClr val="F2F5F4"/>
                </a:solidFill>
              </a:defRPr>
            </a:lvl7pPr>
            <a:lvl8pPr algn="l">
              <a:defRPr sz="1500" b="1">
                <a:solidFill>
                  <a:srgbClr val="F2F5F4"/>
                </a:solidFill>
              </a:defRPr>
            </a:lvl8pPr>
            <a:lvl9pPr algn="l">
              <a:defRPr sz="150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5F4"/>
                </a:solidFill>
              </a:defRPr>
            </a:pPr>
            <a:r>
              <a:rPr sz="1500" b="1">
                <a:solidFill>
                  <a:srgbClr val="F2F5F4"/>
                </a:solidFill>
              </a:rPr>
              <a:t>후보 전달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4F1B2-313E-4EE6-AD53-CC2F1B0F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같은 탐사대 안에서만 공유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12062-CC55-4451-9E02-60E8367B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761E9-12C3-4762-8C43-6BC69788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38546-5098-4428-B598-D3D53BCE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2F5F4"/>
                </a:solidFill>
              </a:defRPr>
            </a:defPPr>
            <a:lvl1pPr algn="l">
              <a:defRPr sz="1500" b="1">
                <a:solidFill>
                  <a:srgbClr val="F2F5F4"/>
                </a:solidFill>
              </a:defRPr>
            </a:lvl1pPr>
            <a:lvl2pPr algn="l">
              <a:defRPr sz="1500" b="1">
                <a:solidFill>
                  <a:srgbClr val="F2F5F4"/>
                </a:solidFill>
              </a:defRPr>
            </a:lvl2pPr>
            <a:lvl3pPr algn="l">
              <a:defRPr sz="1500" b="1">
                <a:solidFill>
                  <a:srgbClr val="F2F5F4"/>
                </a:solidFill>
              </a:defRPr>
            </a:lvl3pPr>
            <a:lvl4pPr algn="l">
              <a:defRPr sz="1500" b="1">
                <a:solidFill>
                  <a:srgbClr val="F2F5F4"/>
                </a:solidFill>
              </a:defRPr>
            </a:lvl4pPr>
            <a:lvl5pPr algn="l">
              <a:defRPr sz="1500" b="1">
                <a:solidFill>
                  <a:srgbClr val="F2F5F4"/>
                </a:solidFill>
              </a:defRPr>
            </a:lvl5pPr>
            <a:lvl6pPr algn="l">
              <a:defRPr sz="1500" b="1">
                <a:solidFill>
                  <a:srgbClr val="F2F5F4"/>
                </a:solidFill>
              </a:defRPr>
            </a:lvl6pPr>
            <a:lvl7pPr algn="l">
              <a:defRPr sz="1500" b="1">
                <a:solidFill>
                  <a:srgbClr val="F2F5F4"/>
                </a:solidFill>
              </a:defRPr>
            </a:lvl7pPr>
            <a:lvl8pPr algn="l">
              <a:defRPr sz="1500" b="1">
                <a:solidFill>
                  <a:srgbClr val="F2F5F4"/>
                </a:solidFill>
              </a:defRPr>
            </a:lvl8pPr>
            <a:lvl9pPr algn="l">
              <a:defRPr sz="150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5F4"/>
                </a:solidFill>
              </a:defRPr>
            </a:pPr>
            <a:r>
              <a:rPr sz="1500" b="1">
                <a:solidFill>
                  <a:srgbClr val="F2F5F4"/>
                </a:solidFill>
              </a:rPr>
              <a:t>하나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2D60B-19A7-4F02-992D-95CC4086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플레이어당 탐사 1회에 최대 1개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01EE6-DFB6-4288-A4F0-4EA4AE30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DF6E5-E2BC-417C-B92F-509DAC30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38D6C4"/>
                </a:solidFill>
              </a:defRPr>
            </a:defPPr>
            <a:lvl1pPr algn="l">
              <a:defRPr sz="1275" b="1">
                <a:solidFill>
                  <a:srgbClr val="38D6C4"/>
                </a:solidFill>
              </a:defRPr>
            </a:lvl1pPr>
            <a:lvl2pPr algn="l">
              <a:defRPr sz="1275" b="1">
                <a:solidFill>
                  <a:srgbClr val="38D6C4"/>
                </a:solidFill>
              </a:defRPr>
            </a:lvl2pPr>
            <a:lvl3pPr algn="l">
              <a:defRPr sz="1275" b="1">
                <a:solidFill>
                  <a:srgbClr val="38D6C4"/>
                </a:solidFill>
              </a:defRPr>
            </a:lvl3pPr>
            <a:lvl4pPr algn="l">
              <a:defRPr sz="1275" b="1">
                <a:solidFill>
                  <a:srgbClr val="38D6C4"/>
                </a:solidFill>
              </a:defRPr>
            </a:lvl4pPr>
            <a:lvl5pPr algn="l">
              <a:defRPr sz="1275" b="1">
                <a:solidFill>
                  <a:srgbClr val="38D6C4"/>
                </a:solidFill>
              </a:defRPr>
            </a:lvl5pPr>
            <a:lvl6pPr algn="l">
              <a:defRPr sz="1275" b="1">
                <a:solidFill>
                  <a:srgbClr val="38D6C4"/>
                </a:solidFill>
              </a:defRPr>
            </a:lvl6pPr>
            <a:lvl7pPr algn="l">
              <a:defRPr sz="1275" b="1">
                <a:solidFill>
                  <a:srgbClr val="38D6C4"/>
                </a:solidFill>
              </a:defRPr>
            </a:lvl7pPr>
            <a:lvl8pPr algn="l">
              <a:defRPr sz="1275" b="1">
                <a:solidFill>
                  <a:srgbClr val="38D6C4"/>
                </a:solidFill>
              </a:defRPr>
            </a:lvl8pPr>
            <a:lvl9pPr algn="l">
              <a:defRPr sz="1275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8D6C4"/>
                </a:solidFill>
              </a:defRPr>
            </a:pPr>
            <a:r>
              <a:rPr sz="1275" b="1">
                <a:solidFill>
                  <a:srgbClr val="38D6C4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CDC69A-1660-4538-95EE-999894B7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2F5F4"/>
                </a:solidFill>
              </a:defRPr>
            </a:defPPr>
            <a:lvl1pPr algn="l">
              <a:defRPr sz="1500" b="1">
                <a:solidFill>
                  <a:srgbClr val="F2F5F4"/>
                </a:solidFill>
              </a:defRPr>
            </a:lvl1pPr>
            <a:lvl2pPr algn="l">
              <a:defRPr sz="1500" b="1">
                <a:solidFill>
                  <a:srgbClr val="F2F5F4"/>
                </a:solidFill>
              </a:defRPr>
            </a:lvl2pPr>
            <a:lvl3pPr algn="l">
              <a:defRPr sz="1500" b="1">
                <a:solidFill>
                  <a:srgbClr val="F2F5F4"/>
                </a:solidFill>
              </a:defRPr>
            </a:lvl3pPr>
            <a:lvl4pPr algn="l">
              <a:defRPr sz="1500" b="1">
                <a:solidFill>
                  <a:srgbClr val="F2F5F4"/>
                </a:solidFill>
              </a:defRPr>
            </a:lvl4pPr>
            <a:lvl5pPr algn="l">
              <a:defRPr sz="1500" b="1">
                <a:solidFill>
                  <a:srgbClr val="F2F5F4"/>
                </a:solidFill>
              </a:defRPr>
            </a:lvl5pPr>
            <a:lvl6pPr algn="l">
              <a:defRPr sz="1500" b="1">
                <a:solidFill>
                  <a:srgbClr val="F2F5F4"/>
                </a:solidFill>
              </a:defRPr>
            </a:lvl6pPr>
            <a:lvl7pPr algn="l">
              <a:defRPr sz="1500" b="1">
                <a:solidFill>
                  <a:srgbClr val="F2F5F4"/>
                </a:solidFill>
              </a:defRPr>
            </a:lvl7pPr>
            <a:lvl8pPr algn="l">
              <a:defRPr sz="1500" b="1">
                <a:solidFill>
                  <a:srgbClr val="F2F5F4"/>
                </a:solidFill>
              </a:defRPr>
            </a:lvl8pPr>
            <a:lvl9pPr algn="l">
              <a:defRPr sz="150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5F4"/>
                </a:solidFill>
              </a:defRPr>
            </a:pPr>
            <a:r>
              <a:rPr sz="1500" b="1">
                <a:solidFill>
                  <a:srgbClr val="F2F5F4"/>
                </a:solidFill>
              </a:rPr>
              <a:t>노트 저장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BFD519-D438-42C1-AF42-F464F4F1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최초 생성자 닉네임과 검증 이력 보존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2C1A6A-3892-4AEA-B5A2-7A0A6754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E7D2F-CE71-4434-BF3D-73A47527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E9C46A"/>
                </a:solidFill>
              </a:defRPr>
            </a:defPPr>
            <a:lvl1pPr algn="ctr">
              <a:defRPr sz="1500" b="1">
                <a:solidFill>
                  <a:srgbClr val="E9C46A"/>
                </a:solidFill>
              </a:defRPr>
            </a:lvl1pPr>
            <a:lvl2pPr algn="ctr">
              <a:defRPr sz="1500" b="1">
                <a:solidFill>
                  <a:srgbClr val="E9C46A"/>
                </a:solidFill>
              </a:defRPr>
            </a:lvl2pPr>
            <a:lvl3pPr algn="ctr">
              <a:defRPr sz="1500" b="1">
                <a:solidFill>
                  <a:srgbClr val="E9C46A"/>
                </a:solidFill>
              </a:defRPr>
            </a:lvl3pPr>
            <a:lvl4pPr algn="ctr">
              <a:defRPr sz="1500" b="1">
                <a:solidFill>
                  <a:srgbClr val="E9C46A"/>
                </a:solidFill>
              </a:defRPr>
            </a:lvl4pPr>
            <a:lvl5pPr algn="ctr">
              <a:defRPr sz="1500" b="1">
                <a:solidFill>
                  <a:srgbClr val="E9C46A"/>
                </a:solidFill>
              </a:defRPr>
            </a:lvl5pPr>
            <a:lvl6pPr algn="ctr">
              <a:defRPr sz="1500" b="1">
                <a:solidFill>
                  <a:srgbClr val="E9C46A"/>
                </a:solidFill>
              </a:defRPr>
            </a:lvl6pPr>
            <a:lvl7pPr algn="ctr">
              <a:defRPr sz="1500" b="1">
                <a:solidFill>
                  <a:srgbClr val="E9C46A"/>
                </a:solidFill>
              </a:defRPr>
            </a:lvl7pPr>
            <a:lvl8pPr algn="ctr">
              <a:defRPr sz="1500" b="1">
                <a:solidFill>
                  <a:srgbClr val="E9C46A"/>
                </a:solidFill>
              </a:defRPr>
            </a:lvl8pPr>
            <a:lvl9pPr algn="ctr">
              <a:defRPr sz="1500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E9C46A"/>
                </a:solidFill>
              </a:defRPr>
            </a:pPr>
            <a:r>
              <a:rPr sz="1500" b="1">
                <a:solidFill>
                  <a:srgbClr val="E9C46A"/>
                </a:solidFill>
              </a:rPr>
              <a:t>솔로는 자신의 관찰 하나를 기록한다. 파티는 여러 관점을 동시에 보존하므로 집단 진척이 빠르다.</a:t>
            </a:r>
          </a:p>
        </p:txBody>
      </p:sp>
    </p:spTree>
    <p:extLst>
      <p:ext uri="{BB962C8B-B14F-4D97-AF65-F5344CB8AC3E}">
        <p14:creationId xmlns:p14="http://schemas.microsoft.com/office/powerpoint/2010/main" val="18520632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0E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E01FE-F15B-4DB6-A19B-F53FB85E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0F707-6C86-481C-80F7-2E68D2C3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8D6C4"/>
                </a:solidFill>
              </a:defRPr>
            </a:defPPr>
            <a:lvl1pPr algn="l">
              <a:defRPr sz="900" b="1">
                <a:solidFill>
                  <a:srgbClr val="38D6C4"/>
                </a:solidFill>
              </a:defRPr>
            </a:lvl1pPr>
            <a:lvl2pPr algn="l">
              <a:defRPr sz="900" b="1">
                <a:solidFill>
                  <a:srgbClr val="38D6C4"/>
                </a:solidFill>
              </a:defRPr>
            </a:lvl2pPr>
            <a:lvl3pPr algn="l">
              <a:defRPr sz="900" b="1">
                <a:solidFill>
                  <a:srgbClr val="38D6C4"/>
                </a:solidFill>
              </a:defRPr>
            </a:lvl3pPr>
            <a:lvl4pPr algn="l">
              <a:defRPr sz="900" b="1">
                <a:solidFill>
                  <a:srgbClr val="38D6C4"/>
                </a:solidFill>
              </a:defRPr>
            </a:lvl4pPr>
            <a:lvl5pPr algn="l">
              <a:defRPr sz="900" b="1">
                <a:solidFill>
                  <a:srgbClr val="38D6C4"/>
                </a:solidFill>
              </a:defRPr>
            </a:lvl5pPr>
            <a:lvl6pPr algn="l">
              <a:defRPr sz="900" b="1">
                <a:solidFill>
                  <a:srgbClr val="38D6C4"/>
                </a:solidFill>
              </a:defRPr>
            </a:lvl6pPr>
            <a:lvl7pPr algn="l">
              <a:defRPr sz="900" b="1">
                <a:solidFill>
                  <a:srgbClr val="38D6C4"/>
                </a:solidFill>
              </a:defRPr>
            </a:lvl7pPr>
            <a:lvl8pPr algn="l">
              <a:defRPr sz="900" b="1">
                <a:solidFill>
                  <a:srgbClr val="38D6C4"/>
                </a:solidFill>
              </a:defRPr>
            </a:lvl8pPr>
            <a:lvl9pPr algn="l">
              <a:defRPr sz="90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8D6C4"/>
                </a:solidFill>
              </a:defRPr>
            </a:pPr>
            <a:r>
              <a:rPr sz="900" b="1">
                <a:solidFill>
                  <a:srgbClr val="38D6C4"/>
                </a:solidFill>
              </a:rPr>
              <a:t>PROGRESSION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30738-8313-4ABC-B71E-25BA81FC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2F5F4"/>
                </a:solidFill>
              </a:defRPr>
            </a:defPPr>
            <a:lvl1pPr algn="l">
              <a:defRPr sz="2550" b="1">
                <a:solidFill>
                  <a:srgbClr val="F2F5F4"/>
                </a:solidFill>
              </a:defRPr>
            </a:lvl1pPr>
            <a:lvl2pPr algn="l">
              <a:defRPr sz="2550" b="1">
                <a:solidFill>
                  <a:srgbClr val="F2F5F4"/>
                </a:solidFill>
              </a:defRPr>
            </a:lvl2pPr>
            <a:lvl3pPr algn="l">
              <a:defRPr sz="2550" b="1">
                <a:solidFill>
                  <a:srgbClr val="F2F5F4"/>
                </a:solidFill>
              </a:defRPr>
            </a:lvl3pPr>
            <a:lvl4pPr algn="l">
              <a:defRPr sz="2550" b="1">
                <a:solidFill>
                  <a:srgbClr val="F2F5F4"/>
                </a:solidFill>
              </a:defRPr>
            </a:lvl4pPr>
            <a:lvl5pPr algn="l">
              <a:defRPr sz="2550" b="1">
                <a:solidFill>
                  <a:srgbClr val="F2F5F4"/>
                </a:solidFill>
              </a:defRPr>
            </a:lvl5pPr>
            <a:lvl6pPr algn="l">
              <a:defRPr sz="2550" b="1">
                <a:solidFill>
                  <a:srgbClr val="F2F5F4"/>
                </a:solidFill>
              </a:defRPr>
            </a:lvl6pPr>
            <a:lvl7pPr algn="l">
              <a:defRPr sz="2550" b="1">
                <a:solidFill>
                  <a:srgbClr val="F2F5F4"/>
                </a:solidFill>
              </a:defRPr>
            </a:lvl7pPr>
            <a:lvl8pPr algn="l">
              <a:defRPr sz="2550" b="1">
                <a:solidFill>
                  <a:srgbClr val="F2F5F4"/>
                </a:solidFill>
              </a:defRPr>
            </a:lvl8pPr>
            <a:lvl9pPr algn="l">
              <a:defRPr sz="25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5F4"/>
                </a:solidFill>
              </a:defRPr>
            </a:pPr>
            <a:r>
              <a:rPr sz="2550" b="1">
                <a:solidFill>
                  <a:srgbClr val="F2F5F4"/>
                </a:solidFill>
              </a:rPr>
              <a:t>사망·성장과 후속 결정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C39AD-3DE6-4A8C-B1AD-7451DA3D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E0278-9193-453E-899B-05178979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2AFAC"/>
                </a:solidFill>
              </a:defRPr>
            </a:defPPr>
            <a:lvl1pPr algn="r">
              <a:defRPr sz="900" b="1">
                <a:solidFill>
                  <a:srgbClr val="A2AFAC"/>
                </a:solidFill>
              </a:defRPr>
            </a:lvl1pPr>
            <a:lvl2pPr algn="r">
              <a:defRPr sz="900" b="1">
                <a:solidFill>
                  <a:srgbClr val="A2AFAC"/>
                </a:solidFill>
              </a:defRPr>
            </a:lvl2pPr>
            <a:lvl3pPr algn="r">
              <a:defRPr sz="900" b="1">
                <a:solidFill>
                  <a:srgbClr val="A2AFAC"/>
                </a:solidFill>
              </a:defRPr>
            </a:lvl3pPr>
            <a:lvl4pPr algn="r">
              <a:defRPr sz="900" b="1">
                <a:solidFill>
                  <a:srgbClr val="A2AFAC"/>
                </a:solidFill>
              </a:defRPr>
            </a:lvl4pPr>
            <a:lvl5pPr algn="r">
              <a:defRPr sz="900" b="1">
                <a:solidFill>
                  <a:srgbClr val="A2AFAC"/>
                </a:solidFill>
              </a:defRPr>
            </a:lvl5pPr>
            <a:lvl6pPr algn="r">
              <a:defRPr sz="900" b="1">
                <a:solidFill>
                  <a:srgbClr val="A2AFAC"/>
                </a:solidFill>
              </a:defRPr>
            </a:lvl6pPr>
            <a:lvl7pPr algn="r">
              <a:defRPr sz="900" b="1">
                <a:solidFill>
                  <a:srgbClr val="A2AFAC"/>
                </a:solidFill>
              </a:defRPr>
            </a:lvl7pPr>
            <a:lvl8pPr algn="r">
              <a:defRPr sz="900" b="1">
                <a:solidFill>
                  <a:srgbClr val="A2AFAC"/>
                </a:solidFill>
              </a:defRPr>
            </a:lvl8pPr>
            <a:lvl9pPr algn="r">
              <a:defRPr sz="900" b="1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2AFAC"/>
                </a:solidFill>
              </a:defRPr>
            </a:pPr>
            <a:r>
              <a:rPr sz="900" b="1">
                <a:solidFill>
                  <a:srgbClr val="A2AFAC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7A923-8541-4099-9B19-FEDFEB59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86D65"/>
                </a:solidFill>
              </a:defRPr>
            </a:defPPr>
            <a:lvl1pPr algn="l">
              <a:defRPr sz="1350" b="1">
                <a:solidFill>
                  <a:srgbClr val="E86D65"/>
                </a:solidFill>
              </a:defRPr>
            </a:lvl1pPr>
            <a:lvl2pPr algn="l">
              <a:defRPr sz="1350" b="1">
                <a:solidFill>
                  <a:srgbClr val="E86D65"/>
                </a:solidFill>
              </a:defRPr>
            </a:lvl2pPr>
            <a:lvl3pPr algn="l">
              <a:defRPr sz="1350" b="1">
                <a:solidFill>
                  <a:srgbClr val="E86D65"/>
                </a:solidFill>
              </a:defRPr>
            </a:lvl3pPr>
            <a:lvl4pPr algn="l">
              <a:defRPr sz="1350" b="1">
                <a:solidFill>
                  <a:srgbClr val="E86D65"/>
                </a:solidFill>
              </a:defRPr>
            </a:lvl4pPr>
            <a:lvl5pPr algn="l">
              <a:defRPr sz="1350" b="1">
                <a:solidFill>
                  <a:srgbClr val="E86D65"/>
                </a:solidFill>
              </a:defRPr>
            </a:lvl5pPr>
            <a:lvl6pPr algn="l">
              <a:defRPr sz="1350" b="1">
                <a:solidFill>
                  <a:srgbClr val="E86D65"/>
                </a:solidFill>
              </a:defRPr>
            </a:lvl6pPr>
            <a:lvl7pPr algn="l">
              <a:defRPr sz="1350" b="1">
                <a:solidFill>
                  <a:srgbClr val="E86D65"/>
                </a:solidFill>
              </a:defRPr>
            </a:lvl7pPr>
            <a:lvl8pPr algn="l">
              <a:defRPr sz="1350" b="1">
                <a:solidFill>
                  <a:srgbClr val="E86D65"/>
                </a:solidFill>
              </a:defRPr>
            </a:lvl8pPr>
            <a:lvl9pPr algn="l">
              <a:defRPr sz="1350" b="1">
                <a:solidFill>
                  <a:srgbClr val="E86D6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86D65"/>
                </a:solidFill>
              </a:defRPr>
            </a:pPr>
            <a:r>
              <a:rPr sz="1350" b="1">
                <a:solidFill>
                  <a:srgbClr val="E86D65"/>
                </a:solidFill>
              </a:rPr>
              <a:t>사망과 복귀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B050D-F425-4A0A-ADFC-3B3E3AE6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2F5F4"/>
                </a:solidFill>
              </a:defRPr>
            </a:defPPr>
            <a:lvl1pPr algn="l">
              <a:defRPr sz="1350" b="0">
                <a:solidFill>
                  <a:srgbClr val="F2F5F4"/>
                </a:solidFill>
              </a:defRPr>
            </a:lvl1pPr>
            <a:lvl2pPr algn="l">
              <a:defRPr sz="1350" b="0">
                <a:solidFill>
                  <a:srgbClr val="F2F5F4"/>
                </a:solidFill>
              </a:defRPr>
            </a:lvl2pPr>
            <a:lvl3pPr algn="l">
              <a:defRPr sz="1350" b="0">
                <a:solidFill>
                  <a:srgbClr val="F2F5F4"/>
                </a:solidFill>
              </a:defRPr>
            </a:lvl3pPr>
            <a:lvl4pPr algn="l">
              <a:defRPr sz="1350" b="0">
                <a:solidFill>
                  <a:srgbClr val="F2F5F4"/>
                </a:solidFill>
              </a:defRPr>
            </a:lvl4pPr>
            <a:lvl5pPr algn="l">
              <a:defRPr sz="1350" b="0">
                <a:solidFill>
                  <a:srgbClr val="F2F5F4"/>
                </a:solidFill>
              </a:defRPr>
            </a:lvl5pPr>
            <a:lvl6pPr algn="l">
              <a:defRPr sz="1350" b="0">
                <a:solidFill>
                  <a:srgbClr val="F2F5F4"/>
                </a:solidFill>
              </a:defRPr>
            </a:lvl6pPr>
            <a:lvl7pPr algn="l">
              <a:defRPr sz="1350" b="0">
                <a:solidFill>
                  <a:srgbClr val="F2F5F4"/>
                </a:solidFill>
              </a:defRPr>
            </a:lvl7pPr>
            <a:lvl8pPr algn="l">
              <a:defRPr sz="1350" b="0">
                <a:solidFill>
                  <a:srgbClr val="F2F5F4"/>
                </a:solidFill>
              </a:defRPr>
            </a:lvl8pPr>
            <a:lvl9pPr algn="l">
              <a:defRPr sz="135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5F4"/>
                </a:solidFill>
              </a:defRPr>
            </a:pPr>
            <a:r>
              <a:rPr sz="1350" b="0">
                <a:solidFill>
                  <a:srgbClr val="F2F5F4"/>
                </a:solidFill>
              </a:rPr>
              <a:t>영구 사망은 없다. 미확정 수확물과 자산 일부 또는 캐릭터 레벨을 잃고 연구소로 돌아온다.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06EEC-BF4D-412D-A3E0-4D2B5257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38D6C4"/>
                </a:solidFill>
              </a:defRPr>
            </a:defPPr>
            <a:lvl1pPr algn="l">
              <a:defRPr sz="1350" b="1">
                <a:solidFill>
                  <a:srgbClr val="38D6C4"/>
                </a:solidFill>
              </a:defRPr>
            </a:lvl1pPr>
            <a:lvl2pPr algn="l">
              <a:defRPr sz="1350" b="1">
                <a:solidFill>
                  <a:srgbClr val="38D6C4"/>
                </a:solidFill>
              </a:defRPr>
            </a:lvl2pPr>
            <a:lvl3pPr algn="l">
              <a:defRPr sz="1350" b="1">
                <a:solidFill>
                  <a:srgbClr val="38D6C4"/>
                </a:solidFill>
              </a:defRPr>
            </a:lvl3pPr>
            <a:lvl4pPr algn="l">
              <a:defRPr sz="1350" b="1">
                <a:solidFill>
                  <a:srgbClr val="38D6C4"/>
                </a:solidFill>
              </a:defRPr>
            </a:lvl4pPr>
            <a:lvl5pPr algn="l">
              <a:defRPr sz="1350" b="1">
                <a:solidFill>
                  <a:srgbClr val="38D6C4"/>
                </a:solidFill>
              </a:defRPr>
            </a:lvl5pPr>
            <a:lvl6pPr algn="l">
              <a:defRPr sz="1350" b="1">
                <a:solidFill>
                  <a:srgbClr val="38D6C4"/>
                </a:solidFill>
              </a:defRPr>
            </a:lvl6pPr>
            <a:lvl7pPr algn="l">
              <a:defRPr sz="1350" b="1">
                <a:solidFill>
                  <a:srgbClr val="38D6C4"/>
                </a:solidFill>
              </a:defRPr>
            </a:lvl7pPr>
            <a:lvl8pPr algn="l">
              <a:defRPr sz="1350" b="1">
                <a:solidFill>
                  <a:srgbClr val="38D6C4"/>
                </a:solidFill>
              </a:defRPr>
            </a:lvl8pPr>
            <a:lvl9pPr algn="l">
              <a:defRPr sz="1350" b="1">
                <a:solidFill>
                  <a:srgbClr val="38D6C4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8D6C4"/>
                </a:solidFill>
              </a:defRPr>
            </a:pPr>
            <a:r>
              <a:rPr sz="1350" b="1">
                <a:solidFill>
                  <a:srgbClr val="38D6C4"/>
                </a:solidFill>
              </a:rPr>
              <a:t>보존되는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0947D-C9B6-4E9D-92B4-D33C332B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2F5F4"/>
                </a:solidFill>
              </a:defRPr>
            </a:defPPr>
            <a:lvl1pPr algn="l">
              <a:defRPr sz="1350" b="0">
                <a:solidFill>
                  <a:srgbClr val="F2F5F4"/>
                </a:solidFill>
              </a:defRPr>
            </a:lvl1pPr>
            <a:lvl2pPr algn="l">
              <a:defRPr sz="1350" b="0">
                <a:solidFill>
                  <a:srgbClr val="F2F5F4"/>
                </a:solidFill>
              </a:defRPr>
            </a:lvl2pPr>
            <a:lvl3pPr algn="l">
              <a:defRPr sz="1350" b="0">
                <a:solidFill>
                  <a:srgbClr val="F2F5F4"/>
                </a:solidFill>
              </a:defRPr>
            </a:lvl3pPr>
            <a:lvl4pPr algn="l">
              <a:defRPr sz="1350" b="0">
                <a:solidFill>
                  <a:srgbClr val="F2F5F4"/>
                </a:solidFill>
              </a:defRPr>
            </a:lvl4pPr>
            <a:lvl5pPr algn="l">
              <a:defRPr sz="1350" b="0">
                <a:solidFill>
                  <a:srgbClr val="F2F5F4"/>
                </a:solidFill>
              </a:defRPr>
            </a:lvl5pPr>
            <a:lvl6pPr algn="l">
              <a:defRPr sz="1350" b="0">
                <a:solidFill>
                  <a:srgbClr val="F2F5F4"/>
                </a:solidFill>
              </a:defRPr>
            </a:lvl6pPr>
            <a:lvl7pPr algn="l">
              <a:defRPr sz="1350" b="0">
                <a:solidFill>
                  <a:srgbClr val="F2F5F4"/>
                </a:solidFill>
              </a:defRPr>
            </a:lvl7pPr>
            <a:lvl8pPr algn="l">
              <a:defRPr sz="1350" b="0">
                <a:solidFill>
                  <a:srgbClr val="F2F5F4"/>
                </a:solidFill>
              </a:defRPr>
            </a:lvl8pPr>
            <a:lvl9pPr algn="l">
              <a:defRPr sz="1350" b="0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5F4"/>
                </a:solidFill>
              </a:defRPr>
            </a:pPr>
            <a:r>
              <a:rPr sz="1350" b="0">
                <a:solidFill>
                  <a:srgbClr val="F2F5F4"/>
                </a:solidFill>
              </a:rPr>
              <a:t>이름·외형·성격·칭호·관계·개인 노트와 서사 기록은 유지한다.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06D37-F0BC-4B87-8415-64206CB1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2F5F4"/>
                </a:solidFill>
              </a:defRPr>
            </a:defPPr>
            <a:lvl1pPr algn="l">
              <a:defRPr sz="1650" b="1">
                <a:solidFill>
                  <a:srgbClr val="F2F5F4"/>
                </a:solidFill>
              </a:defRPr>
            </a:lvl1pPr>
            <a:lvl2pPr algn="l">
              <a:defRPr sz="1650" b="1">
                <a:solidFill>
                  <a:srgbClr val="F2F5F4"/>
                </a:solidFill>
              </a:defRPr>
            </a:lvl2pPr>
            <a:lvl3pPr algn="l">
              <a:defRPr sz="1650" b="1">
                <a:solidFill>
                  <a:srgbClr val="F2F5F4"/>
                </a:solidFill>
              </a:defRPr>
            </a:lvl3pPr>
            <a:lvl4pPr algn="l">
              <a:defRPr sz="1650" b="1">
                <a:solidFill>
                  <a:srgbClr val="F2F5F4"/>
                </a:solidFill>
              </a:defRPr>
            </a:lvl4pPr>
            <a:lvl5pPr algn="l">
              <a:defRPr sz="1650" b="1">
                <a:solidFill>
                  <a:srgbClr val="F2F5F4"/>
                </a:solidFill>
              </a:defRPr>
            </a:lvl5pPr>
            <a:lvl6pPr algn="l">
              <a:defRPr sz="1650" b="1">
                <a:solidFill>
                  <a:srgbClr val="F2F5F4"/>
                </a:solidFill>
              </a:defRPr>
            </a:lvl6pPr>
            <a:lvl7pPr algn="l">
              <a:defRPr sz="1650" b="1">
                <a:solidFill>
                  <a:srgbClr val="F2F5F4"/>
                </a:solidFill>
              </a:defRPr>
            </a:lvl7pPr>
            <a:lvl8pPr algn="l">
              <a:defRPr sz="1650" b="1">
                <a:solidFill>
                  <a:srgbClr val="F2F5F4"/>
                </a:solidFill>
              </a:defRPr>
            </a:lvl8pPr>
            <a:lvl9pPr algn="l">
              <a:defRPr sz="1650" b="1">
                <a:solidFill>
                  <a:srgbClr val="F2F5F4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2F5F4"/>
                </a:solidFill>
              </a:defRPr>
            </a:pPr>
            <a:r>
              <a:rPr sz="1650" b="1">
                <a:solidFill>
                  <a:srgbClr val="F2F5F4"/>
                </a:solidFill>
              </a:rPr>
              <a:t>후속 확정 항목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36536-ABE5-4517-AC30-D54757FC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9C46A"/>
                </a:solidFill>
              </a:defRPr>
            </a:defPPr>
            <a:lvl1pPr algn="l">
              <a:defRPr sz="1350" b="1">
                <a:solidFill>
                  <a:srgbClr val="E9C46A"/>
                </a:solidFill>
              </a:defRPr>
            </a:lvl1pPr>
            <a:lvl2pPr algn="l">
              <a:defRPr sz="1350" b="1">
                <a:solidFill>
                  <a:srgbClr val="E9C46A"/>
                </a:solidFill>
              </a:defRPr>
            </a:lvl2pPr>
            <a:lvl3pPr algn="l">
              <a:defRPr sz="1350" b="1">
                <a:solidFill>
                  <a:srgbClr val="E9C46A"/>
                </a:solidFill>
              </a:defRPr>
            </a:lvl3pPr>
            <a:lvl4pPr algn="l">
              <a:defRPr sz="1350" b="1">
                <a:solidFill>
                  <a:srgbClr val="E9C46A"/>
                </a:solidFill>
              </a:defRPr>
            </a:lvl4pPr>
            <a:lvl5pPr algn="l">
              <a:defRPr sz="1350" b="1">
                <a:solidFill>
                  <a:srgbClr val="E9C46A"/>
                </a:solidFill>
              </a:defRPr>
            </a:lvl5pPr>
            <a:lvl6pPr algn="l">
              <a:defRPr sz="1350" b="1">
                <a:solidFill>
                  <a:srgbClr val="E9C46A"/>
                </a:solidFill>
              </a:defRPr>
            </a:lvl6pPr>
            <a:lvl7pPr algn="l">
              <a:defRPr sz="1350" b="1">
                <a:solidFill>
                  <a:srgbClr val="E9C46A"/>
                </a:solidFill>
              </a:defRPr>
            </a:lvl7pPr>
            <a:lvl8pPr algn="l">
              <a:defRPr sz="1350" b="1">
                <a:solidFill>
                  <a:srgbClr val="E9C46A"/>
                </a:solidFill>
              </a:defRPr>
            </a:lvl8pPr>
            <a:lvl9pPr algn="l">
              <a:defRPr sz="1350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9C46A"/>
                </a:solidFill>
              </a:defRPr>
            </a:pPr>
            <a:r>
              <a:rPr sz="1350" b="1">
                <a:solidFill>
                  <a:srgbClr val="E9C46A"/>
                </a:solidFill>
              </a:rPr>
              <a:t>01  사망 시 자산과 레벨 손실 비율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8114D-6202-453E-9C13-D2110832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9C46A"/>
                </a:solidFill>
              </a:defRPr>
            </a:defPPr>
            <a:lvl1pPr algn="l">
              <a:defRPr sz="1350" b="1">
                <a:solidFill>
                  <a:srgbClr val="E9C46A"/>
                </a:solidFill>
              </a:defRPr>
            </a:lvl1pPr>
            <a:lvl2pPr algn="l">
              <a:defRPr sz="1350" b="1">
                <a:solidFill>
                  <a:srgbClr val="E9C46A"/>
                </a:solidFill>
              </a:defRPr>
            </a:lvl2pPr>
            <a:lvl3pPr algn="l">
              <a:defRPr sz="1350" b="1">
                <a:solidFill>
                  <a:srgbClr val="E9C46A"/>
                </a:solidFill>
              </a:defRPr>
            </a:lvl3pPr>
            <a:lvl4pPr algn="l">
              <a:defRPr sz="1350" b="1">
                <a:solidFill>
                  <a:srgbClr val="E9C46A"/>
                </a:solidFill>
              </a:defRPr>
            </a:lvl4pPr>
            <a:lvl5pPr algn="l">
              <a:defRPr sz="1350" b="1">
                <a:solidFill>
                  <a:srgbClr val="E9C46A"/>
                </a:solidFill>
              </a:defRPr>
            </a:lvl5pPr>
            <a:lvl6pPr algn="l">
              <a:defRPr sz="1350" b="1">
                <a:solidFill>
                  <a:srgbClr val="E9C46A"/>
                </a:solidFill>
              </a:defRPr>
            </a:lvl6pPr>
            <a:lvl7pPr algn="l">
              <a:defRPr sz="1350" b="1">
                <a:solidFill>
                  <a:srgbClr val="E9C46A"/>
                </a:solidFill>
              </a:defRPr>
            </a:lvl7pPr>
            <a:lvl8pPr algn="l">
              <a:defRPr sz="1350" b="1">
                <a:solidFill>
                  <a:srgbClr val="E9C46A"/>
                </a:solidFill>
              </a:defRPr>
            </a:lvl8pPr>
            <a:lvl9pPr algn="l">
              <a:defRPr sz="1350" b="1">
                <a:solidFill>
                  <a:srgbClr val="E9C46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9C46A"/>
                </a:solidFill>
              </a:defRPr>
            </a:pPr>
            <a:r>
              <a:rPr sz="1350" b="1">
                <a:solidFill>
                  <a:srgbClr val="E9C46A"/>
                </a:solidFill>
              </a:rPr>
              <a:t>02  성격 조합의 상충·중첩 규칙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17EA1-EA27-45A9-9C16-EE6FBB4A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03  무기 전투력 공식과 장비 등급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8BB7D-D6F3-4A19-851F-ACE4DF1B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04  현장 드롭의 회수 가능 시간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EF16D-1FE4-4AEE-93DC-C6289708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05  서사 아이템 슬롯과 거래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594BA-CA00-4F2A-8EB1-2F3396F0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2AFAC"/>
                </a:solidFill>
              </a:defRPr>
            </a:defPPr>
            <a:lvl1pPr algn="l">
              <a:defRPr sz="1350" b="0">
                <a:solidFill>
                  <a:srgbClr val="A2AFAC"/>
                </a:solidFill>
              </a:defRPr>
            </a:lvl1pPr>
            <a:lvl2pPr algn="l">
              <a:defRPr sz="1350" b="0">
                <a:solidFill>
                  <a:srgbClr val="A2AFAC"/>
                </a:solidFill>
              </a:defRPr>
            </a:lvl2pPr>
            <a:lvl3pPr algn="l">
              <a:defRPr sz="1350" b="0">
                <a:solidFill>
                  <a:srgbClr val="A2AFAC"/>
                </a:solidFill>
              </a:defRPr>
            </a:lvl3pPr>
            <a:lvl4pPr algn="l">
              <a:defRPr sz="1350" b="0">
                <a:solidFill>
                  <a:srgbClr val="A2AFAC"/>
                </a:solidFill>
              </a:defRPr>
            </a:lvl4pPr>
            <a:lvl5pPr algn="l">
              <a:defRPr sz="1350" b="0">
                <a:solidFill>
                  <a:srgbClr val="A2AFAC"/>
                </a:solidFill>
              </a:defRPr>
            </a:lvl5pPr>
            <a:lvl6pPr algn="l">
              <a:defRPr sz="1350" b="0">
                <a:solidFill>
                  <a:srgbClr val="A2AFAC"/>
                </a:solidFill>
              </a:defRPr>
            </a:lvl6pPr>
            <a:lvl7pPr algn="l">
              <a:defRPr sz="1350" b="0">
                <a:solidFill>
                  <a:srgbClr val="A2AFAC"/>
                </a:solidFill>
              </a:defRPr>
            </a:lvl7pPr>
            <a:lvl8pPr algn="l">
              <a:defRPr sz="1350" b="0">
                <a:solidFill>
                  <a:srgbClr val="A2AFAC"/>
                </a:solidFill>
              </a:defRPr>
            </a:lvl8pPr>
            <a:lvl9pPr algn="l">
              <a:defRPr sz="1350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2AFAC"/>
                </a:solidFill>
              </a:defRPr>
            </a:pPr>
            <a:r>
              <a:rPr sz="1350" b="0">
                <a:solidFill>
                  <a:srgbClr val="A2AFAC"/>
                </a:solidFill>
              </a:rPr>
              <a:t>06  깊이 단계별 전진·철수 응답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ADAC2-A40B-4675-A10C-FD93CCE9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A2AFAC"/>
                </a:solidFill>
              </a:defRPr>
            </a:defPPr>
            <a:lvl1pPr algn="ctr">
              <a:defRPr sz="1125" b="0">
                <a:solidFill>
                  <a:srgbClr val="A2AFAC"/>
                </a:solidFill>
              </a:defRPr>
            </a:lvl1pPr>
            <a:lvl2pPr algn="ctr">
              <a:defRPr sz="1125" b="0">
                <a:solidFill>
                  <a:srgbClr val="A2AFAC"/>
                </a:solidFill>
              </a:defRPr>
            </a:lvl2pPr>
            <a:lvl3pPr algn="ctr">
              <a:defRPr sz="1125" b="0">
                <a:solidFill>
                  <a:srgbClr val="A2AFAC"/>
                </a:solidFill>
              </a:defRPr>
            </a:lvl3pPr>
            <a:lvl4pPr algn="ctr">
              <a:defRPr sz="1125" b="0">
                <a:solidFill>
                  <a:srgbClr val="A2AFAC"/>
                </a:solidFill>
              </a:defRPr>
            </a:lvl4pPr>
            <a:lvl5pPr algn="ctr">
              <a:defRPr sz="1125" b="0">
                <a:solidFill>
                  <a:srgbClr val="A2AFAC"/>
                </a:solidFill>
              </a:defRPr>
            </a:lvl5pPr>
            <a:lvl6pPr algn="ctr">
              <a:defRPr sz="1125" b="0">
                <a:solidFill>
                  <a:srgbClr val="A2AFAC"/>
                </a:solidFill>
              </a:defRPr>
            </a:lvl6pPr>
            <a:lvl7pPr algn="ctr">
              <a:defRPr sz="1125" b="0">
                <a:solidFill>
                  <a:srgbClr val="A2AFAC"/>
                </a:solidFill>
              </a:defRPr>
            </a:lvl7pPr>
            <a:lvl8pPr algn="ctr">
              <a:defRPr sz="1125" b="0">
                <a:solidFill>
                  <a:srgbClr val="A2AFAC"/>
                </a:solidFill>
              </a:defRPr>
            </a:lvl8pPr>
            <a:lvl9pPr algn="ctr">
              <a:defRPr sz="1125" b="0">
                <a:solidFill>
                  <a:srgbClr val="A2AFAC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A2AFAC"/>
                </a:solidFill>
              </a:defRPr>
            </a:pPr>
            <a:r>
              <a:rPr sz="1125" b="0">
                <a:solidFill>
                  <a:srgbClr val="A2AFAC"/>
                </a:solidFill>
              </a:rPr>
              <a:t>현재 웹 구현은 이전 4인 프로토타입이며, 새 기준의 수치 확정 뒤 재구현한다.</a:t>
            </a:r>
          </a:p>
        </p:txBody>
      </p:sp>
    </p:spTree>
    <p:extLst>
      <p:ext uri="{BB962C8B-B14F-4D97-AF65-F5344CB8AC3E}">
        <p14:creationId xmlns:p14="http://schemas.microsoft.com/office/powerpoint/2010/main" val="1568624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2026-10-22T16:10:07.7220000Z</dcterms:created>
  <dcterms:modified xsi:type="dcterms:W3CDTF">2026-10-22T16:10:07.7220000Z</dcterms:modified>
</coreProperties>
</file>