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d243b08f6dee4df6" /><Relationship Type="http://schemas.openxmlformats.org/officeDocument/2006/relationships/extended-properties" Target="/docProps/app.xml" Id="R1284527e7c2d4843" /><Relationship Type="http://schemas.openxmlformats.org/officeDocument/2006/relationships/officeDocument" Target="/ppt/presentation.xml" Id="Rc42b3924fc924eb1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d3783d4a9b0844d1"/>
  </p:sldMasterIdLst>
  <p:notesMasterIdLst>
    <p:notesMasterId xmlns:r="http://schemas.openxmlformats.org/officeDocument/2006/relationships" r:id="R1173894fca1c4caa"/>
  </p:notesMasterIdLst>
  <p:sldIdLst>
    <p:sldId xmlns:r="http://schemas.openxmlformats.org/officeDocument/2006/relationships" id="256" r:id="R67e3a5d581004691"/>
    <p:sldId xmlns:r="http://schemas.openxmlformats.org/officeDocument/2006/relationships" id="257" r:id="R868f69ccbd78411b"/>
    <p:sldId xmlns:r="http://schemas.openxmlformats.org/officeDocument/2006/relationships" id="258" r:id="Re0b9416c04274884"/>
    <p:sldId xmlns:r="http://schemas.openxmlformats.org/officeDocument/2006/relationships" id="259" r:id="R3f7232efeb4b4bdb"/>
    <p:sldId xmlns:r="http://schemas.openxmlformats.org/officeDocument/2006/relationships" id="260" r:id="Ra6c558235cb247f0"/>
    <p:sldId xmlns:r="http://schemas.openxmlformats.org/officeDocument/2006/relationships" id="261" r:id="R78ff1c7e5b9f4497"/>
    <p:sldId xmlns:r="http://schemas.openxmlformats.org/officeDocument/2006/relationships" id="262" r:id="R752307b11a814f96"/>
    <p:sldId xmlns:r="http://schemas.openxmlformats.org/officeDocument/2006/relationships" id="263" r:id="Rdba58ea782a848ba"/>
    <p:sldId xmlns:r="http://schemas.openxmlformats.org/officeDocument/2006/relationships" id="264" r:id="R60e298f9d09b4918"/>
    <p:sldId xmlns:r="http://schemas.openxmlformats.org/officeDocument/2006/relationships" id="265" r:id="Rd27cd43288554968"/>
    <p:sldId xmlns:r="http://schemas.openxmlformats.org/officeDocument/2006/relationships" id="266" r:id="Rc0097c5c30c6478b"/>
    <p:sldId xmlns:r="http://schemas.openxmlformats.org/officeDocument/2006/relationships" id="267" r:id="R8cace17f00994942"/>
    <p:sldId xmlns:r="http://schemas.openxmlformats.org/officeDocument/2006/relationships" id="268" r:id="Re6e80a98bb1e4533"/>
    <p:sldId xmlns:r="http://schemas.openxmlformats.org/officeDocument/2006/relationships" id="269" r:id="R5ddf66fd626b4f05"/>
    <p:sldId xmlns:r="http://schemas.openxmlformats.org/officeDocument/2006/relationships" id="270" r:id="Rb567bc6cb07045b1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a31b616053ec4d08" /><Relationship Type="http://schemas.openxmlformats.org/officeDocument/2006/relationships/slideMaster" Target="/ppt/slideMasters/slideMaster1.xml" Id="Rd3783d4a9b0844d1" /><Relationship Type="http://schemas.openxmlformats.org/officeDocument/2006/relationships/notesMaster" Target="/ppt/notesMasters/notesMaster1.xml" Id="R1173894fca1c4caa" /><Relationship Type="http://schemas.openxmlformats.org/officeDocument/2006/relationships/presProps" Target="/ppt/presProps.xml" Id="R4fa9f4fdd2d54627" /><Relationship Type="http://schemas.openxmlformats.org/officeDocument/2006/relationships/tableStyles" Target="/ppt/tableStyles.xml" Id="R52876ce9dcde44b9" /><Relationship Type="http://schemas.openxmlformats.org/officeDocument/2006/relationships/slide" Target="/ppt/slides/slide1.xml" Id="R67e3a5d581004691" /><Relationship Type="http://schemas.openxmlformats.org/officeDocument/2006/relationships/slide" Target="/ppt/slides/slide2.xml" Id="R868f69ccbd78411b" /><Relationship Type="http://schemas.openxmlformats.org/officeDocument/2006/relationships/slide" Target="/ppt/slides/slide3.xml" Id="Re0b9416c04274884" /><Relationship Type="http://schemas.openxmlformats.org/officeDocument/2006/relationships/slide" Target="/ppt/slides/slide4.xml" Id="R3f7232efeb4b4bdb" /><Relationship Type="http://schemas.openxmlformats.org/officeDocument/2006/relationships/slide" Target="/ppt/slides/slide5.xml" Id="Ra6c558235cb247f0" /><Relationship Type="http://schemas.openxmlformats.org/officeDocument/2006/relationships/slide" Target="/ppt/slides/slide6.xml" Id="R78ff1c7e5b9f4497" /><Relationship Type="http://schemas.openxmlformats.org/officeDocument/2006/relationships/slide" Target="/ppt/slides/slide7.xml" Id="R752307b11a814f96" /><Relationship Type="http://schemas.openxmlformats.org/officeDocument/2006/relationships/slide" Target="/ppt/slides/slide8.xml" Id="Rdba58ea782a848ba" /><Relationship Type="http://schemas.openxmlformats.org/officeDocument/2006/relationships/slide" Target="/ppt/slides/slide9.xml" Id="R60e298f9d09b4918" /><Relationship Type="http://schemas.openxmlformats.org/officeDocument/2006/relationships/slide" Target="/ppt/slides/slide10.xml" Id="Rd27cd43288554968" /><Relationship Type="http://schemas.openxmlformats.org/officeDocument/2006/relationships/slide" Target="/ppt/slides/slide11.xml" Id="Rc0097c5c30c6478b" /><Relationship Type="http://schemas.openxmlformats.org/officeDocument/2006/relationships/slide" Target="/ppt/slides/slide12.xml" Id="R8cace17f00994942" /><Relationship Type="http://schemas.openxmlformats.org/officeDocument/2006/relationships/slide" Target="/ppt/slides/slide13.xml" Id="Re6e80a98bb1e4533" /><Relationship Type="http://schemas.openxmlformats.org/officeDocument/2006/relationships/slide" Target="/ppt/slides/slide14.xml" Id="R5ddf66fd626b4f05" /><Relationship Type="http://schemas.openxmlformats.org/officeDocument/2006/relationships/slide" Target="/ppt/slides/slide15.xml" Id="Rb567bc6cb07045b1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539e0b8fe00a4dfe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472ae9cb3f4d4c17" /><Relationship Type="http://schemas.openxmlformats.org/officeDocument/2006/relationships/notesMaster" Target="/ppt/notesMasters/notesMaster1.xml" Id="R91bcd65695c34181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bd201e20945948a1" /><Relationship Type="http://schemas.openxmlformats.org/officeDocument/2006/relationships/notesMaster" Target="/ppt/notesMasters/notesMaster1.xml" Id="R8a5762421e084aa2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5e0a5880bb8a4717" /><Relationship Type="http://schemas.openxmlformats.org/officeDocument/2006/relationships/notesMaster" Target="/ppt/notesMasters/notesMaster1.xml" Id="R71d6eb1cbf9d4189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f882b004cd8e4417" /><Relationship Type="http://schemas.openxmlformats.org/officeDocument/2006/relationships/notesMaster" Target="/ppt/notesMasters/notesMaster1.xml" Id="R47dcae47023a4cbc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cb6178a7123b489c" /><Relationship Type="http://schemas.openxmlformats.org/officeDocument/2006/relationships/notesMaster" Target="/ppt/notesMasters/notesMaster1.xml" Id="R60348ad1bef74346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bdefd86d8ff74d12" /><Relationship Type="http://schemas.openxmlformats.org/officeDocument/2006/relationships/notesMaster" Target="/ppt/notesMasters/notesMaster1.xml" Id="Rd76ec3d23d734025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49923145fcef4dc2" /><Relationship Type="http://schemas.openxmlformats.org/officeDocument/2006/relationships/notesMaster" Target="/ppt/notesMasters/notesMaster1.xml" Id="Rd0f6effe2b5746e5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8f78c82aa52e4318" /><Relationship Type="http://schemas.openxmlformats.org/officeDocument/2006/relationships/notesMaster" Target="/ppt/notesMasters/notesMaster1.xml" Id="R928be45cb548450f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a617c661e595447d" /><Relationship Type="http://schemas.openxmlformats.org/officeDocument/2006/relationships/notesMaster" Target="/ppt/notesMasters/notesMaster1.xml" Id="R7aecc65e87c4476a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808572402efd44cd" /><Relationship Type="http://schemas.openxmlformats.org/officeDocument/2006/relationships/notesMaster" Target="/ppt/notesMasters/notesMaster1.xml" Id="Rf4cd891a305a4734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5eb71f8fb7574309" /><Relationship Type="http://schemas.openxmlformats.org/officeDocument/2006/relationships/notesMaster" Target="/ppt/notesMasters/notesMaster1.xml" Id="R7f5b47a9d8cb4d9b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5a7742c35e29477d" /><Relationship Type="http://schemas.openxmlformats.org/officeDocument/2006/relationships/notesMaster" Target="/ppt/notesMasters/notesMaster1.xml" Id="R5cd3470c93904755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366806b618104cdc" /><Relationship Type="http://schemas.openxmlformats.org/officeDocument/2006/relationships/notesMaster" Target="/ppt/notesMasters/notesMaster1.xml" Id="R879f7504ed2e4407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0e2d1e2318984586" /><Relationship Type="http://schemas.openxmlformats.org/officeDocument/2006/relationships/notesMaster" Target="/ppt/notesMasters/notesMaster1.xml" Id="R4294532346d1435f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0335a8f724294421" /><Relationship Type="http://schemas.openxmlformats.org/officeDocument/2006/relationships/notesMaster" Target="/ppt/notesMasters/notesMaster1.xml" Id="R0570e7f2a8f941a4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f221d1780df4424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1ecaafa88044d10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77f1211b95e4660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d3916637d83490b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0fa9ad23b4f461a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a5fa854486346b7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22547AD8-1611-477F-972C-B4E0174EDCF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BE0547A2-8290-4ED8-8C99-32C63EF62411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092ADA05-B872-4B1C-8A30-D5AC5BD99C0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003399D8-1996-419D-A8F6-D9F4C62FD8C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CF66E2B9-BF34-457C-8CDB-423DFD1747F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A25E640E-AD0A-4F82-BA6E-095A05AA2DD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7ABC8F6A-ED44-42F9-ACD3-BB4EFB27C78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491AF565-3C35-4B18-82FA-39BD35EB13BC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C005401D-243B-473B-A22D-FE9DECFA336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4E1D8646-9C8A-4870-A920-CD8F43A2F595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8c838b2c22fa4b52" /><Relationship Type="http://schemas.openxmlformats.org/officeDocument/2006/relationships/slideLayout" Target="/ppt/slideLayouts/slideLayout1.xml" Id="R2379a840ef4a49e2" /><Relationship Type="http://schemas.openxmlformats.org/officeDocument/2006/relationships/slideLayout" Target="/ppt/slideLayouts/slideLayout2.xml" Id="R4ae34f8875874659" /><Relationship Type="http://schemas.openxmlformats.org/officeDocument/2006/relationships/slideLayout" Target="/ppt/slideLayouts/slideLayout3.xml" Id="Rbbc396fc07ce4ecf" /><Relationship Type="http://schemas.openxmlformats.org/officeDocument/2006/relationships/slideLayout" Target="/ppt/slideLayouts/slideLayout4.xml" Id="Rfb901a8fab764513" /><Relationship Type="http://schemas.openxmlformats.org/officeDocument/2006/relationships/slideLayout" Target="/ppt/slideLayouts/slideLayout5.xml" Id="R07cb21f53e7249f3" /><Relationship Type="http://schemas.openxmlformats.org/officeDocument/2006/relationships/slideLayout" Target="/ppt/slideLayouts/slideLayout6.xml" Id="Rd4143266cef14a42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2379a840ef4a49e2"/>
    <p:sldLayoutId xmlns:r="http://schemas.openxmlformats.org/officeDocument/2006/relationships" id="2147483650" r:id="R4ae34f8875874659"/>
    <p:sldLayoutId xmlns:r="http://schemas.openxmlformats.org/officeDocument/2006/relationships" id="2147483651" r:id="Rbbc396fc07ce4ecf"/>
    <p:sldLayoutId xmlns:r="http://schemas.openxmlformats.org/officeDocument/2006/relationships" id="2147483652" r:id="Rfb901a8fab764513"/>
    <p:sldLayoutId xmlns:r="http://schemas.openxmlformats.org/officeDocument/2006/relationships" id="2147483653" r:id="R07cb21f53e7249f3"/>
    <p:sldLayoutId xmlns:r="http://schemas.openxmlformats.org/officeDocument/2006/relationships" id="2147483654" r:id="Rd4143266cef14a42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d7574c2fe53456f" /><Relationship Type="http://schemas.openxmlformats.org/officeDocument/2006/relationships/notesSlide" Target="/ppt/notesSlides/notesSlide1.xml" Id="R6094e5f2db52465c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77e5e65709f46cb" /><Relationship Type="http://schemas.openxmlformats.org/officeDocument/2006/relationships/notesSlide" Target="/ppt/notesSlides/notesSlide2.xml" Id="R3122b477d32f4060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8253af182da4f98" /><Relationship Type="http://schemas.openxmlformats.org/officeDocument/2006/relationships/notesSlide" Target="/ppt/notesSlides/notesSlide3.xml" Id="R73aad5dac06549c0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6b9be97c3df4e8f" /><Relationship Type="http://schemas.openxmlformats.org/officeDocument/2006/relationships/notesSlide" Target="/ppt/notesSlides/notesSlide4.xml" Id="Rf92fb29fb63d4460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c8d692022124858" /><Relationship Type="http://schemas.openxmlformats.org/officeDocument/2006/relationships/notesSlide" Target="/ppt/notesSlides/notesSlide5.xml" Id="Rae9b464b82324b1b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ecc11d08cbe4d99" /><Relationship Type="http://schemas.openxmlformats.org/officeDocument/2006/relationships/notesSlide" Target="/ppt/notesSlides/notesSlide6.xml" Id="R1901aa32ffdb481d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a6731515bda410e" /><Relationship Type="http://schemas.openxmlformats.org/officeDocument/2006/relationships/notesSlide" Target="/ppt/notesSlides/notesSlide7.xml" Id="R33998513f67d4b0b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ec9ff7b72de416c" /><Relationship Type="http://schemas.openxmlformats.org/officeDocument/2006/relationships/notesSlide" Target="/ppt/notesSlides/notesSlide8.xml" Id="Rbb109a5c5fe84393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96e9e601552471a" /><Relationship Type="http://schemas.openxmlformats.org/officeDocument/2006/relationships/notesSlide" Target="/ppt/notesSlides/notesSlide9.xml" Id="Rfdae0998151e4a3f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f7a07217edf4fc8" /><Relationship Type="http://schemas.openxmlformats.org/officeDocument/2006/relationships/notesSlide" Target="/ppt/notesSlides/notesSlide10.xml" Id="R0944c684e05447ed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774397a035b4a05" /><Relationship Type="http://schemas.openxmlformats.org/officeDocument/2006/relationships/notesSlide" Target="/ppt/notesSlides/notesSlide11.xml" Id="R359bbd8b14884789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3532134a7fc4bbb" /><Relationship Type="http://schemas.openxmlformats.org/officeDocument/2006/relationships/notesSlide" Target="/ppt/notesSlides/notesSlide12.xml" Id="R3d8662d1cce54775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ca69a4450534c18" /><Relationship Type="http://schemas.openxmlformats.org/officeDocument/2006/relationships/notesSlide" Target="/ppt/notesSlides/notesSlide13.xml" Id="Rac750017b29045ae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ed18182bb8f40b9" /><Relationship Type="http://schemas.openxmlformats.org/officeDocument/2006/relationships/notesSlide" Target="/ppt/notesSlides/notesSlide14.xml" Id="Rceec1abca9dd43d0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148aa6199ec4ba3" /><Relationship Type="http://schemas.openxmlformats.org/officeDocument/2006/relationships/notesSlide" Target="/ppt/notesSlides/notesSlide15.xml" Id="R98993a781b724307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A0E0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1EC70A6-667B-4880-ADBE-C613BCDF8D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286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D6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FCF549E-D091-4BC8-A777-1E2ABC6496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85800"/>
            <a:ext cx="5334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350" b="1">
                <a:solidFill>
                  <a:srgbClr val="38D6C4"/>
                </a:solidFill>
              </a:defRPr>
            </a:defPPr>
            <a:lvl1pPr algn="l">
              <a:defRPr sz="1350" b="1">
                <a:solidFill>
                  <a:srgbClr val="38D6C4"/>
                </a:solidFill>
              </a:defRPr>
            </a:lvl1pPr>
            <a:lvl2pPr algn="l">
              <a:defRPr sz="1350" b="1">
                <a:solidFill>
                  <a:srgbClr val="38D6C4"/>
                </a:solidFill>
              </a:defRPr>
            </a:lvl2pPr>
            <a:lvl3pPr algn="l">
              <a:defRPr sz="1350" b="1">
                <a:solidFill>
                  <a:srgbClr val="38D6C4"/>
                </a:solidFill>
              </a:defRPr>
            </a:lvl3pPr>
            <a:lvl4pPr algn="l">
              <a:defRPr sz="1350" b="1">
                <a:solidFill>
                  <a:srgbClr val="38D6C4"/>
                </a:solidFill>
              </a:defRPr>
            </a:lvl4pPr>
            <a:lvl5pPr algn="l">
              <a:defRPr sz="1350" b="1">
                <a:solidFill>
                  <a:srgbClr val="38D6C4"/>
                </a:solidFill>
              </a:defRPr>
            </a:lvl5pPr>
            <a:lvl6pPr algn="l">
              <a:defRPr sz="1350" b="1">
                <a:solidFill>
                  <a:srgbClr val="38D6C4"/>
                </a:solidFill>
              </a:defRPr>
            </a:lvl6pPr>
            <a:lvl7pPr algn="l">
              <a:defRPr sz="1350" b="1">
                <a:solidFill>
                  <a:srgbClr val="38D6C4"/>
                </a:solidFill>
              </a:defRPr>
            </a:lvl7pPr>
            <a:lvl8pPr algn="l">
              <a:defRPr sz="1350" b="1">
                <a:solidFill>
                  <a:srgbClr val="38D6C4"/>
                </a:solidFill>
              </a:defRPr>
            </a:lvl8pPr>
            <a:lvl9pPr algn="l">
              <a:defRPr sz="1350" b="1">
                <a:solidFill>
                  <a:srgbClr val="38D6C4"/>
                </a:solidFill>
              </a:defRPr>
            </a:lvl9pPr>
          </a:lstStyle>
          <a:p xmlns:a="http://schemas.openxmlformats.org/drawingml/2006/main">
            <a:pPr algn="l">
              <a:defRPr sz="1350" b="1">
                <a:solidFill>
                  <a:srgbClr val="38D6C4"/>
                </a:solidFill>
              </a:defRPr>
            </a:pPr>
            <a:r>
              <a:rPr sz="1350" b="1">
                <a:solidFill>
                  <a:srgbClr val="38D6C4"/>
                </a:solidFill>
              </a:rPr>
              <a:t>PROJECT LIMEN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0F464E1-A1FB-4598-BE0D-FEC0F7F7B3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562100"/>
            <a:ext cx="7239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3900" b="1">
                <a:solidFill>
                  <a:srgbClr val="F2F5F4"/>
                </a:solidFill>
              </a:defRPr>
            </a:defPPr>
            <a:lvl1pPr algn="l">
              <a:defRPr sz="3900" b="1">
                <a:solidFill>
                  <a:srgbClr val="F2F5F4"/>
                </a:solidFill>
              </a:defRPr>
            </a:lvl1pPr>
            <a:lvl2pPr algn="l">
              <a:defRPr sz="3900" b="1">
                <a:solidFill>
                  <a:srgbClr val="F2F5F4"/>
                </a:solidFill>
              </a:defRPr>
            </a:lvl2pPr>
            <a:lvl3pPr algn="l">
              <a:defRPr sz="3900" b="1">
                <a:solidFill>
                  <a:srgbClr val="F2F5F4"/>
                </a:solidFill>
              </a:defRPr>
            </a:lvl3pPr>
            <a:lvl4pPr algn="l">
              <a:defRPr sz="3900" b="1">
                <a:solidFill>
                  <a:srgbClr val="F2F5F4"/>
                </a:solidFill>
              </a:defRPr>
            </a:lvl4pPr>
            <a:lvl5pPr algn="l">
              <a:defRPr sz="3900" b="1">
                <a:solidFill>
                  <a:srgbClr val="F2F5F4"/>
                </a:solidFill>
              </a:defRPr>
            </a:lvl5pPr>
            <a:lvl6pPr algn="l">
              <a:defRPr sz="3900" b="1">
                <a:solidFill>
                  <a:srgbClr val="F2F5F4"/>
                </a:solidFill>
              </a:defRPr>
            </a:lvl6pPr>
            <a:lvl7pPr algn="l">
              <a:defRPr sz="3900" b="1">
                <a:solidFill>
                  <a:srgbClr val="F2F5F4"/>
                </a:solidFill>
              </a:defRPr>
            </a:lvl7pPr>
            <a:lvl8pPr algn="l">
              <a:defRPr sz="3900" b="1">
                <a:solidFill>
                  <a:srgbClr val="F2F5F4"/>
                </a:solidFill>
              </a:defRPr>
            </a:lvl8pPr>
            <a:lvl9pPr algn="l">
              <a:defRPr sz="3900" b="1">
                <a:solidFill>
                  <a:srgbClr val="F2F5F4"/>
                </a:solidFill>
              </a:defRPr>
            </a:lvl9pPr>
          </a:lstStyle>
          <a:p xmlns:a="http://schemas.openxmlformats.org/drawingml/2006/main">
            <a:pPr algn="l">
              <a:defRPr sz="3900" b="1">
                <a:solidFill>
                  <a:srgbClr val="F2F5F4"/>
                </a:solidFill>
              </a:defRPr>
            </a:pPr>
            <a:r>
              <a:rPr sz="3900" b="1">
                <a:solidFill>
                  <a:srgbClr val="F2F5F4"/>
                </a:solidFill>
              </a:rPr>
              <a:t>게임 기획 개요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28F079E-5757-4EF1-A02B-BA1588AFC6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90800"/>
            <a:ext cx="7048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875" b="0">
                <a:solidFill>
                  <a:srgbClr val="A2AFAC"/>
                </a:solidFill>
              </a:defRPr>
            </a:defPPr>
            <a:lvl1pPr algn="l">
              <a:defRPr sz="1875" b="0">
                <a:solidFill>
                  <a:srgbClr val="A2AFAC"/>
                </a:solidFill>
              </a:defRPr>
            </a:lvl1pPr>
            <a:lvl2pPr algn="l">
              <a:defRPr sz="1875" b="0">
                <a:solidFill>
                  <a:srgbClr val="A2AFAC"/>
                </a:solidFill>
              </a:defRPr>
            </a:lvl2pPr>
            <a:lvl3pPr algn="l">
              <a:defRPr sz="1875" b="0">
                <a:solidFill>
                  <a:srgbClr val="A2AFAC"/>
                </a:solidFill>
              </a:defRPr>
            </a:lvl3pPr>
            <a:lvl4pPr algn="l">
              <a:defRPr sz="1875" b="0">
                <a:solidFill>
                  <a:srgbClr val="A2AFAC"/>
                </a:solidFill>
              </a:defRPr>
            </a:lvl4pPr>
            <a:lvl5pPr algn="l">
              <a:defRPr sz="1875" b="0">
                <a:solidFill>
                  <a:srgbClr val="A2AFAC"/>
                </a:solidFill>
              </a:defRPr>
            </a:lvl5pPr>
            <a:lvl6pPr algn="l">
              <a:defRPr sz="1875" b="0">
                <a:solidFill>
                  <a:srgbClr val="A2AFAC"/>
                </a:solidFill>
              </a:defRPr>
            </a:lvl6pPr>
            <a:lvl7pPr algn="l">
              <a:defRPr sz="1875" b="0">
                <a:solidFill>
                  <a:srgbClr val="A2AFAC"/>
                </a:solidFill>
              </a:defRPr>
            </a:lvl7pPr>
            <a:lvl8pPr algn="l">
              <a:defRPr sz="1875" b="0">
                <a:solidFill>
                  <a:srgbClr val="A2AFAC"/>
                </a:solidFill>
              </a:defRPr>
            </a:lvl8pPr>
            <a:lvl9pPr algn="l">
              <a:defRPr sz="1875" b="0">
                <a:solidFill>
                  <a:srgbClr val="A2AFAC"/>
                </a:solidFill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A2AFAC"/>
                </a:solidFill>
              </a:defRPr>
            </a:pPr>
            <a:r>
              <a:rPr sz="1875" b="0">
                <a:solidFill>
                  <a:srgbClr val="A2AFAC"/>
                </a:solidFill>
              </a:rPr>
              <a:t>1~5인 비동기 익스트랙션 탐사 RPG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A3147CC-59AA-432E-BCFA-25CC9BCD1E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19550"/>
            <a:ext cx="4572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383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6562F02-F7C7-431F-9C6C-3C54C6B161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267200"/>
            <a:ext cx="7429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725" b="0">
                <a:solidFill>
                  <a:srgbClr val="F2F5F4"/>
                </a:solidFill>
              </a:defRPr>
            </a:defPPr>
            <a:lvl1pPr algn="l">
              <a:defRPr sz="1725" b="0">
                <a:solidFill>
                  <a:srgbClr val="F2F5F4"/>
                </a:solidFill>
              </a:defRPr>
            </a:lvl1pPr>
            <a:lvl2pPr algn="l">
              <a:defRPr sz="1725" b="0">
                <a:solidFill>
                  <a:srgbClr val="F2F5F4"/>
                </a:solidFill>
              </a:defRPr>
            </a:lvl2pPr>
            <a:lvl3pPr algn="l">
              <a:defRPr sz="1725" b="0">
                <a:solidFill>
                  <a:srgbClr val="F2F5F4"/>
                </a:solidFill>
              </a:defRPr>
            </a:lvl3pPr>
            <a:lvl4pPr algn="l">
              <a:defRPr sz="1725" b="0">
                <a:solidFill>
                  <a:srgbClr val="F2F5F4"/>
                </a:solidFill>
              </a:defRPr>
            </a:lvl4pPr>
            <a:lvl5pPr algn="l">
              <a:defRPr sz="1725" b="0">
                <a:solidFill>
                  <a:srgbClr val="F2F5F4"/>
                </a:solidFill>
              </a:defRPr>
            </a:lvl5pPr>
            <a:lvl6pPr algn="l">
              <a:defRPr sz="1725" b="0">
                <a:solidFill>
                  <a:srgbClr val="F2F5F4"/>
                </a:solidFill>
              </a:defRPr>
            </a:lvl6pPr>
            <a:lvl7pPr algn="l">
              <a:defRPr sz="1725" b="0">
                <a:solidFill>
                  <a:srgbClr val="F2F5F4"/>
                </a:solidFill>
              </a:defRPr>
            </a:lvl7pPr>
            <a:lvl8pPr algn="l">
              <a:defRPr sz="1725" b="0">
                <a:solidFill>
                  <a:srgbClr val="F2F5F4"/>
                </a:solidFill>
              </a:defRPr>
            </a:lvl8pPr>
            <a:lvl9pPr algn="l">
              <a:defRPr sz="1725" b="0">
                <a:solidFill>
                  <a:srgbClr val="F2F5F4"/>
                </a:solidFill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F2F5F4"/>
                </a:solidFill>
              </a:defRPr>
            </a:pPr>
            <a:r>
              <a:rPr sz="1725" b="0">
                <a:solidFill>
                  <a:srgbClr val="F2F5F4"/>
                </a:solidFill>
              </a:rPr>
              <a:t>기묘한 공간에 자캐 탐사대를 보내고</a:t>
            </a:r>
          </a:p>
          <a:p xmlns:a="http://schemas.openxmlformats.org/drawingml/2006/main">
            <a:pPr algn="l">
              <a:defRPr sz="1725" b="0">
                <a:solidFill>
                  <a:srgbClr val="F2F5F4"/>
                </a:solidFill>
              </a:defRPr>
            </a:pPr>
            <a:r>
              <a:rPr sz="1725" b="0">
                <a:solidFill>
                  <a:srgbClr val="F2F5F4"/>
                </a:solidFill>
              </a:rPr>
              <a:t>관계와 전리품을 안고 살아 돌아오는 게임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9B57F17-4018-4028-A9F5-42C57023C9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000750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050" b="0">
                <a:solidFill>
                  <a:srgbClr val="A2AFAC"/>
                </a:solidFill>
              </a:defRPr>
            </a:defPPr>
            <a:lvl1pPr algn="l">
              <a:defRPr sz="1050" b="0">
                <a:solidFill>
                  <a:srgbClr val="A2AFAC"/>
                </a:solidFill>
              </a:defRPr>
            </a:lvl1pPr>
            <a:lvl2pPr algn="l">
              <a:defRPr sz="1050" b="0">
                <a:solidFill>
                  <a:srgbClr val="A2AFAC"/>
                </a:solidFill>
              </a:defRPr>
            </a:lvl2pPr>
            <a:lvl3pPr algn="l">
              <a:defRPr sz="1050" b="0">
                <a:solidFill>
                  <a:srgbClr val="A2AFAC"/>
                </a:solidFill>
              </a:defRPr>
            </a:lvl3pPr>
            <a:lvl4pPr algn="l">
              <a:defRPr sz="1050" b="0">
                <a:solidFill>
                  <a:srgbClr val="A2AFAC"/>
                </a:solidFill>
              </a:defRPr>
            </a:lvl4pPr>
            <a:lvl5pPr algn="l">
              <a:defRPr sz="1050" b="0">
                <a:solidFill>
                  <a:srgbClr val="A2AFAC"/>
                </a:solidFill>
              </a:defRPr>
            </a:lvl5pPr>
            <a:lvl6pPr algn="l">
              <a:defRPr sz="1050" b="0">
                <a:solidFill>
                  <a:srgbClr val="A2AFAC"/>
                </a:solidFill>
              </a:defRPr>
            </a:lvl6pPr>
            <a:lvl7pPr algn="l">
              <a:defRPr sz="1050" b="0">
                <a:solidFill>
                  <a:srgbClr val="A2AFAC"/>
                </a:solidFill>
              </a:defRPr>
            </a:lvl7pPr>
            <a:lvl8pPr algn="l">
              <a:defRPr sz="1050" b="0">
                <a:solidFill>
                  <a:srgbClr val="A2AFAC"/>
                </a:solidFill>
              </a:defRPr>
            </a:lvl8pPr>
            <a:lvl9pPr algn="l">
              <a:defRPr sz="1050" b="0">
                <a:solidFill>
                  <a:srgbClr val="A2AFAC"/>
                </a:solidFill>
              </a:defRPr>
            </a:lvl9pPr>
          </a:lstStyle>
          <a:p xmlns:a="http://schemas.openxmlformats.org/drawingml/2006/main">
            <a:pPr algn="l">
              <a:defRPr sz="1050" b="0">
                <a:solidFill>
                  <a:srgbClr val="A2AFAC"/>
                </a:solidFill>
              </a:defRPr>
            </a:pPr>
            <a:r>
              <a:rPr sz="1050" b="0">
                <a:solidFill>
                  <a:srgbClr val="A2AFAC"/>
                </a:solidFill>
              </a:rPr>
              <a:t>기획 기준 2026.10.23</a:t>
            </a:r>
          </a:p>
        </p:txBody>
      </p:sp>
    </p:spTree>
    <p:extLst>
      <p:ext uri="{BB962C8B-B14F-4D97-AF65-F5344CB8AC3E}">
        <p14:creationId xmlns:p14="http://schemas.microsoft.com/office/powerpoint/2010/main" val="443639925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A0E0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B380495-3447-4CEE-900E-5B553EE02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333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D6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1DEEAFB-64EE-4902-950E-5874715A2C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8575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900" b="1">
                <a:solidFill>
                  <a:srgbClr val="38D6C4"/>
                </a:solidFill>
              </a:defRPr>
            </a:defPPr>
            <a:lvl1pPr algn="l">
              <a:defRPr sz="900" b="1">
                <a:solidFill>
                  <a:srgbClr val="38D6C4"/>
                </a:solidFill>
              </a:defRPr>
            </a:lvl1pPr>
            <a:lvl2pPr algn="l">
              <a:defRPr sz="900" b="1">
                <a:solidFill>
                  <a:srgbClr val="38D6C4"/>
                </a:solidFill>
              </a:defRPr>
            </a:lvl2pPr>
            <a:lvl3pPr algn="l">
              <a:defRPr sz="900" b="1">
                <a:solidFill>
                  <a:srgbClr val="38D6C4"/>
                </a:solidFill>
              </a:defRPr>
            </a:lvl3pPr>
            <a:lvl4pPr algn="l">
              <a:defRPr sz="900" b="1">
                <a:solidFill>
                  <a:srgbClr val="38D6C4"/>
                </a:solidFill>
              </a:defRPr>
            </a:lvl4pPr>
            <a:lvl5pPr algn="l">
              <a:defRPr sz="900" b="1">
                <a:solidFill>
                  <a:srgbClr val="38D6C4"/>
                </a:solidFill>
              </a:defRPr>
            </a:lvl5pPr>
            <a:lvl6pPr algn="l">
              <a:defRPr sz="900" b="1">
                <a:solidFill>
                  <a:srgbClr val="38D6C4"/>
                </a:solidFill>
              </a:defRPr>
            </a:lvl6pPr>
            <a:lvl7pPr algn="l">
              <a:defRPr sz="900" b="1">
                <a:solidFill>
                  <a:srgbClr val="38D6C4"/>
                </a:solidFill>
              </a:defRPr>
            </a:lvl7pPr>
            <a:lvl8pPr algn="l">
              <a:defRPr sz="900" b="1">
                <a:solidFill>
                  <a:srgbClr val="38D6C4"/>
                </a:solidFill>
              </a:defRPr>
            </a:lvl8pPr>
            <a:lvl9pPr algn="l">
              <a:defRPr sz="900" b="1">
                <a:solidFill>
                  <a:srgbClr val="38D6C4"/>
                </a:solidFill>
              </a:defRPr>
            </a:lvl9pPr>
          </a:lstStyle>
          <a:p xmlns:a="http://schemas.openxmlformats.org/drawingml/2006/main">
            <a:pPr algn="l">
              <a:defRPr sz="900" b="1">
                <a:solidFill>
                  <a:srgbClr val="38D6C4"/>
                </a:solidFill>
              </a:defRPr>
            </a:pPr>
            <a:r>
              <a:rPr sz="900" b="1">
                <a:solidFill>
                  <a:srgbClr val="38D6C4"/>
                </a:solidFill>
              </a:rPr>
              <a:t>OVERVIEW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AFABB9F-395F-426A-965E-027245FB7E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71500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550" b="1">
                <a:solidFill>
                  <a:srgbClr val="F2F5F4"/>
                </a:solidFill>
              </a:defRPr>
            </a:defPPr>
            <a:lvl1pPr algn="l">
              <a:defRPr sz="2550" b="1">
                <a:solidFill>
                  <a:srgbClr val="F2F5F4"/>
                </a:solidFill>
              </a:defRPr>
            </a:lvl1pPr>
            <a:lvl2pPr algn="l">
              <a:defRPr sz="2550" b="1">
                <a:solidFill>
                  <a:srgbClr val="F2F5F4"/>
                </a:solidFill>
              </a:defRPr>
            </a:lvl2pPr>
            <a:lvl3pPr algn="l">
              <a:defRPr sz="2550" b="1">
                <a:solidFill>
                  <a:srgbClr val="F2F5F4"/>
                </a:solidFill>
              </a:defRPr>
            </a:lvl3pPr>
            <a:lvl4pPr algn="l">
              <a:defRPr sz="2550" b="1">
                <a:solidFill>
                  <a:srgbClr val="F2F5F4"/>
                </a:solidFill>
              </a:defRPr>
            </a:lvl4pPr>
            <a:lvl5pPr algn="l">
              <a:defRPr sz="2550" b="1">
                <a:solidFill>
                  <a:srgbClr val="F2F5F4"/>
                </a:solidFill>
              </a:defRPr>
            </a:lvl5pPr>
            <a:lvl6pPr algn="l">
              <a:defRPr sz="2550" b="1">
                <a:solidFill>
                  <a:srgbClr val="F2F5F4"/>
                </a:solidFill>
              </a:defRPr>
            </a:lvl6pPr>
            <a:lvl7pPr algn="l">
              <a:defRPr sz="2550" b="1">
                <a:solidFill>
                  <a:srgbClr val="F2F5F4"/>
                </a:solidFill>
              </a:defRPr>
            </a:lvl7pPr>
            <a:lvl8pPr algn="l">
              <a:defRPr sz="2550" b="1">
                <a:solidFill>
                  <a:srgbClr val="F2F5F4"/>
                </a:solidFill>
              </a:defRPr>
            </a:lvl8pPr>
            <a:lvl9pPr algn="l">
              <a:defRPr sz="2550" b="1">
                <a:solidFill>
                  <a:srgbClr val="F2F5F4"/>
                </a:solidFill>
              </a:defRPr>
            </a:lvl9pPr>
          </a:lstStyle>
          <a:p xmlns:a="http://schemas.openxmlformats.org/drawingml/2006/main">
            <a:pPr algn="l">
              <a:defRPr sz="2550" b="1">
                <a:solidFill>
                  <a:srgbClr val="F2F5F4"/>
                </a:solidFill>
              </a:defRPr>
            </a:pPr>
            <a:r>
              <a:rPr sz="2550" b="1">
                <a:solidFill>
                  <a:srgbClr val="F2F5F4"/>
                </a:solidFill>
              </a:rPr>
              <a:t>목차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E27FEB1-C830-4770-80E0-05171AC824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200150"/>
            <a:ext cx="11201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383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3F53F0A-6CD2-44E2-8CED-238D745286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28575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900" b="1">
                <a:solidFill>
                  <a:srgbClr val="A2AFAC"/>
                </a:solidFill>
              </a:defRPr>
            </a:defPPr>
            <a:lvl1pPr algn="r">
              <a:defRPr sz="900" b="1">
                <a:solidFill>
                  <a:srgbClr val="A2AFAC"/>
                </a:solidFill>
              </a:defRPr>
            </a:lvl1pPr>
            <a:lvl2pPr algn="r">
              <a:defRPr sz="900" b="1">
                <a:solidFill>
                  <a:srgbClr val="A2AFAC"/>
                </a:solidFill>
              </a:defRPr>
            </a:lvl2pPr>
            <a:lvl3pPr algn="r">
              <a:defRPr sz="900" b="1">
                <a:solidFill>
                  <a:srgbClr val="A2AFAC"/>
                </a:solidFill>
              </a:defRPr>
            </a:lvl3pPr>
            <a:lvl4pPr algn="r">
              <a:defRPr sz="900" b="1">
                <a:solidFill>
                  <a:srgbClr val="A2AFAC"/>
                </a:solidFill>
              </a:defRPr>
            </a:lvl4pPr>
            <a:lvl5pPr algn="r">
              <a:defRPr sz="900" b="1">
                <a:solidFill>
                  <a:srgbClr val="A2AFAC"/>
                </a:solidFill>
              </a:defRPr>
            </a:lvl5pPr>
            <a:lvl6pPr algn="r">
              <a:defRPr sz="900" b="1">
                <a:solidFill>
                  <a:srgbClr val="A2AFAC"/>
                </a:solidFill>
              </a:defRPr>
            </a:lvl6pPr>
            <a:lvl7pPr algn="r">
              <a:defRPr sz="900" b="1">
                <a:solidFill>
                  <a:srgbClr val="A2AFAC"/>
                </a:solidFill>
              </a:defRPr>
            </a:lvl7pPr>
            <a:lvl8pPr algn="r">
              <a:defRPr sz="900" b="1">
                <a:solidFill>
                  <a:srgbClr val="A2AFAC"/>
                </a:solidFill>
              </a:defRPr>
            </a:lvl8pPr>
            <a:lvl9pPr algn="r">
              <a:defRPr sz="900" b="1">
                <a:solidFill>
                  <a:srgbClr val="A2AFAC"/>
                </a:solidFill>
              </a:defRPr>
            </a:lvl9pPr>
          </a:lstStyle>
          <a:p xmlns:a="http://schemas.openxmlformats.org/drawingml/2006/main">
            <a:pPr algn="r">
              <a:defRPr sz="900" b="1">
                <a:solidFill>
                  <a:srgbClr val="A2AFAC"/>
                </a:solidFill>
              </a:defRPr>
            </a:pPr>
            <a:r>
              <a:rPr sz="900" b="1">
                <a:solidFill>
                  <a:srgbClr val="A2AFAC"/>
                </a:solidFill>
              </a:rPr>
              <a:t>02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C2E165C-6A87-48AB-8BF6-49E790B080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66850"/>
            <a:ext cx="5143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350" b="1">
                <a:solidFill>
                  <a:srgbClr val="38D6C4"/>
                </a:solidFill>
              </a:defRPr>
            </a:defPPr>
            <a:lvl1pPr algn="l">
              <a:defRPr sz="1350" b="1">
                <a:solidFill>
                  <a:srgbClr val="38D6C4"/>
                </a:solidFill>
              </a:defRPr>
            </a:lvl1pPr>
            <a:lvl2pPr algn="l">
              <a:defRPr sz="1350" b="1">
                <a:solidFill>
                  <a:srgbClr val="38D6C4"/>
                </a:solidFill>
              </a:defRPr>
            </a:lvl2pPr>
            <a:lvl3pPr algn="l">
              <a:defRPr sz="1350" b="1">
                <a:solidFill>
                  <a:srgbClr val="38D6C4"/>
                </a:solidFill>
              </a:defRPr>
            </a:lvl3pPr>
            <a:lvl4pPr algn="l">
              <a:defRPr sz="1350" b="1">
                <a:solidFill>
                  <a:srgbClr val="38D6C4"/>
                </a:solidFill>
              </a:defRPr>
            </a:lvl4pPr>
            <a:lvl5pPr algn="l">
              <a:defRPr sz="1350" b="1">
                <a:solidFill>
                  <a:srgbClr val="38D6C4"/>
                </a:solidFill>
              </a:defRPr>
            </a:lvl5pPr>
            <a:lvl6pPr algn="l">
              <a:defRPr sz="1350" b="1">
                <a:solidFill>
                  <a:srgbClr val="38D6C4"/>
                </a:solidFill>
              </a:defRPr>
            </a:lvl6pPr>
            <a:lvl7pPr algn="l">
              <a:defRPr sz="1350" b="1">
                <a:solidFill>
                  <a:srgbClr val="38D6C4"/>
                </a:solidFill>
              </a:defRPr>
            </a:lvl7pPr>
            <a:lvl8pPr algn="l">
              <a:defRPr sz="1350" b="1">
                <a:solidFill>
                  <a:srgbClr val="38D6C4"/>
                </a:solidFill>
              </a:defRPr>
            </a:lvl8pPr>
            <a:lvl9pPr algn="l">
              <a:defRPr sz="1350" b="1">
                <a:solidFill>
                  <a:srgbClr val="38D6C4"/>
                </a:solidFill>
              </a:defRPr>
            </a:lvl9pPr>
          </a:lstStyle>
          <a:p xmlns:a="http://schemas.openxmlformats.org/drawingml/2006/main">
            <a:pPr algn="l">
              <a:defRPr sz="1350" b="1">
                <a:solidFill>
                  <a:srgbClr val="38D6C4"/>
                </a:solidFill>
              </a:defRPr>
            </a:pPr>
            <a:r>
              <a:rPr sz="1350" b="1">
                <a:solidFill>
                  <a:srgbClr val="38D6C4"/>
                </a:solidFill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DAECF60-378C-4191-B62F-29E574431A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1466850"/>
            <a:ext cx="266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75" b="1">
                <a:solidFill>
                  <a:srgbClr val="F2F5F4"/>
                </a:solidFill>
              </a:defRPr>
            </a:defPPr>
            <a:lvl1pPr algn="l">
              <a:defRPr sz="1575" b="1">
                <a:solidFill>
                  <a:srgbClr val="F2F5F4"/>
                </a:solidFill>
              </a:defRPr>
            </a:lvl1pPr>
            <a:lvl2pPr algn="l">
              <a:defRPr sz="1575" b="1">
                <a:solidFill>
                  <a:srgbClr val="F2F5F4"/>
                </a:solidFill>
              </a:defRPr>
            </a:lvl2pPr>
            <a:lvl3pPr algn="l">
              <a:defRPr sz="1575" b="1">
                <a:solidFill>
                  <a:srgbClr val="F2F5F4"/>
                </a:solidFill>
              </a:defRPr>
            </a:lvl3pPr>
            <a:lvl4pPr algn="l">
              <a:defRPr sz="1575" b="1">
                <a:solidFill>
                  <a:srgbClr val="F2F5F4"/>
                </a:solidFill>
              </a:defRPr>
            </a:lvl4pPr>
            <a:lvl5pPr algn="l">
              <a:defRPr sz="1575" b="1">
                <a:solidFill>
                  <a:srgbClr val="F2F5F4"/>
                </a:solidFill>
              </a:defRPr>
            </a:lvl5pPr>
            <a:lvl6pPr algn="l">
              <a:defRPr sz="1575" b="1">
                <a:solidFill>
                  <a:srgbClr val="F2F5F4"/>
                </a:solidFill>
              </a:defRPr>
            </a:lvl6pPr>
            <a:lvl7pPr algn="l">
              <a:defRPr sz="1575" b="1">
                <a:solidFill>
                  <a:srgbClr val="F2F5F4"/>
                </a:solidFill>
              </a:defRPr>
            </a:lvl7pPr>
            <a:lvl8pPr algn="l">
              <a:defRPr sz="1575" b="1">
                <a:solidFill>
                  <a:srgbClr val="F2F5F4"/>
                </a:solidFill>
              </a:defRPr>
            </a:lvl8pPr>
            <a:lvl9pPr algn="l">
              <a:defRPr sz="1575" b="1">
                <a:solidFill>
                  <a:srgbClr val="F2F5F4"/>
                </a:solidFill>
              </a:defRPr>
            </a:lvl9pPr>
          </a:lstStyle>
          <a:p xmlns:a="http://schemas.openxmlformats.org/drawingml/2006/main">
            <a:pPr algn="l">
              <a:defRPr sz="1575" b="1">
                <a:solidFill>
                  <a:srgbClr val="F2F5F4"/>
                </a:solidFill>
              </a:defRPr>
            </a:pPr>
            <a:r>
              <a:rPr sz="1575" b="1">
                <a:solidFill>
                  <a:srgbClr val="F2F5F4"/>
                </a:solidFill>
              </a:rPr>
              <a:t>게임 정체성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7EABDDD-CBFC-4975-9C9F-6BE2B1F219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1466850"/>
            <a:ext cx="6858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350" b="0">
                <a:solidFill>
                  <a:srgbClr val="A2AFAC"/>
                </a:solidFill>
              </a:defRPr>
            </a:defPPr>
            <a:lvl1pPr algn="l">
              <a:defRPr sz="1350" b="0">
                <a:solidFill>
                  <a:srgbClr val="A2AFAC"/>
                </a:solidFill>
              </a:defRPr>
            </a:lvl1pPr>
            <a:lvl2pPr algn="l">
              <a:defRPr sz="1350" b="0">
                <a:solidFill>
                  <a:srgbClr val="A2AFAC"/>
                </a:solidFill>
              </a:defRPr>
            </a:lvl2pPr>
            <a:lvl3pPr algn="l">
              <a:defRPr sz="1350" b="0">
                <a:solidFill>
                  <a:srgbClr val="A2AFAC"/>
                </a:solidFill>
              </a:defRPr>
            </a:lvl3pPr>
            <a:lvl4pPr algn="l">
              <a:defRPr sz="1350" b="0">
                <a:solidFill>
                  <a:srgbClr val="A2AFAC"/>
                </a:solidFill>
              </a:defRPr>
            </a:lvl4pPr>
            <a:lvl5pPr algn="l">
              <a:defRPr sz="1350" b="0">
                <a:solidFill>
                  <a:srgbClr val="A2AFAC"/>
                </a:solidFill>
              </a:defRPr>
            </a:lvl5pPr>
            <a:lvl6pPr algn="l">
              <a:defRPr sz="1350" b="0">
                <a:solidFill>
                  <a:srgbClr val="A2AFAC"/>
                </a:solidFill>
              </a:defRPr>
            </a:lvl6pPr>
            <a:lvl7pPr algn="l">
              <a:defRPr sz="1350" b="0">
                <a:solidFill>
                  <a:srgbClr val="A2AFAC"/>
                </a:solidFill>
              </a:defRPr>
            </a:lvl7pPr>
            <a:lvl8pPr algn="l">
              <a:defRPr sz="1350" b="0">
                <a:solidFill>
                  <a:srgbClr val="A2AFAC"/>
                </a:solidFill>
              </a:defRPr>
            </a:lvl8pPr>
            <a:lvl9pPr algn="l">
              <a:defRPr sz="1350" b="0">
                <a:solidFill>
                  <a:srgbClr val="A2AFAC"/>
                </a:solidFill>
              </a:defRPr>
            </a:lvl9pPr>
          </a:lstStyle>
          <a:p xmlns:a="http://schemas.openxmlformats.org/drawingml/2006/main">
            <a:pPr algn="l">
              <a:defRPr sz="1350" b="0">
                <a:solidFill>
                  <a:srgbClr val="A2AFAC"/>
                </a:solidFill>
              </a:defRPr>
            </a:pPr>
            <a:r>
              <a:rPr sz="1350" b="0">
                <a:solidFill>
                  <a:srgbClr val="A2AFAC"/>
                </a:solidFill>
              </a:rPr>
              <a:t>세계관과 코어 재미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A3A9D6A-0BED-44A8-8D27-E6D2F660E8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1930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383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6915A16-3310-454C-AD5E-E1E7CA6B1E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09800"/>
            <a:ext cx="5143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350" b="1">
                <a:solidFill>
                  <a:srgbClr val="38D6C4"/>
                </a:solidFill>
              </a:defRPr>
            </a:defPPr>
            <a:lvl1pPr algn="l">
              <a:defRPr sz="1350" b="1">
                <a:solidFill>
                  <a:srgbClr val="38D6C4"/>
                </a:solidFill>
              </a:defRPr>
            </a:lvl1pPr>
            <a:lvl2pPr algn="l">
              <a:defRPr sz="1350" b="1">
                <a:solidFill>
                  <a:srgbClr val="38D6C4"/>
                </a:solidFill>
              </a:defRPr>
            </a:lvl2pPr>
            <a:lvl3pPr algn="l">
              <a:defRPr sz="1350" b="1">
                <a:solidFill>
                  <a:srgbClr val="38D6C4"/>
                </a:solidFill>
              </a:defRPr>
            </a:lvl3pPr>
            <a:lvl4pPr algn="l">
              <a:defRPr sz="1350" b="1">
                <a:solidFill>
                  <a:srgbClr val="38D6C4"/>
                </a:solidFill>
              </a:defRPr>
            </a:lvl4pPr>
            <a:lvl5pPr algn="l">
              <a:defRPr sz="1350" b="1">
                <a:solidFill>
                  <a:srgbClr val="38D6C4"/>
                </a:solidFill>
              </a:defRPr>
            </a:lvl5pPr>
            <a:lvl6pPr algn="l">
              <a:defRPr sz="1350" b="1">
                <a:solidFill>
                  <a:srgbClr val="38D6C4"/>
                </a:solidFill>
              </a:defRPr>
            </a:lvl6pPr>
            <a:lvl7pPr algn="l">
              <a:defRPr sz="1350" b="1">
                <a:solidFill>
                  <a:srgbClr val="38D6C4"/>
                </a:solidFill>
              </a:defRPr>
            </a:lvl7pPr>
            <a:lvl8pPr algn="l">
              <a:defRPr sz="1350" b="1">
                <a:solidFill>
                  <a:srgbClr val="38D6C4"/>
                </a:solidFill>
              </a:defRPr>
            </a:lvl8pPr>
            <a:lvl9pPr algn="l">
              <a:defRPr sz="1350" b="1">
                <a:solidFill>
                  <a:srgbClr val="38D6C4"/>
                </a:solidFill>
              </a:defRPr>
            </a:lvl9pPr>
          </a:lstStyle>
          <a:p xmlns:a="http://schemas.openxmlformats.org/drawingml/2006/main">
            <a:pPr algn="l">
              <a:defRPr sz="1350" b="1">
                <a:solidFill>
                  <a:srgbClr val="38D6C4"/>
                </a:solidFill>
              </a:defRPr>
            </a:pPr>
            <a:r>
              <a:rPr sz="1350" b="1">
                <a:solidFill>
                  <a:srgbClr val="38D6C4"/>
                </a:solidFill>
              </a:rP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3AF1C4D-9416-4175-8878-110FD12DDE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209800"/>
            <a:ext cx="266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75" b="1">
                <a:solidFill>
                  <a:srgbClr val="F2F5F4"/>
                </a:solidFill>
              </a:defRPr>
            </a:defPPr>
            <a:lvl1pPr algn="l">
              <a:defRPr sz="1575" b="1">
                <a:solidFill>
                  <a:srgbClr val="F2F5F4"/>
                </a:solidFill>
              </a:defRPr>
            </a:lvl1pPr>
            <a:lvl2pPr algn="l">
              <a:defRPr sz="1575" b="1">
                <a:solidFill>
                  <a:srgbClr val="F2F5F4"/>
                </a:solidFill>
              </a:defRPr>
            </a:lvl2pPr>
            <a:lvl3pPr algn="l">
              <a:defRPr sz="1575" b="1">
                <a:solidFill>
                  <a:srgbClr val="F2F5F4"/>
                </a:solidFill>
              </a:defRPr>
            </a:lvl3pPr>
            <a:lvl4pPr algn="l">
              <a:defRPr sz="1575" b="1">
                <a:solidFill>
                  <a:srgbClr val="F2F5F4"/>
                </a:solidFill>
              </a:defRPr>
            </a:lvl4pPr>
            <a:lvl5pPr algn="l">
              <a:defRPr sz="1575" b="1">
                <a:solidFill>
                  <a:srgbClr val="F2F5F4"/>
                </a:solidFill>
              </a:defRPr>
            </a:lvl5pPr>
            <a:lvl6pPr algn="l">
              <a:defRPr sz="1575" b="1">
                <a:solidFill>
                  <a:srgbClr val="F2F5F4"/>
                </a:solidFill>
              </a:defRPr>
            </a:lvl6pPr>
            <a:lvl7pPr algn="l">
              <a:defRPr sz="1575" b="1">
                <a:solidFill>
                  <a:srgbClr val="F2F5F4"/>
                </a:solidFill>
              </a:defRPr>
            </a:lvl7pPr>
            <a:lvl8pPr algn="l">
              <a:defRPr sz="1575" b="1">
                <a:solidFill>
                  <a:srgbClr val="F2F5F4"/>
                </a:solidFill>
              </a:defRPr>
            </a:lvl8pPr>
            <a:lvl9pPr algn="l">
              <a:defRPr sz="1575" b="1">
                <a:solidFill>
                  <a:srgbClr val="F2F5F4"/>
                </a:solidFill>
              </a:defRPr>
            </a:lvl9pPr>
          </a:lstStyle>
          <a:p xmlns:a="http://schemas.openxmlformats.org/drawingml/2006/main">
            <a:pPr algn="l">
              <a:defRPr sz="1575" b="1">
                <a:solidFill>
                  <a:srgbClr val="F2F5F4"/>
                </a:solidFill>
              </a:defRPr>
            </a:pPr>
            <a:r>
              <a:rPr sz="1575" b="1">
                <a:solidFill>
                  <a:srgbClr val="F2F5F4"/>
                </a:solidFill>
              </a:rPr>
              <a:t>탐사 구조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FFA4864-2230-4CF4-8B6F-4778BA348C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2209800"/>
            <a:ext cx="6858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350" b="0">
                <a:solidFill>
                  <a:srgbClr val="A2AFAC"/>
                </a:solidFill>
              </a:defRPr>
            </a:defPPr>
            <a:lvl1pPr algn="l">
              <a:defRPr sz="1350" b="0">
                <a:solidFill>
                  <a:srgbClr val="A2AFAC"/>
                </a:solidFill>
              </a:defRPr>
            </a:lvl1pPr>
            <a:lvl2pPr algn="l">
              <a:defRPr sz="1350" b="0">
                <a:solidFill>
                  <a:srgbClr val="A2AFAC"/>
                </a:solidFill>
              </a:defRPr>
            </a:lvl2pPr>
            <a:lvl3pPr algn="l">
              <a:defRPr sz="1350" b="0">
                <a:solidFill>
                  <a:srgbClr val="A2AFAC"/>
                </a:solidFill>
              </a:defRPr>
            </a:lvl3pPr>
            <a:lvl4pPr algn="l">
              <a:defRPr sz="1350" b="0">
                <a:solidFill>
                  <a:srgbClr val="A2AFAC"/>
                </a:solidFill>
              </a:defRPr>
            </a:lvl4pPr>
            <a:lvl5pPr algn="l">
              <a:defRPr sz="1350" b="0">
                <a:solidFill>
                  <a:srgbClr val="A2AFAC"/>
                </a:solidFill>
              </a:defRPr>
            </a:lvl5pPr>
            <a:lvl6pPr algn="l">
              <a:defRPr sz="1350" b="0">
                <a:solidFill>
                  <a:srgbClr val="A2AFAC"/>
                </a:solidFill>
              </a:defRPr>
            </a:lvl6pPr>
            <a:lvl7pPr algn="l">
              <a:defRPr sz="1350" b="0">
                <a:solidFill>
                  <a:srgbClr val="A2AFAC"/>
                </a:solidFill>
              </a:defRPr>
            </a:lvl7pPr>
            <a:lvl8pPr algn="l">
              <a:defRPr sz="1350" b="0">
                <a:solidFill>
                  <a:srgbClr val="A2AFAC"/>
                </a:solidFill>
              </a:defRPr>
            </a:lvl8pPr>
            <a:lvl9pPr algn="l">
              <a:defRPr sz="1350" b="0">
                <a:solidFill>
                  <a:srgbClr val="A2AFAC"/>
                </a:solidFill>
              </a:defRPr>
            </a:lvl9pPr>
          </a:lstStyle>
          <a:p xmlns:a="http://schemas.openxmlformats.org/drawingml/2006/main">
            <a:pPr algn="l">
              <a:defRPr sz="1350" b="0">
                <a:solidFill>
                  <a:srgbClr val="A2AFAC"/>
                </a:solidFill>
              </a:defRPr>
            </a:pPr>
            <a:r>
              <a:rPr sz="1350" b="0">
                <a:solidFill>
                  <a:srgbClr val="A2AFAC"/>
                </a:solidFill>
              </a:rPr>
              <a:t>플레이 루프와 깊이 선택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868F9BC-A082-4ED8-B4E5-F38EC0B9B0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622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383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C547336-31CD-4DAD-89A3-1B4E267E38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52750"/>
            <a:ext cx="5143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350" b="1">
                <a:solidFill>
                  <a:srgbClr val="38D6C4"/>
                </a:solidFill>
              </a:defRPr>
            </a:defPPr>
            <a:lvl1pPr algn="l">
              <a:defRPr sz="1350" b="1">
                <a:solidFill>
                  <a:srgbClr val="38D6C4"/>
                </a:solidFill>
              </a:defRPr>
            </a:lvl1pPr>
            <a:lvl2pPr algn="l">
              <a:defRPr sz="1350" b="1">
                <a:solidFill>
                  <a:srgbClr val="38D6C4"/>
                </a:solidFill>
              </a:defRPr>
            </a:lvl2pPr>
            <a:lvl3pPr algn="l">
              <a:defRPr sz="1350" b="1">
                <a:solidFill>
                  <a:srgbClr val="38D6C4"/>
                </a:solidFill>
              </a:defRPr>
            </a:lvl3pPr>
            <a:lvl4pPr algn="l">
              <a:defRPr sz="1350" b="1">
                <a:solidFill>
                  <a:srgbClr val="38D6C4"/>
                </a:solidFill>
              </a:defRPr>
            </a:lvl4pPr>
            <a:lvl5pPr algn="l">
              <a:defRPr sz="1350" b="1">
                <a:solidFill>
                  <a:srgbClr val="38D6C4"/>
                </a:solidFill>
              </a:defRPr>
            </a:lvl5pPr>
            <a:lvl6pPr algn="l">
              <a:defRPr sz="1350" b="1">
                <a:solidFill>
                  <a:srgbClr val="38D6C4"/>
                </a:solidFill>
              </a:defRPr>
            </a:lvl6pPr>
            <a:lvl7pPr algn="l">
              <a:defRPr sz="1350" b="1">
                <a:solidFill>
                  <a:srgbClr val="38D6C4"/>
                </a:solidFill>
              </a:defRPr>
            </a:lvl7pPr>
            <a:lvl8pPr algn="l">
              <a:defRPr sz="1350" b="1">
                <a:solidFill>
                  <a:srgbClr val="38D6C4"/>
                </a:solidFill>
              </a:defRPr>
            </a:lvl8pPr>
            <a:lvl9pPr algn="l">
              <a:defRPr sz="1350" b="1">
                <a:solidFill>
                  <a:srgbClr val="38D6C4"/>
                </a:solidFill>
              </a:defRPr>
            </a:lvl9pPr>
          </a:lstStyle>
          <a:p xmlns:a="http://schemas.openxmlformats.org/drawingml/2006/main">
            <a:pPr algn="l">
              <a:defRPr sz="1350" b="1">
                <a:solidFill>
                  <a:srgbClr val="38D6C4"/>
                </a:solidFill>
              </a:defRPr>
            </a:pPr>
            <a:r>
              <a:rPr sz="1350" b="1">
                <a:solidFill>
                  <a:srgbClr val="38D6C4"/>
                </a:solidFill>
              </a:rPr>
              <a:t>03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1C23D69-EC75-4D08-8A63-18BEFA9CB8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952750"/>
            <a:ext cx="266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75" b="1">
                <a:solidFill>
                  <a:srgbClr val="F2F5F4"/>
                </a:solidFill>
              </a:defRPr>
            </a:defPPr>
            <a:lvl1pPr algn="l">
              <a:defRPr sz="1575" b="1">
                <a:solidFill>
                  <a:srgbClr val="F2F5F4"/>
                </a:solidFill>
              </a:defRPr>
            </a:lvl1pPr>
            <a:lvl2pPr algn="l">
              <a:defRPr sz="1575" b="1">
                <a:solidFill>
                  <a:srgbClr val="F2F5F4"/>
                </a:solidFill>
              </a:defRPr>
            </a:lvl2pPr>
            <a:lvl3pPr algn="l">
              <a:defRPr sz="1575" b="1">
                <a:solidFill>
                  <a:srgbClr val="F2F5F4"/>
                </a:solidFill>
              </a:defRPr>
            </a:lvl3pPr>
            <a:lvl4pPr algn="l">
              <a:defRPr sz="1575" b="1">
                <a:solidFill>
                  <a:srgbClr val="F2F5F4"/>
                </a:solidFill>
              </a:defRPr>
            </a:lvl4pPr>
            <a:lvl5pPr algn="l">
              <a:defRPr sz="1575" b="1">
                <a:solidFill>
                  <a:srgbClr val="F2F5F4"/>
                </a:solidFill>
              </a:defRPr>
            </a:lvl5pPr>
            <a:lvl6pPr algn="l">
              <a:defRPr sz="1575" b="1">
                <a:solidFill>
                  <a:srgbClr val="F2F5F4"/>
                </a:solidFill>
              </a:defRPr>
            </a:lvl6pPr>
            <a:lvl7pPr algn="l">
              <a:defRPr sz="1575" b="1">
                <a:solidFill>
                  <a:srgbClr val="F2F5F4"/>
                </a:solidFill>
              </a:defRPr>
            </a:lvl7pPr>
            <a:lvl8pPr algn="l">
              <a:defRPr sz="1575" b="1">
                <a:solidFill>
                  <a:srgbClr val="F2F5F4"/>
                </a:solidFill>
              </a:defRPr>
            </a:lvl8pPr>
            <a:lvl9pPr algn="l">
              <a:defRPr sz="1575" b="1">
                <a:solidFill>
                  <a:srgbClr val="F2F5F4"/>
                </a:solidFill>
              </a:defRPr>
            </a:lvl9pPr>
          </a:lstStyle>
          <a:p xmlns:a="http://schemas.openxmlformats.org/drawingml/2006/main">
            <a:pPr algn="l">
              <a:defRPr sz="1575" b="1">
                <a:solidFill>
                  <a:srgbClr val="F2F5F4"/>
                </a:solidFill>
              </a:defRPr>
            </a:pPr>
            <a:r>
              <a:rPr sz="1575" b="1">
                <a:solidFill>
                  <a:srgbClr val="F2F5F4"/>
                </a:solidFill>
              </a:rPr>
              <a:t>캐릭터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F8E2F79-6945-48D8-A4A9-AED7400609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2952750"/>
            <a:ext cx="6858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350" b="0">
                <a:solidFill>
                  <a:srgbClr val="A2AFAC"/>
                </a:solidFill>
              </a:defRPr>
            </a:defPPr>
            <a:lvl1pPr algn="l">
              <a:defRPr sz="1350" b="0">
                <a:solidFill>
                  <a:srgbClr val="A2AFAC"/>
                </a:solidFill>
              </a:defRPr>
            </a:lvl1pPr>
            <a:lvl2pPr algn="l">
              <a:defRPr sz="1350" b="0">
                <a:solidFill>
                  <a:srgbClr val="A2AFAC"/>
                </a:solidFill>
              </a:defRPr>
            </a:lvl2pPr>
            <a:lvl3pPr algn="l">
              <a:defRPr sz="1350" b="0">
                <a:solidFill>
                  <a:srgbClr val="A2AFAC"/>
                </a:solidFill>
              </a:defRPr>
            </a:lvl3pPr>
            <a:lvl4pPr algn="l">
              <a:defRPr sz="1350" b="0">
                <a:solidFill>
                  <a:srgbClr val="A2AFAC"/>
                </a:solidFill>
              </a:defRPr>
            </a:lvl4pPr>
            <a:lvl5pPr algn="l">
              <a:defRPr sz="1350" b="0">
                <a:solidFill>
                  <a:srgbClr val="A2AFAC"/>
                </a:solidFill>
              </a:defRPr>
            </a:lvl5pPr>
            <a:lvl6pPr algn="l">
              <a:defRPr sz="1350" b="0">
                <a:solidFill>
                  <a:srgbClr val="A2AFAC"/>
                </a:solidFill>
              </a:defRPr>
            </a:lvl6pPr>
            <a:lvl7pPr algn="l">
              <a:defRPr sz="1350" b="0">
                <a:solidFill>
                  <a:srgbClr val="A2AFAC"/>
                </a:solidFill>
              </a:defRPr>
            </a:lvl7pPr>
            <a:lvl8pPr algn="l">
              <a:defRPr sz="1350" b="0">
                <a:solidFill>
                  <a:srgbClr val="A2AFAC"/>
                </a:solidFill>
              </a:defRPr>
            </a:lvl8pPr>
            <a:lvl9pPr algn="l">
              <a:defRPr sz="1350" b="0">
                <a:solidFill>
                  <a:srgbClr val="A2AFAC"/>
                </a:solidFill>
              </a:defRPr>
            </a:lvl9pPr>
          </a:lstStyle>
          <a:p xmlns:a="http://schemas.openxmlformats.org/drawingml/2006/main">
            <a:pPr algn="l">
              <a:defRPr sz="1350" b="0">
                <a:solidFill>
                  <a:srgbClr val="A2AFAC"/>
                </a:solidFill>
              </a:defRPr>
            </a:pPr>
            <a:r>
              <a:rPr sz="1350" b="0">
                <a:solidFill>
                  <a:srgbClr val="A2AFAC"/>
                </a:solidFill>
              </a:rPr>
              <a:t>10개 능력치와 성격 5개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555C237-3458-45DD-BD31-EDD2900A01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383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C1F54E6-3225-480B-AE00-507AD075DF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695700"/>
            <a:ext cx="5143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350" b="1">
                <a:solidFill>
                  <a:srgbClr val="38D6C4"/>
                </a:solidFill>
              </a:defRPr>
            </a:defPPr>
            <a:lvl1pPr algn="l">
              <a:defRPr sz="1350" b="1">
                <a:solidFill>
                  <a:srgbClr val="38D6C4"/>
                </a:solidFill>
              </a:defRPr>
            </a:lvl1pPr>
            <a:lvl2pPr algn="l">
              <a:defRPr sz="1350" b="1">
                <a:solidFill>
                  <a:srgbClr val="38D6C4"/>
                </a:solidFill>
              </a:defRPr>
            </a:lvl2pPr>
            <a:lvl3pPr algn="l">
              <a:defRPr sz="1350" b="1">
                <a:solidFill>
                  <a:srgbClr val="38D6C4"/>
                </a:solidFill>
              </a:defRPr>
            </a:lvl3pPr>
            <a:lvl4pPr algn="l">
              <a:defRPr sz="1350" b="1">
                <a:solidFill>
                  <a:srgbClr val="38D6C4"/>
                </a:solidFill>
              </a:defRPr>
            </a:lvl4pPr>
            <a:lvl5pPr algn="l">
              <a:defRPr sz="1350" b="1">
                <a:solidFill>
                  <a:srgbClr val="38D6C4"/>
                </a:solidFill>
              </a:defRPr>
            </a:lvl5pPr>
            <a:lvl6pPr algn="l">
              <a:defRPr sz="1350" b="1">
                <a:solidFill>
                  <a:srgbClr val="38D6C4"/>
                </a:solidFill>
              </a:defRPr>
            </a:lvl6pPr>
            <a:lvl7pPr algn="l">
              <a:defRPr sz="1350" b="1">
                <a:solidFill>
                  <a:srgbClr val="38D6C4"/>
                </a:solidFill>
              </a:defRPr>
            </a:lvl7pPr>
            <a:lvl8pPr algn="l">
              <a:defRPr sz="1350" b="1">
                <a:solidFill>
                  <a:srgbClr val="38D6C4"/>
                </a:solidFill>
              </a:defRPr>
            </a:lvl8pPr>
            <a:lvl9pPr algn="l">
              <a:defRPr sz="1350" b="1">
                <a:solidFill>
                  <a:srgbClr val="38D6C4"/>
                </a:solidFill>
              </a:defRPr>
            </a:lvl9pPr>
          </a:lstStyle>
          <a:p xmlns:a="http://schemas.openxmlformats.org/drawingml/2006/main">
            <a:pPr algn="l">
              <a:defRPr sz="1350" b="1">
                <a:solidFill>
                  <a:srgbClr val="38D6C4"/>
                </a:solidFill>
              </a:defRPr>
            </a:pPr>
            <a:r>
              <a:rPr sz="1350" b="1">
                <a:solidFill>
                  <a:srgbClr val="38D6C4"/>
                </a:solidFill>
              </a:rPr>
              <a:t>04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0E629AC-F44E-4D3D-9EC8-978EF6E55C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695700"/>
            <a:ext cx="266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75" b="1">
                <a:solidFill>
                  <a:srgbClr val="F2F5F4"/>
                </a:solidFill>
              </a:defRPr>
            </a:defPPr>
            <a:lvl1pPr algn="l">
              <a:defRPr sz="1575" b="1">
                <a:solidFill>
                  <a:srgbClr val="F2F5F4"/>
                </a:solidFill>
              </a:defRPr>
            </a:lvl1pPr>
            <a:lvl2pPr algn="l">
              <a:defRPr sz="1575" b="1">
                <a:solidFill>
                  <a:srgbClr val="F2F5F4"/>
                </a:solidFill>
              </a:defRPr>
            </a:lvl2pPr>
            <a:lvl3pPr algn="l">
              <a:defRPr sz="1575" b="1">
                <a:solidFill>
                  <a:srgbClr val="F2F5F4"/>
                </a:solidFill>
              </a:defRPr>
            </a:lvl3pPr>
            <a:lvl4pPr algn="l">
              <a:defRPr sz="1575" b="1">
                <a:solidFill>
                  <a:srgbClr val="F2F5F4"/>
                </a:solidFill>
              </a:defRPr>
            </a:lvl4pPr>
            <a:lvl5pPr algn="l">
              <a:defRPr sz="1575" b="1">
                <a:solidFill>
                  <a:srgbClr val="F2F5F4"/>
                </a:solidFill>
              </a:defRPr>
            </a:lvl5pPr>
            <a:lvl6pPr algn="l">
              <a:defRPr sz="1575" b="1">
                <a:solidFill>
                  <a:srgbClr val="F2F5F4"/>
                </a:solidFill>
              </a:defRPr>
            </a:lvl6pPr>
            <a:lvl7pPr algn="l">
              <a:defRPr sz="1575" b="1">
                <a:solidFill>
                  <a:srgbClr val="F2F5F4"/>
                </a:solidFill>
              </a:defRPr>
            </a:lvl7pPr>
            <a:lvl8pPr algn="l">
              <a:defRPr sz="1575" b="1">
                <a:solidFill>
                  <a:srgbClr val="F2F5F4"/>
                </a:solidFill>
              </a:defRPr>
            </a:lvl8pPr>
            <a:lvl9pPr algn="l">
              <a:defRPr sz="1575" b="1">
                <a:solidFill>
                  <a:srgbClr val="F2F5F4"/>
                </a:solidFill>
              </a:defRPr>
            </a:lvl9pPr>
          </a:lstStyle>
          <a:p xmlns:a="http://schemas.openxmlformats.org/drawingml/2006/main">
            <a:pPr algn="l">
              <a:defRPr sz="1575" b="1">
                <a:solidFill>
                  <a:srgbClr val="F2F5F4"/>
                </a:solidFill>
              </a:defRPr>
            </a:pPr>
            <a:r>
              <a:rPr sz="1575" b="1">
                <a:solidFill>
                  <a:srgbClr val="F2F5F4"/>
                </a:solidFill>
              </a:rPr>
              <a:t>자동 서사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9AED8D0-9769-480D-B0F3-5BF2081489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3695700"/>
            <a:ext cx="6858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350" b="0">
                <a:solidFill>
                  <a:srgbClr val="A2AFAC"/>
                </a:solidFill>
              </a:defRPr>
            </a:defPPr>
            <a:lvl1pPr algn="l">
              <a:defRPr sz="1350" b="0">
                <a:solidFill>
                  <a:srgbClr val="A2AFAC"/>
                </a:solidFill>
              </a:defRPr>
            </a:lvl1pPr>
            <a:lvl2pPr algn="l">
              <a:defRPr sz="1350" b="0">
                <a:solidFill>
                  <a:srgbClr val="A2AFAC"/>
                </a:solidFill>
              </a:defRPr>
            </a:lvl2pPr>
            <a:lvl3pPr algn="l">
              <a:defRPr sz="1350" b="0">
                <a:solidFill>
                  <a:srgbClr val="A2AFAC"/>
                </a:solidFill>
              </a:defRPr>
            </a:lvl3pPr>
            <a:lvl4pPr algn="l">
              <a:defRPr sz="1350" b="0">
                <a:solidFill>
                  <a:srgbClr val="A2AFAC"/>
                </a:solidFill>
              </a:defRPr>
            </a:lvl4pPr>
            <a:lvl5pPr algn="l">
              <a:defRPr sz="1350" b="0">
                <a:solidFill>
                  <a:srgbClr val="A2AFAC"/>
                </a:solidFill>
              </a:defRPr>
            </a:lvl5pPr>
            <a:lvl6pPr algn="l">
              <a:defRPr sz="1350" b="0">
                <a:solidFill>
                  <a:srgbClr val="A2AFAC"/>
                </a:solidFill>
              </a:defRPr>
            </a:lvl6pPr>
            <a:lvl7pPr algn="l">
              <a:defRPr sz="1350" b="0">
                <a:solidFill>
                  <a:srgbClr val="A2AFAC"/>
                </a:solidFill>
              </a:defRPr>
            </a:lvl7pPr>
            <a:lvl8pPr algn="l">
              <a:defRPr sz="1350" b="0">
                <a:solidFill>
                  <a:srgbClr val="A2AFAC"/>
                </a:solidFill>
              </a:defRPr>
            </a:lvl8pPr>
            <a:lvl9pPr algn="l">
              <a:defRPr sz="1350" b="0">
                <a:solidFill>
                  <a:srgbClr val="A2AFAC"/>
                </a:solidFill>
              </a:defRPr>
            </a:lvl9pPr>
          </a:lstStyle>
          <a:p xmlns:a="http://schemas.openxmlformats.org/drawingml/2006/main">
            <a:pPr algn="l">
              <a:defRPr sz="1350" b="0">
                <a:solidFill>
                  <a:srgbClr val="A2AFAC"/>
                </a:solidFill>
              </a:defRPr>
            </a:pPr>
            <a:r>
              <a:rPr sz="1350" b="0">
                <a:solidFill>
                  <a:srgbClr val="A2AFAC"/>
                </a:solidFill>
              </a:rPr>
              <a:t>행동 경향과 관계 사건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2A6C5E8-8DE2-44D2-893A-156DA9AD77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48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383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10BE54C-F3CD-41D1-8292-F0114AD9D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438650"/>
            <a:ext cx="5143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350" b="1">
                <a:solidFill>
                  <a:srgbClr val="38D6C4"/>
                </a:solidFill>
              </a:defRPr>
            </a:defPPr>
            <a:lvl1pPr algn="l">
              <a:defRPr sz="1350" b="1">
                <a:solidFill>
                  <a:srgbClr val="38D6C4"/>
                </a:solidFill>
              </a:defRPr>
            </a:lvl1pPr>
            <a:lvl2pPr algn="l">
              <a:defRPr sz="1350" b="1">
                <a:solidFill>
                  <a:srgbClr val="38D6C4"/>
                </a:solidFill>
              </a:defRPr>
            </a:lvl2pPr>
            <a:lvl3pPr algn="l">
              <a:defRPr sz="1350" b="1">
                <a:solidFill>
                  <a:srgbClr val="38D6C4"/>
                </a:solidFill>
              </a:defRPr>
            </a:lvl3pPr>
            <a:lvl4pPr algn="l">
              <a:defRPr sz="1350" b="1">
                <a:solidFill>
                  <a:srgbClr val="38D6C4"/>
                </a:solidFill>
              </a:defRPr>
            </a:lvl4pPr>
            <a:lvl5pPr algn="l">
              <a:defRPr sz="1350" b="1">
                <a:solidFill>
                  <a:srgbClr val="38D6C4"/>
                </a:solidFill>
              </a:defRPr>
            </a:lvl5pPr>
            <a:lvl6pPr algn="l">
              <a:defRPr sz="1350" b="1">
                <a:solidFill>
                  <a:srgbClr val="38D6C4"/>
                </a:solidFill>
              </a:defRPr>
            </a:lvl6pPr>
            <a:lvl7pPr algn="l">
              <a:defRPr sz="1350" b="1">
                <a:solidFill>
                  <a:srgbClr val="38D6C4"/>
                </a:solidFill>
              </a:defRPr>
            </a:lvl7pPr>
            <a:lvl8pPr algn="l">
              <a:defRPr sz="1350" b="1">
                <a:solidFill>
                  <a:srgbClr val="38D6C4"/>
                </a:solidFill>
              </a:defRPr>
            </a:lvl8pPr>
            <a:lvl9pPr algn="l">
              <a:defRPr sz="1350" b="1">
                <a:solidFill>
                  <a:srgbClr val="38D6C4"/>
                </a:solidFill>
              </a:defRPr>
            </a:lvl9pPr>
          </a:lstStyle>
          <a:p xmlns:a="http://schemas.openxmlformats.org/drawingml/2006/main">
            <a:pPr algn="l">
              <a:defRPr sz="1350" b="1">
                <a:solidFill>
                  <a:srgbClr val="38D6C4"/>
                </a:solidFill>
              </a:defRPr>
            </a:pPr>
            <a:r>
              <a:rPr sz="1350" b="1">
                <a:solidFill>
                  <a:srgbClr val="38D6C4"/>
                </a:solidFill>
              </a:rPr>
              <a:t>05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9C06AB5-F124-44DD-9024-4C5EF0F89B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438650"/>
            <a:ext cx="266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75" b="1">
                <a:solidFill>
                  <a:srgbClr val="F2F5F4"/>
                </a:solidFill>
              </a:defRPr>
            </a:defPPr>
            <a:lvl1pPr algn="l">
              <a:defRPr sz="1575" b="1">
                <a:solidFill>
                  <a:srgbClr val="F2F5F4"/>
                </a:solidFill>
              </a:defRPr>
            </a:lvl1pPr>
            <a:lvl2pPr algn="l">
              <a:defRPr sz="1575" b="1">
                <a:solidFill>
                  <a:srgbClr val="F2F5F4"/>
                </a:solidFill>
              </a:defRPr>
            </a:lvl2pPr>
            <a:lvl3pPr algn="l">
              <a:defRPr sz="1575" b="1">
                <a:solidFill>
                  <a:srgbClr val="F2F5F4"/>
                </a:solidFill>
              </a:defRPr>
            </a:lvl3pPr>
            <a:lvl4pPr algn="l">
              <a:defRPr sz="1575" b="1">
                <a:solidFill>
                  <a:srgbClr val="F2F5F4"/>
                </a:solidFill>
              </a:defRPr>
            </a:lvl4pPr>
            <a:lvl5pPr algn="l">
              <a:defRPr sz="1575" b="1">
                <a:solidFill>
                  <a:srgbClr val="F2F5F4"/>
                </a:solidFill>
              </a:defRPr>
            </a:lvl5pPr>
            <a:lvl6pPr algn="l">
              <a:defRPr sz="1575" b="1">
                <a:solidFill>
                  <a:srgbClr val="F2F5F4"/>
                </a:solidFill>
              </a:defRPr>
            </a:lvl6pPr>
            <a:lvl7pPr algn="l">
              <a:defRPr sz="1575" b="1">
                <a:solidFill>
                  <a:srgbClr val="F2F5F4"/>
                </a:solidFill>
              </a:defRPr>
            </a:lvl7pPr>
            <a:lvl8pPr algn="l">
              <a:defRPr sz="1575" b="1">
                <a:solidFill>
                  <a:srgbClr val="F2F5F4"/>
                </a:solidFill>
              </a:defRPr>
            </a:lvl8pPr>
            <a:lvl9pPr algn="l">
              <a:defRPr sz="1575" b="1">
                <a:solidFill>
                  <a:srgbClr val="F2F5F4"/>
                </a:solidFill>
              </a:defRPr>
            </a:lvl9pPr>
          </a:lstStyle>
          <a:p xmlns:a="http://schemas.openxmlformats.org/drawingml/2006/main">
            <a:pPr algn="l">
              <a:defRPr sz="1575" b="1">
                <a:solidFill>
                  <a:srgbClr val="F2F5F4"/>
                </a:solidFill>
              </a:defRPr>
            </a:pPr>
            <a:r>
              <a:rPr sz="1575" b="1">
                <a:solidFill>
                  <a:srgbClr val="F2F5F4"/>
                </a:solidFill>
              </a:rPr>
              <a:t>수확과 손실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CE18C1F-B16C-458B-ABD5-AC39A971A8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4438650"/>
            <a:ext cx="6858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350" b="0">
                <a:solidFill>
                  <a:srgbClr val="A2AFAC"/>
                </a:solidFill>
              </a:defRPr>
            </a:defPPr>
            <a:lvl1pPr algn="l">
              <a:defRPr sz="1350" b="0">
                <a:solidFill>
                  <a:srgbClr val="A2AFAC"/>
                </a:solidFill>
              </a:defRPr>
            </a:lvl1pPr>
            <a:lvl2pPr algn="l">
              <a:defRPr sz="1350" b="0">
                <a:solidFill>
                  <a:srgbClr val="A2AFAC"/>
                </a:solidFill>
              </a:defRPr>
            </a:lvl2pPr>
            <a:lvl3pPr algn="l">
              <a:defRPr sz="1350" b="0">
                <a:solidFill>
                  <a:srgbClr val="A2AFAC"/>
                </a:solidFill>
              </a:defRPr>
            </a:lvl3pPr>
            <a:lvl4pPr algn="l">
              <a:defRPr sz="1350" b="0">
                <a:solidFill>
                  <a:srgbClr val="A2AFAC"/>
                </a:solidFill>
              </a:defRPr>
            </a:lvl4pPr>
            <a:lvl5pPr algn="l">
              <a:defRPr sz="1350" b="0">
                <a:solidFill>
                  <a:srgbClr val="A2AFAC"/>
                </a:solidFill>
              </a:defRPr>
            </a:lvl5pPr>
            <a:lvl6pPr algn="l">
              <a:defRPr sz="1350" b="0">
                <a:solidFill>
                  <a:srgbClr val="A2AFAC"/>
                </a:solidFill>
              </a:defRPr>
            </a:lvl6pPr>
            <a:lvl7pPr algn="l">
              <a:defRPr sz="1350" b="0">
                <a:solidFill>
                  <a:srgbClr val="A2AFAC"/>
                </a:solidFill>
              </a:defRPr>
            </a:lvl7pPr>
            <a:lvl8pPr algn="l">
              <a:defRPr sz="1350" b="0">
                <a:solidFill>
                  <a:srgbClr val="A2AFAC"/>
                </a:solidFill>
              </a:defRPr>
            </a:lvl8pPr>
            <a:lvl9pPr algn="l">
              <a:defRPr sz="1350" b="0">
                <a:solidFill>
                  <a:srgbClr val="A2AFAC"/>
                </a:solidFill>
              </a:defRPr>
            </a:lvl9pPr>
          </a:lstStyle>
          <a:p xmlns:a="http://schemas.openxmlformats.org/drawingml/2006/main">
            <a:pPr algn="l">
              <a:defRPr sz="1350" b="0">
                <a:solidFill>
                  <a:srgbClr val="A2AFAC"/>
                </a:solidFill>
              </a:defRPr>
            </a:pPr>
            <a:r>
              <a:rPr sz="1350" b="0">
                <a:solidFill>
                  <a:srgbClr val="A2AFAC"/>
                </a:solidFill>
              </a:rPr>
              <a:t>무기·아이템·정보·사망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047CC4C-1D98-4CAC-9A7D-42941F3554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99110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383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C48B97B-1496-4A83-B20D-6BC9F9AB4E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181600"/>
            <a:ext cx="5143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350" b="1">
                <a:solidFill>
                  <a:srgbClr val="38D6C4"/>
                </a:solidFill>
              </a:defRPr>
            </a:defPPr>
            <a:lvl1pPr algn="l">
              <a:defRPr sz="1350" b="1">
                <a:solidFill>
                  <a:srgbClr val="38D6C4"/>
                </a:solidFill>
              </a:defRPr>
            </a:lvl1pPr>
            <a:lvl2pPr algn="l">
              <a:defRPr sz="1350" b="1">
                <a:solidFill>
                  <a:srgbClr val="38D6C4"/>
                </a:solidFill>
              </a:defRPr>
            </a:lvl2pPr>
            <a:lvl3pPr algn="l">
              <a:defRPr sz="1350" b="1">
                <a:solidFill>
                  <a:srgbClr val="38D6C4"/>
                </a:solidFill>
              </a:defRPr>
            </a:lvl3pPr>
            <a:lvl4pPr algn="l">
              <a:defRPr sz="1350" b="1">
                <a:solidFill>
                  <a:srgbClr val="38D6C4"/>
                </a:solidFill>
              </a:defRPr>
            </a:lvl4pPr>
            <a:lvl5pPr algn="l">
              <a:defRPr sz="1350" b="1">
                <a:solidFill>
                  <a:srgbClr val="38D6C4"/>
                </a:solidFill>
              </a:defRPr>
            </a:lvl5pPr>
            <a:lvl6pPr algn="l">
              <a:defRPr sz="1350" b="1">
                <a:solidFill>
                  <a:srgbClr val="38D6C4"/>
                </a:solidFill>
              </a:defRPr>
            </a:lvl6pPr>
            <a:lvl7pPr algn="l">
              <a:defRPr sz="1350" b="1">
                <a:solidFill>
                  <a:srgbClr val="38D6C4"/>
                </a:solidFill>
              </a:defRPr>
            </a:lvl7pPr>
            <a:lvl8pPr algn="l">
              <a:defRPr sz="1350" b="1">
                <a:solidFill>
                  <a:srgbClr val="38D6C4"/>
                </a:solidFill>
              </a:defRPr>
            </a:lvl8pPr>
            <a:lvl9pPr algn="l">
              <a:defRPr sz="1350" b="1">
                <a:solidFill>
                  <a:srgbClr val="38D6C4"/>
                </a:solidFill>
              </a:defRPr>
            </a:lvl9pPr>
          </a:lstStyle>
          <a:p xmlns:a="http://schemas.openxmlformats.org/drawingml/2006/main">
            <a:pPr algn="l">
              <a:defRPr sz="1350" b="1">
                <a:solidFill>
                  <a:srgbClr val="38D6C4"/>
                </a:solidFill>
              </a:defRPr>
            </a:pPr>
            <a:r>
              <a:rPr sz="1350" b="1">
                <a:solidFill>
                  <a:srgbClr val="38D6C4"/>
                </a:solidFill>
              </a:rPr>
              <a:t>06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1ADA2DD-1D0E-457E-B828-26C77D8017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5181600"/>
            <a:ext cx="266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75" b="1">
                <a:solidFill>
                  <a:srgbClr val="F2F5F4"/>
                </a:solidFill>
              </a:defRPr>
            </a:defPPr>
            <a:lvl1pPr algn="l">
              <a:defRPr sz="1575" b="1">
                <a:solidFill>
                  <a:srgbClr val="F2F5F4"/>
                </a:solidFill>
              </a:defRPr>
            </a:lvl1pPr>
            <a:lvl2pPr algn="l">
              <a:defRPr sz="1575" b="1">
                <a:solidFill>
                  <a:srgbClr val="F2F5F4"/>
                </a:solidFill>
              </a:defRPr>
            </a:lvl2pPr>
            <a:lvl3pPr algn="l">
              <a:defRPr sz="1575" b="1">
                <a:solidFill>
                  <a:srgbClr val="F2F5F4"/>
                </a:solidFill>
              </a:defRPr>
            </a:lvl3pPr>
            <a:lvl4pPr algn="l">
              <a:defRPr sz="1575" b="1">
                <a:solidFill>
                  <a:srgbClr val="F2F5F4"/>
                </a:solidFill>
              </a:defRPr>
            </a:lvl4pPr>
            <a:lvl5pPr algn="l">
              <a:defRPr sz="1575" b="1">
                <a:solidFill>
                  <a:srgbClr val="F2F5F4"/>
                </a:solidFill>
              </a:defRPr>
            </a:lvl5pPr>
            <a:lvl6pPr algn="l">
              <a:defRPr sz="1575" b="1">
                <a:solidFill>
                  <a:srgbClr val="F2F5F4"/>
                </a:solidFill>
              </a:defRPr>
            </a:lvl6pPr>
            <a:lvl7pPr algn="l">
              <a:defRPr sz="1575" b="1">
                <a:solidFill>
                  <a:srgbClr val="F2F5F4"/>
                </a:solidFill>
              </a:defRPr>
            </a:lvl7pPr>
            <a:lvl8pPr algn="l">
              <a:defRPr sz="1575" b="1">
                <a:solidFill>
                  <a:srgbClr val="F2F5F4"/>
                </a:solidFill>
              </a:defRPr>
            </a:lvl8pPr>
            <a:lvl9pPr algn="l">
              <a:defRPr sz="1575" b="1">
                <a:solidFill>
                  <a:srgbClr val="F2F5F4"/>
                </a:solidFill>
              </a:defRPr>
            </a:lvl9pPr>
          </a:lstStyle>
          <a:p xmlns:a="http://schemas.openxmlformats.org/drawingml/2006/main">
            <a:pPr algn="l">
              <a:defRPr sz="1575" b="1">
                <a:solidFill>
                  <a:srgbClr val="F2F5F4"/>
                </a:solidFill>
              </a:defRPr>
            </a:pPr>
            <a:r>
              <a:rPr sz="1575" b="1">
                <a:solidFill>
                  <a:srgbClr val="F2F5F4"/>
                </a:solidFill>
              </a:rPr>
              <a:t>후속 결정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E4AAD5D-9D5D-4F98-A71C-69AD237083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5181600"/>
            <a:ext cx="6858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350" b="0">
                <a:solidFill>
                  <a:srgbClr val="A2AFAC"/>
                </a:solidFill>
              </a:defRPr>
            </a:defPPr>
            <a:lvl1pPr algn="l">
              <a:defRPr sz="1350" b="0">
                <a:solidFill>
                  <a:srgbClr val="A2AFAC"/>
                </a:solidFill>
              </a:defRPr>
            </a:lvl1pPr>
            <a:lvl2pPr algn="l">
              <a:defRPr sz="1350" b="0">
                <a:solidFill>
                  <a:srgbClr val="A2AFAC"/>
                </a:solidFill>
              </a:defRPr>
            </a:lvl2pPr>
            <a:lvl3pPr algn="l">
              <a:defRPr sz="1350" b="0">
                <a:solidFill>
                  <a:srgbClr val="A2AFAC"/>
                </a:solidFill>
              </a:defRPr>
            </a:lvl3pPr>
            <a:lvl4pPr algn="l">
              <a:defRPr sz="1350" b="0">
                <a:solidFill>
                  <a:srgbClr val="A2AFAC"/>
                </a:solidFill>
              </a:defRPr>
            </a:lvl4pPr>
            <a:lvl5pPr algn="l">
              <a:defRPr sz="1350" b="0">
                <a:solidFill>
                  <a:srgbClr val="A2AFAC"/>
                </a:solidFill>
              </a:defRPr>
            </a:lvl5pPr>
            <a:lvl6pPr algn="l">
              <a:defRPr sz="1350" b="0">
                <a:solidFill>
                  <a:srgbClr val="A2AFAC"/>
                </a:solidFill>
              </a:defRPr>
            </a:lvl6pPr>
            <a:lvl7pPr algn="l">
              <a:defRPr sz="1350" b="0">
                <a:solidFill>
                  <a:srgbClr val="A2AFAC"/>
                </a:solidFill>
              </a:defRPr>
            </a:lvl7pPr>
            <a:lvl8pPr algn="l">
              <a:defRPr sz="1350" b="0">
                <a:solidFill>
                  <a:srgbClr val="A2AFAC"/>
                </a:solidFill>
              </a:defRPr>
            </a:lvl8pPr>
            <a:lvl9pPr algn="l">
              <a:defRPr sz="1350" b="0">
                <a:solidFill>
                  <a:srgbClr val="A2AFAC"/>
                </a:solidFill>
              </a:defRPr>
            </a:lvl9pPr>
          </a:lstStyle>
          <a:p xmlns:a="http://schemas.openxmlformats.org/drawingml/2006/main">
            <a:pPr algn="l">
              <a:defRPr sz="1350" b="0">
                <a:solidFill>
                  <a:srgbClr val="A2AFAC"/>
                </a:solidFill>
              </a:defRPr>
            </a:pPr>
            <a:r>
              <a:rPr sz="1350" b="0">
                <a:solidFill>
                  <a:srgbClr val="A2AFAC"/>
                </a:solidFill>
              </a:rPr>
              <a:t>밸런스와 구현 쟁점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6FDAC93-42FF-4894-9E35-85D414C5AA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340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3838"/>
          </a:solidFill>
          <a:ln xmlns:a="http://schemas.openxmlformats.org/drawingml/2006/main" w="0">
            <a:noFill/>
            <a:prstDash val="solid"/>
          </a:ln>
        </p:spPr>
      </p:sp>
    </p:spTree>
    <p:extLst>
      <p:ext uri="{BB962C8B-B14F-4D97-AF65-F5344CB8AC3E}">
        <p14:creationId xmlns:p14="http://schemas.microsoft.com/office/powerpoint/2010/main" val="2117012638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A0E0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ABF15CE-9EAD-4976-BA75-ED07CECF81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333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D6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14F709F-1AF0-4810-87F3-25FA795623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8575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900" b="1">
                <a:solidFill>
                  <a:srgbClr val="38D6C4"/>
                </a:solidFill>
              </a:defRPr>
            </a:defPPr>
            <a:lvl1pPr algn="l">
              <a:defRPr sz="900" b="1">
                <a:solidFill>
                  <a:srgbClr val="38D6C4"/>
                </a:solidFill>
              </a:defRPr>
            </a:lvl1pPr>
            <a:lvl2pPr algn="l">
              <a:defRPr sz="900" b="1">
                <a:solidFill>
                  <a:srgbClr val="38D6C4"/>
                </a:solidFill>
              </a:defRPr>
            </a:lvl2pPr>
            <a:lvl3pPr algn="l">
              <a:defRPr sz="900" b="1">
                <a:solidFill>
                  <a:srgbClr val="38D6C4"/>
                </a:solidFill>
              </a:defRPr>
            </a:lvl3pPr>
            <a:lvl4pPr algn="l">
              <a:defRPr sz="900" b="1">
                <a:solidFill>
                  <a:srgbClr val="38D6C4"/>
                </a:solidFill>
              </a:defRPr>
            </a:lvl4pPr>
            <a:lvl5pPr algn="l">
              <a:defRPr sz="900" b="1">
                <a:solidFill>
                  <a:srgbClr val="38D6C4"/>
                </a:solidFill>
              </a:defRPr>
            </a:lvl5pPr>
            <a:lvl6pPr algn="l">
              <a:defRPr sz="900" b="1">
                <a:solidFill>
                  <a:srgbClr val="38D6C4"/>
                </a:solidFill>
              </a:defRPr>
            </a:lvl6pPr>
            <a:lvl7pPr algn="l">
              <a:defRPr sz="900" b="1">
                <a:solidFill>
                  <a:srgbClr val="38D6C4"/>
                </a:solidFill>
              </a:defRPr>
            </a:lvl7pPr>
            <a:lvl8pPr algn="l">
              <a:defRPr sz="900" b="1">
                <a:solidFill>
                  <a:srgbClr val="38D6C4"/>
                </a:solidFill>
              </a:defRPr>
            </a:lvl8pPr>
            <a:lvl9pPr algn="l">
              <a:defRPr sz="900" b="1">
                <a:solidFill>
                  <a:srgbClr val="38D6C4"/>
                </a:solidFill>
              </a:defRPr>
            </a:lvl9pPr>
          </a:lstStyle>
          <a:p xmlns:a="http://schemas.openxmlformats.org/drawingml/2006/main">
            <a:pPr algn="l">
              <a:defRPr sz="900" b="1">
                <a:solidFill>
                  <a:srgbClr val="38D6C4"/>
                </a:solidFill>
              </a:defRPr>
            </a:pPr>
            <a:r>
              <a:rPr sz="900" b="1">
                <a:solidFill>
                  <a:srgbClr val="38D6C4"/>
                </a:solidFill>
              </a:rPr>
              <a:t>GAME DEFINITION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1E5BC63-AE37-423E-985C-4EEED0B9DE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71500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550" b="1">
                <a:solidFill>
                  <a:srgbClr val="F2F5F4"/>
                </a:solidFill>
              </a:defRPr>
            </a:defPPr>
            <a:lvl1pPr algn="l">
              <a:defRPr sz="2550" b="1">
                <a:solidFill>
                  <a:srgbClr val="F2F5F4"/>
                </a:solidFill>
              </a:defRPr>
            </a:lvl1pPr>
            <a:lvl2pPr algn="l">
              <a:defRPr sz="2550" b="1">
                <a:solidFill>
                  <a:srgbClr val="F2F5F4"/>
                </a:solidFill>
              </a:defRPr>
            </a:lvl2pPr>
            <a:lvl3pPr algn="l">
              <a:defRPr sz="2550" b="1">
                <a:solidFill>
                  <a:srgbClr val="F2F5F4"/>
                </a:solidFill>
              </a:defRPr>
            </a:lvl3pPr>
            <a:lvl4pPr algn="l">
              <a:defRPr sz="2550" b="1">
                <a:solidFill>
                  <a:srgbClr val="F2F5F4"/>
                </a:solidFill>
              </a:defRPr>
            </a:lvl4pPr>
            <a:lvl5pPr algn="l">
              <a:defRPr sz="2550" b="1">
                <a:solidFill>
                  <a:srgbClr val="F2F5F4"/>
                </a:solidFill>
              </a:defRPr>
            </a:lvl5pPr>
            <a:lvl6pPr algn="l">
              <a:defRPr sz="2550" b="1">
                <a:solidFill>
                  <a:srgbClr val="F2F5F4"/>
                </a:solidFill>
              </a:defRPr>
            </a:lvl6pPr>
            <a:lvl7pPr algn="l">
              <a:defRPr sz="2550" b="1">
                <a:solidFill>
                  <a:srgbClr val="F2F5F4"/>
                </a:solidFill>
              </a:defRPr>
            </a:lvl7pPr>
            <a:lvl8pPr algn="l">
              <a:defRPr sz="2550" b="1">
                <a:solidFill>
                  <a:srgbClr val="F2F5F4"/>
                </a:solidFill>
              </a:defRPr>
            </a:lvl8pPr>
            <a:lvl9pPr algn="l">
              <a:defRPr sz="2550" b="1">
                <a:solidFill>
                  <a:srgbClr val="F2F5F4"/>
                </a:solidFill>
              </a:defRPr>
            </a:lvl9pPr>
          </a:lstStyle>
          <a:p xmlns:a="http://schemas.openxmlformats.org/drawingml/2006/main">
            <a:pPr algn="l">
              <a:defRPr sz="2550" b="1">
                <a:solidFill>
                  <a:srgbClr val="F2F5F4"/>
                </a:solidFill>
              </a:defRPr>
            </a:pPr>
            <a:r>
              <a:rPr sz="2550" b="1">
                <a:solidFill>
                  <a:srgbClr val="F2F5F4"/>
                </a:solidFill>
              </a:rPr>
              <a:t>게임 정체성과 코어 재미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F82371D-8134-4B23-9B6E-4452136E47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200150"/>
            <a:ext cx="11201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383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2AE81D7-D4E0-46B9-A798-3A8F5CF1D6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28575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900" b="1">
                <a:solidFill>
                  <a:srgbClr val="A2AFAC"/>
                </a:solidFill>
              </a:defRPr>
            </a:defPPr>
            <a:lvl1pPr algn="r">
              <a:defRPr sz="900" b="1">
                <a:solidFill>
                  <a:srgbClr val="A2AFAC"/>
                </a:solidFill>
              </a:defRPr>
            </a:lvl1pPr>
            <a:lvl2pPr algn="r">
              <a:defRPr sz="900" b="1">
                <a:solidFill>
                  <a:srgbClr val="A2AFAC"/>
                </a:solidFill>
              </a:defRPr>
            </a:lvl2pPr>
            <a:lvl3pPr algn="r">
              <a:defRPr sz="900" b="1">
                <a:solidFill>
                  <a:srgbClr val="A2AFAC"/>
                </a:solidFill>
              </a:defRPr>
            </a:lvl3pPr>
            <a:lvl4pPr algn="r">
              <a:defRPr sz="900" b="1">
                <a:solidFill>
                  <a:srgbClr val="A2AFAC"/>
                </a:solidFill>
              </a:defRPr>
            </a:lvl4pPr>
            <a:lvl5pPr algn="r">
              <a:defRPr sz="900" b="1">
                <a:solidFill>
                  <a:srgbClr val="A2AFAC"/>
                </a:solidFill>
              </a:defRPr>
            </a:lvl5pPr>
            <a:lvl6pPr algn="r">
              <a:defRPr sz="900" b="1">
                <a:solidFill>
                  <a:srgbClr val="A2AFAC"/>
                </a:solidFill>
              </a:defRPr>
            </a:lvl6pPr>
            <a:lvl7pPr algn="r">
              <a:defRPr sz="900" b="1">
                <a:solidFill>
                  <a:srgbClr val="A2AFAC"/>
                </a:solidFill>
              </a:defRPr>
            </a:lvl7pPr>
            <a:lvl8pPr algn="r">
              <a:defRPr sz="900" b="1">
                <a:solidFill>
                  <a:srgbClr val="A2AFAC"/>
                </a:solidFill>
              </a:defRPr>
            </a:lvl8pPr>
            <a:lvl9pPr algn="r">
              <a:defRPr sz="900" b="1">
                <a:solidFill>
                  <a:srgbClr val="A2AFAC"/>
                </a:solidFill>
              </a:defRPr>
            </a:lvl9pPr>
          </a:lstStyle>
          <a:p xmlns:a="http://schemas.openxmlformats.org/drawingml/2006/main">
            <a:pPr algn="r">
              <a:defRPr sz="900" b="1">
                <a:solidFill>
                  <a:srgbClr val="A2AFAC"/>
                </a:solidFill>
              </a:defRPr>
            </a:pPr>
            <a:r>
              <a:rPr sz="900" b="1">
                <a:solidFill>
                  <a:srgbClr val="A2AFAC"/>
                </a:solidFill>
              </a:rPr>
              <a:t>03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8201F19-BDBD-4CE2-98DF-449CA36836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66850"/>
            <a:ext cx="110490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175" b="1">
                <a:solidFill>
                  <a:srgbClr val="F2F5F4"/>
                </a:solidFill>
              </a:defRPr>
            </a:defPPr>
            <a:lvl1pPr algn="l">
              <a:defRPr sz="2175" b="1">
                <a:solidFill>
                  <a:srgbClr val="F2F5F4"/>
                </a:solidFill>
              </a:defRPr>
            </a:lvl1pPr>
            <a:lvl2pPr algn="l">
              <a:defRPr sz="2175" b="1">
                <a:solidFill>
                  <a:srgbClr val="F2F5F4"/>
                </a:solidFill>
              </a:defRPr>
            </a:lvl2pPr>
            <a:lvl3pPr algn="l">
              <a:defRPr sz="2175" b="1">
                <a:solidFill>
                  <a:srgbClr val="F2F5F4"/>
                </a:solidFill>
              </a:defRPr>
            </a:lvl3pPr>
            <a:lvl4pPr algn="l">
              <a:defRPr sz="2175" b="1">
                <a:solidFill>
                  <a:srgbClr val="F2F5F4"/>
                </a:solidFill>
              </a:defRPr>
            </a:lvl4pPr>
            <a:lvl5pPr algn="l">
              <a:defRPr sz="2175" b="1">
                <a:solidFill>
                  <a:srgbClr val="F2F5F4"/>
                </a:solidFill>
              </a:defRPr>
            </a:lvl5pPr>
            <a:lvl6pPr algn="l">
              <a:defRPr sz="2175" b="1">
                <a:solidFill>
                  <a:srgbClr val="F2F5F4"/>
                </a:solidFill>
              </a:defRPr>
            </a:lvl6pPr>
            <a:lvl7pPr algn="l">
              <a:defRPr sz="2175" b="1">
                <a:solidFill>
                  <a:srgbClr val="F2F5F4"/>
                </a:solidFill>
              </a:defRPr>
            </a:lvl7pPr>
            <a:lvl8pPr algn="l">
              <a:defRPr sz="2175" b="1">
                <a:solidFill>
                  <a:srgbClr val="F2F5F4"/>
                </a:solidFill>
              </a:defRPr>
            </a:lvl8pPr>
            <a:lvl9pPr algn="l">
              <a:defRPr sz="2175" b="1">
                <a:solidFill>
                  <a:srgbClr val="F2F5F4"/>
                </a:solidFill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F2F5F4"/>
                </a:solidFill>
              </a:defRPr>
            </a:pPr>
            <a:r>
              <a:rPr sz="2175" b="1">
                <a:solidFill>
                  <a:srgbClr val="F2F5F4"/>
                </a:solidFill>
              </a:rPr>
              <a:t>1~5명의 자캐 탐사대가 기묘한 공간에 진입해</a:t>
            </a:r>
          </a:p>
          <a:p xmlns:a="http://schemas.openxmlformats.org/drawingml/2006/main">
            <a:pPr algn="l">
              <a:defRPr sz="2175" b="1">
                <a:solidFill>
                  <a:srgbClr val="F2F5F4"/>
                </a:solidFill>
              </a:defRPr>
            </a:pPr>
            <a:r>
              <a:rPr sz="2175" b="1">
                <a:solidFill>
                  <a:srgbClr val="F2F5F4"/>
                </a:solidFill>
              </a:rPr>
              <a:t>이상 에너지와 물건을 회수하는 비동기 탐사 게임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E8A6C87-EAEC-4A44-93A8-AE7E6E194F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838450"/>
            <a:ext cx="3333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350" b="1">
                <a:solidFill>
                  <a:srgbClr val="38D6C4"/>
                </a:solidFill>
              </a:defRPr>
            </a:defPPr>
            <a:lvl1pPr algn="l">
              <a:defRPr sz="1350" b="1">
                <a:solidFill>
                  <a:srgbClr val="38D6C4"/>
                </a:solidFill>
              </a:defRPr>
            </a:lvl1pPr>
            <a:lvl2pPr algn="l">
              <a:defRPr sz="1350" b="1">
                <a:solidFill>
                  <a:srgbClr val="38D6C4"/>
                </a:solidFill>
              </a:defRPr>
            </a:lvl2pPr>
            <a:lvl3pPr algn="l">
              <a:defRPr sz="1350" b="1">
                <a:solidFill>
                  <a:srgbClr val="38D6C4"/>
                </a:solidFill>
              </a:defRPr>
            </a:lvl3pPr>
            <a:lvl4pPr algn="l">
              <a:defRPr sz="1350" b="1">
                <a:solidFill>
                  <a:srgbClr val="38D6C4"/>
                </a:solidFill>
              </a:defRPr>
            </a:lvl4pPr>
            <a:lvl5pPr algn="l">
              <a:defRPr sz="1350" b="1">
                <a:solidFill>
                  <a:srgbClr val="38D6C4"/>
                </a:solidFill>
              </a:defRPr>
            </a:lvl5pPr>
            <a:lvl6pPr algn="l">
              <a:defRPr sz="1350" b="1">
                <a:solidFill>
                  <a:srgbClr val="38D6C4"/>
                </a:solidFill>
              </a:defRPr>
            </a:lvl6pPr>
            <a:lvl7pPr algn="l">
              <a:defRPr sz="1350" b="1">
                <a:solidFill>
                  <a:srgbClr val="38D6C4"/>
                </a:solidFill>
              </a:defRPr>
            </a:lvl7pPr>
            <a:lvl8pPr algn="l">
              <a:defRPr sz="1350" b="1">
                <a:solidFill>
                  <a:srgbClr val="38D6C4"/>
                </a:solidFill>
              </a:defRPr>
            </a:lvl8pPr>
            <a:lvl9pPr algn="l">
              <a:defRPr sz="1350" b="1">
                <a:solidFill>
                  <a:srgbClr val="38D6C4"/>
                </a:solidFill>
              </a:defRPr>
            </a:lvl9pPr>
          </a:lstStyle>
          <a:p xmlns:a="http://schemas.openxmlformats.org/drawingml/2006/main">
            <a:pPr algn="l">
              <a:defRPr sz="1350" b="1">
                <a:solidFill>
                  <a:srgbClr val="38D6C4"/>
                </a:solidFill>
              </a:defRPr>
            </a:pPr>
            <a:r>
              <a:rPr sz="1350" b="1">
                <a:solidFill>
                  <a:srgbClr val="38D6C4"/>
                </a:solidFill>
              </a:rPr>
              <a:t>발견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CAC3BCC-C4D5-4E4C-8973-16FE9E2D9F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162300"/>
            <a:ext cx="33337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350" b="0">
                <a:solidFill>
                  <a:srgbClr val="F2F5F4"/>
                </a:solidFill>
              </a:defRPr>
            </a:defPPr>
            <a:lvl1pPr algn="l">
              <a:defRPr sz="1350" b="0">
                <a:solidFill>
                  <a:srgbClr val="F2F5F4"/>
                </a:solidFill>
              </a:defRPr>
            </a:lvl1pPr>
            <a:lvl2pPr algn="l">
              <a:defRPr sz="1350" b="0">
                <a:solidFill>
                  <a:srgbClr val="F2F5F4"/>
                </a:solidFill>
              </a:defRPr>
            </a:lvl2pPr>
            <a:lvl3pPr algn="l">
              <a:defRPr sz="1350" b="0">
                <a:solidFill>
                  <a:srgbClr val="F2F5F4"/>
                </a:solidFill>
              </a:defRPr>
            </a:lvl3pPr>
            <a:lvl4pPr algn="l">
              <a:defRPr sz="1350" b="0">
                <a:solidFill>
                  <a:srgbClr val="F2F5F4"/>
                </a:solidFill>
              </a:defRPr>
            </a:lvl4pPr>
            <a:lvl5pPr algn="l">
              <a:defRPr sz="1350" b="0">
                <a:solidFill>
                  <a:srgbClr val="F2F5F4"/>
                </a:solidFill>
              </a:defRPr>
            </a:lvl5pPr>
            <a:lvl6pPr algn="l">
              <a:defRPr sz="1350" b="0">
                <a:solidFill>
                  <a:srgbClr val="F2F5F4"/>
                </a:solidFill>
              </a:defRPr>
            </a:lvl6pPr>
            <a:lvl7pPr algn="l">
              <a:defRPr sz="1350" b="0">
                <a:solidFill>
                  <a:srgbClr val="F2F5F4"/>
                </a:solidFill>
              </a:defRPr>
            </a:lvl7pPr>
            <a:lvl8pPr algn="l">
              <a:defRPr sz="1350" b="0">
                <a:solidFill>
                  <a:srgbClr val="F2F5F4"/>
                </a:solidFill>
              </a:defRPr>
            </a:lvl8pPr>
            <a:lvl9pPr algn="l">
              <a:defRPr sz="1350" b="0">
                <a:solidFill>
                  <a:srgbClr val="F2F5F4"/>
                </a:solidFill>
              </a:defRPr>
            </a:lvl9pPr>
          </a:lstStyle>
          <a:p xmlns:a="http://schemas.openxmlformats.org/drawingml/2006/main">
            <a:pPr algn="l">
              <a:defRPr sz="1350" b="0">
                <a:solidFill>
                  <a:srgbClr val="F2F5F4"/>
                </a:solidFill>
              </a:defRPr>
            </a:pPr>
            <a:r>
              <a:rPr sz="1350" b="0">
                <a:solidFill>
                  <a:srgbClr val="F2F5F4"/>
                </a:solidFill>
              </a:rPr>
              <a:t>공간마다 다른 규칙과 희귀 물품을 찾는다.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9837D40-CA66-4E08-88DB-A508A2010D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625" y="2838450"/>
            <a:ext cx="3333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350" b="1">
                <a:solidFill>
                  <a:srgbClr val="E9C46A"/>
                </a:solidFill>
              </a:defRPr>
            </a:defPPr>
            <a:lvl1pPr algn="l">
              <a:defRPr sz="1350" b="1">
                <a:solidFill>
                  <a:srgbClr val="E9C46A"/>
                </a:solidFill>
              </a:defRPr>
            </a:lvl1pPr>
            <a:lvl2pPr algn="l">
              <a:defRPr sz="1350" b="1">
                <a:solidFill>
                  <a:srgbClr val="E9C46A"/>
                </a:solidFill>
              </a:defRPr>
            </a:lvl2pPr>
            <a:lvl3pPr algn="l">
              <a:defRPr sz="1350" b="1">
                <a:solidFill>
                  <a:srgbClr val="E9C46A"/>
                </a:solidFill>
              </a:defRPr>
            </a:lvl3pPr>
            <a:lvl4pPr algn="l">
              <a:defRPr sz="1350" b="1">
                <a:solidFill>
                  <a:srgbClr val="E9C46A"/>
                </a:solidFill>
              </a:defRPr>
            </a:lvl4pPr>
            <a:lvl5pPr algn="l">
              <a:defRPr sz="1350" b="1">
                <a:solidFill>
                  <a:srgbClr val="E9C46A"/>
                </a:solidFill>
              </a:defRPr>
            </a:lvl5pPr>
            <a:lvl6pPr algn="l">
              <a:defRPr sz="1350" b="1">
                <a:solidFill>
                  <a:srgbClr val="E9C46A"/>
                </a:solidFill>
              </a:defRPr>
            </a:lvl6pPr>
            <a:lvl7pPr algn="l">
              <a:defRPr sz="1350" b="1">
                <a:solidFill>
                  <a:srgbClr val="E9C46A"/>
                </a:solidFill>
              </a:defRPr>
            </a:lvl7pPr>
            <a:lvl8pPr algn="l">
              <a:defRPr sz="1350" b="1">
                <a:solidFill>
                  <a:srgbClr val="E9C46A"/>
                </a:solidFill>
              </a:defRPr>
            </a:lvl8pPr>
            <a:lvl9pPr algn="l">
              <a:defRPr sz="1350" b="1">
                <a:solidFill>
                  <a:srgbClr val="E9C46A"/>
                </a:solidFill>
              </a:defRPr>
            </a:lvl9pPr>
          </a:lstStyle>
          <a:p xmlns:a="http://schemas.openxmlformats.org/drawingml/2006/main">
            <a:pPr algn="l">
              <a:defRPr sz="1350" b="1">
                <a:solidFill>
                  <a:srgbClr val="E9C46A"/>
                </a:solidFill>
              </a:defRPr>
            </a:pPr>
            <a:r>
              <a:rPr sz="1350" b="1">
                <a:solidFill>
                  <a:srgbClr val="E9C46A"/>
                </a:solidFill>
              </a:rPr>
              <a:t>판단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1345D9E-0106-457C-B2F9-AC2F32929B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625" y="3162300"/>
            <a:ext cx="33337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350" b="0">
                <a:solidFill>
                  <a:srgbClr val="F2F5F4"/>
                </a:solidFill>
              </a:defRPr>
            </a:defPPr>
            <a:lvl1pPr algn="l">
              <a:defRPr sz="1350" b="0">
                <a:solidFill>
                  <a:srgbClr val="F2F5F4"/>
                </a:solidFill>
              </a:defRPr>
            </a:lvl1pPr>
            <a:lvl2pPr algn="l">
              <a:defRPr sz="1350" b="0">
                <a:solidFill>
                  <a:srgbClr val="F2F5F4"/>
                </a:solidFill>
              </a:defRPr>
            </a:lvl2pPr>
            <a:lvl3pPr algn="l">
              <a:defRPr sz="1350" b="0">
                <a:solidFill>
                  <a:srgbClr val="F2F5F4"/>
                </a:solidFill>
              </a:defRPr>
            </a:lvl3pPr>
            <a:lvl4pPr algn="l">
              <a:defRPr sz="1350" b="0">
                <a:solidFill>
                  <a:srgbClr val="F2F5F4"/>
                </a:solidFill>
              </a:defRPr>
            </a:lvl4pPr>
            <a:lvl5pPr algn="l">
              <a:defRPr sz="1350" b="0">
                <a:solidFill>
                  <a:srgbClr val="F2F5F4"/>
                </a:solidFill>
              </a:defRPr>
            </a:lvl5pPr>
            <a:lvl6pPr algn="l">
              <a:defRPr sz="1350" b="0">
                <a:solidFill>
                  <a:srgbClr val="F2F5F4"/>
                </a:solidFill>
              </a:defRPr>
            </a:lvl6pPr>
            <a:lvl7pPr algn="l">
              <a:defRPr sz="1350" b="0">
                <a:solidFill>
                  <a:srgbClr val="F2F5F4"/>
                </a:solidFill>
              </a:defRPr>
            </a:lvl7pPr>
            <a:lvl8pPr algn="l">
              <a:defRPr sz="1350" b="0">
                <a:solidFill>
                  <a:srgbClr val="F2F5F4"/>
                </a:solidFill>
              </a:defRPr>
            </a:lvl8pPr>
            <a:lvl9pPr algn="l">
              <a:defRPr sz="1350" b="0">
                <a:solidFill>
                  <a:srgbClr val="F2F5F4"/>
                </a:solidFill>
              </a:defRPr>
            </a:lvl9pPr>
          </a:lstStyle>
          <a:p xmlns:a="http://schemas.openxmlformats.org/drawingml/2006/main">
            <a:pPr algn="l">
              <a:defRPr sz="1350" b="0">
                <a:solidFill>
                  <a:srgbClr val="F2F5F4"/>
                </a:solidFill>
              </a:defRPr>
            </a:pPr>
            <a:r>
              <a:rPr sz="1350" b="0">
                <a:solidFill>
                  <a:srgbClr val="F2F5F4"/>
                </a:solidFill>
              </a:rPr>
              <a:t>현재 성과를 지키고 철수할지 더 깊이 전진할지 고른다.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D000CE8-8FC7-44D2-B036-83DB6F204A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838450"/>
            <a:ext cx="3333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350" b="1">
                <a:solidFill>
                  <a:srgbClr val="E86D65"/>
                </a:solidFill>
              </a:defRPr>
            </a:defPPr>
            <a:lvl1pPr algn="l">
              <a:defRPr sz="1350" b="1">
                <a:solidFill>
                  <a:srgbClr val="E86D65"/>
                </a:solidFill>
              </a:defRPr>
            </a:lvl1pPr>
            <a:lvl2pPr algn="l">
              <a:defRPr sz="1350" b="1">
                <a:solidFill>
                  <a:srgbClr val="E86D65"/>
                </a:solidFill>
              </a:defRPr>
            </a:lvl2pPr>
            <a:lvl3pPr algn="l">
              <a:defRPr sz="1350" b="1">
                <a:solidFill>
                  <a:srgbClr val="E86D65"/>
                </a:solidFill>
              </a:defRPr>
            </a:lvl3pPr>
            <a:lvl4pPr algn="l">
              <a:defRPr sz="1350" b="1">
                <a:solidFill>
                  <a:srgbClr val="E86D65"/>
                </a:solidFill>
              </a:defRPr>
            </a:lvl4pPr>
            <a:lvl5pPr algn="l">
              <a:defRPr sz="1350" b="1">
                <a:solidFill>
                  <a:srgbClr val="E86D65"/>
                </a:solidFill>
              </a:defRPr>
            </a:lvl5pPr>
            <a:lvl6pPr algn="l">
              <a:defRPr sz="1350" b="1">
                <a:solidFill>
                  <a:srgbClr val="E86D65"/>
                </a:solidFill>
              </a:defRPr>
            </a:lvl6pPr>
            <a:lvl7pPr algn="l">
              <a:defRPr sz="1350" b="1">
                <a:solidFill>
                  <a:srgbClr val="E86D65"/>
                </a:solidFill>
              </a:defRPr>
            </a:lvl7pPr>
            <a:lvl8pPr algn="l">
              <a:defRPr sz="1350" b="1">
                <a:solidFill>
                  <a:srgbClr val="E86D65"/>
                </a:solidFill>
              </a:defRPr>
            </a:lvl8pPr>
            <a:lvl9pPr algn="l">
              <a:defRPr sz="1350" b="1">
                <a:solidFill>
                  <a:srgbClr val="E86D65"/>
                </a:solidFill>
              </a:defRPr>
            </a:lvl9pPr>
          </a:lstStyle>
          <a:p xmlns:a="http://schemas.openxmlformats.org/drawingml/2006/main">
            <a:pPr algn="l">
              <a:defRPr sz="1350" b="1">
                <a:solidFill>
                  <a:srgbClr val="E86D65"/>
                </a:solidFill>
              </a:defRPr>
            </a:pPr>
            <a:r>
              <a:rPr sz="1350" b="1">
                <a:solidFill>
                  <a:srgbClr val="E86D65"/>
                </a:solidFill>
              </a:rPr>
              <a:t>관계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1332795-47BB-45FC-B0F4-E0BD8771C7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3162300"/>
            <a:ext cx="33337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350" b="0">
                <a:solidFill>
                  <a:srgbClr val="F2F5F4"/>
                </a:solidFill>
              </a:defRPr>
            </a:defPPr>
            <a:lvl1pPr algn="l">
              <a:defRPr sz="1350" b="0">
                <a:solidFill>
                  <a:srgbClr val="F2F5F4"/>
                </a:solidFill>
              </a:defRPr>
            </a:lvl1pPr>
            <a:lvl2pPr algn="l">
              <a:defRPr sz="1350" b="0">
                <a:solidFill>
                  <a:srgbClr val="F2F5F4"/>
                </a:solidFill>
              </a:defRPr>
            </a:lvl2pPr>
            <a:lvl3pPr algn="l">
              <a:defRPr sz="1350" b="0">
                <a:solidFill>
                  <a:srgbClr val="F2F5F4"/>
                </a:solidFill>
              </a:defRPr>
            </a:lvl3pPr>
            <a:lvl4pPr algn="l">
              <a:defRPr sz="1350" b="0">
                <a:solidFill>
                  <a:srgbClr val="F2F5F4"/>
                </a:solidFill>
              </a:defRPr>
            </a:lvl4pPr>
            <a:lvl5pPr algn="l">
              <a:defRPr sz="1350" b="0">
                <a:solidFill>
                  <a:srgbClr val="F2F5F4"/>
                </a:solidFill>
              </a:defRPr>
            </a:lvl5pPr>
            <a:lvl6pPr algn="l">
              <a:defRPr sz="1350" b="0">
                <a:solidFill>
                  <a:srgbClr val="F2F5F4"/>
                </a:solidFill>
              </a:defRPr>
            </a:lvl6pPr>
            <a:lvl7pPr algn="l">
              <a:defRPr sz="1350" b="0">
                <a:solidFill>
                  <a:srgbClr val="F2F5F4"/>
                </a:solidFill>
              </a:defRPr>
            </a:lvl7pPr>
            <a:lvl8pPr algn="l">
              <a:defRPr sz="1350" b="0">
                <a:solidFill>
                  <a:srgbClr val="F2F5F4"/>
                </a:solidFill>
              </a:defRPr>
            </a:lvl8pPr>
            <a:lvl9pPr algn="l">
              <a:defRPr sz="1350" b="0">
                <a:solidFill>
                  <a:srgbClr val="F2F5F4"/>
                </a:solidFill>
              </a:defRPr>
            </a:lvl9pPr>
          </a:lstStyle>
          <a:p xmlns:a="http://schemas.openxmlformats.org/drawingml/2006/main">
            <a:pPr algn="l">
              <a:defRPr sz="1350" b="0">
                <a:solidFill>
                  <a:srgbClr val="F2F5F4"/>
                </a:solidFill>
              </a:defRPr>
            </a:pPr>
            <a:r>
              <a:rPr sz="1350" b="0">
                <a:solidFill>
                  <a:srgbClr val="F2F5F4"/>
                </a:solidFill>
              </a:rPr>
              <a:t>방치된 시간에도 성격과 관계가 사건을 만들고 기록에 남는다.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9922A19-2946-4475-BF82-52A887BEAB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81012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383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232C6C4-0D52-4ABC-9EB2-C0C68C1FF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95875"/>
            <a:ext cx="11049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2100" b="1">
                <a:solidFill>
                  <a:srgbClr val="38D6C4"/>
                </a:solidFill>
              </a:defRPr>
            </a:defPPr>
            <a:lvl1pPr algn="ctr">
              <a:defRPr sz="2100" b="1">
                <a:solidFill>
                  <a:srgbClr val="38D6C4"/>
                </a:solidFill>
              </a:defRPr>
            </a:lvl1pPr>
            <a:lvl2pPr algn="ctr">
              <a:defRPr sz="2100" b="1">
                <a:solidFill>
                  <a:srgbClr val="38D6C4"/>
                </a:solidFill>
              </a:defRPr>
            </a:lvl2pPr>
            <a:lvl3pPr algn="ctr">
              <a:defRPr sz="2100" b="1">
                <a:solidFill>
                  <a:srgbClr val="38D6C4"/>
                </a:solidFill>
              </a:defRPr>
            </a:lvl3pPr>
            <a:lvl4pPr algn="ctr">
              <a:defRPr sz="2100" b="1">
                <a:solidFill>
                  <a:srgbClr val="38D6C4"/>
                </a:solidFill>
              </a:defRPr>
            </a:lvl4pPr>
            <a:lvl5pPr algn="ctr">
              <a:defRPr sz="2100" b="1">
                <a:solidFill>
                  <a:srgbClr val="38D6C4"/>
                </a:solidFill>
              </a:defRPr>
            </a:lvl5pPr>
            <a:lvl6pPr algn="ctr">
              <a:defRPr sz="2100" b="1">
                <a:solidFill>
                  <a:srgbClr val="38D6C4"/>
                </a:solidFill>
              </a:defRPr>
            </a:lvl6pPr>
            <a:lvl7pPr algn="ctr">
              <a:defRPr sz="2100" b="1">
                <a:solidFill>
                  <a:srgbClr val="38D6C4"/>
                </a:solidFill>
              </a:defRPr>
            </a:lvl7pPr>
            <a:lvl8pPr algn="ctr">
              <a:defRPr sz="2100" b="1">
                <a:solidFill>
                  <a:srgbClr val="38D6C4"/>
                </a:solidFill>
              </a:defRPr>
            </a:lvl8pPr>
            <a:lvl9pPr algn="ctr">
              <a:defRPr sz="2100" b="1">
                <a:solidFill>
                  <a:srgbClr val="38D6C4"/>
                </a:solidFill>
              </a:defRPr>
            </a:lvl9pPr>
          </a:lstStyle>
          <a:p xmlns:a="http://schemas.openxmlformats.org/drawingml/2006/main">
            <a:pPr algn="ctr">
              <a:defRPr sz="2100" b="1">
                <a:solidFill>
                  <a:srgbClr val="38D6C4"/>
                </a:solidFill>
              </a:defRPr>
            </a:pPr>
            <a:r>
              <a:rPr sz="2100" b="1">
                <a:solidFill>
                  <a:srgbClr val="38D6C4"/>
                </a:solidFill>
              </a:rPr>
              <a:t>귀환하기 전까지 현장의 수확물은 확정되지 않는다.</a:t>
            </a:r>
          </a:p>
        </p:txBody>
      </p:sp>
    </p:spTree>
    <p:extLst>
      <p:ext uri="{BB962C8B-B14F-4D97-AF65-F5344CB8AC3E}">
        <p14:creationId xmlns:p14="http://schemas.microsoft.com/office/powerpoint/2010/main" val="1865815573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A0E0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A156CDF-23A7-4DC1-AB36-036A6726AB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333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D6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EFD702C-1D49-436F-96D6-6B3650255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8575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900" b="1">
                <a:solidFill>
                  <a:srgbClr val="38D6C4"/>
                </a:solidFill>
              </a:defRPr>
            </a:defPPr>
            <a:lvl1pPr algn="l">
              <a:defRPr sz="900" b="1">
                <a:solidFill>
                  <a:srgbClr val="38D6C4"/>
                </a:solidFill>
              </a:defRPr>
            </a:lvl1pPr>
            <a:lvl2pPr algn="l">
              <a:defRPr sz="900" b="1">
                <a:solidFill>
                  <a:srgbClr val="38D6C4"/>
                </a:solidFill>
              </a:defRPr>
            </a:lvl2pPr>
            <a:lvl3pPr algn="l">
              <a:defRPr sz="900" b="1">
                <a:solidFill>
                  <a:srgbClr val="38D6C4"/>
                </a:solidFill>
              </a:defRPr>
            </a:lvl3pPr>
            <a:lvl4pPr algn="l">
              <a:defRPr sz="900" b="1">
                <a:solidFill>
                  <a:srgbClr val="38D6C4"/>
                </a:solidFill>
              </a:defRPr>
            </a:lvl4pPr>
            <a:lvl5pPr algn="l">
              <a:defRPr sz="900" b="1">
                <a:solidFill>
                  <a:srgbClr val="38D6C4"/>
                </a:solidFill>
              </a:defRPr>
            </a:lvl5pPr>
            <a:lvl6pPr algn="l">
              <a:defRPr sz="900" b="1">
                <a:solidFill>
                  <a:srgbClr val="38D6C4"/>
                </a:solidFill>
              </a:defRPr>
            </a:lvl6pPr>
            <a:lvl7pPr algn="l">
              <a:defRPr sz="900" b="1">
                <a:solidFill>
                  <a:srgbClr val="38D6C4"/>
                </a:solidFill>
              </a:defRPr>
            </a:lvl7pPr>
            <a:lvl8pPr algn="l">
              <a:defRPr sz="900" b="1">
                <a:solidFill>
                  <a:srgbClr val="38D6C4"/>
                </a:solidFill>
              </a:defRPr>
            </a:lvl8pPr>
            <a:lvl9pPr algn="l">
              <a:defRPr sz="900" b="1">
                <a:solidFill>
                  <a:srgbClr val="38D6C4"/>
                </a:solidFill>
              </a:defRPr>
            </a:lvl9pPr>
          </a:lstStyle>
          <a:p xmlns:a="http://schemas.openxmlformats.org/drawingml/2006/main">
            <a:pPr algn="l">
              <a:defRPr sz="900" b="1">
                <a:solidFill>
                  <a:srgbClr val="38D6C4"/>
                </a:solidFill>
              </a:defRPr>
            </a:pPr>
            <a:r>
              <a:rPr sz="900" b="1">
                <a:solidFill>
                  <a:srgbClr val="38D6C4"/>
                </a:solidFill>
              </a:rPr>
              <a:t>WORLD &amp; PLAYER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A7E31F1-7EB3-43FF-8668-CC02410B4F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71500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550" b="1">
                <a:solidFill>
                  <a:srgbClr val="F2F5F4"/>
                </a:solidFill>
              </a:defRPr>
            </a:defPPr>
            <a:lvl1pPr algn="l">
              <a:defRPr sz="2550" b="1">
                <a:solidFill>
                  <a:srgbClr val="F2F5F4"/>
                </a:solidFill>
              </a:defRPr>
            </a:lvl1pPr>
            <a:lvl2pPr algn="l">
              <a:defRPr sz="2550" b="1">
                <a:solidFill>
                  <a:srgbClr val="F2F5F4"/>
                </a:solidFill>
              </a:defRPr>
            </a:lvl2pPr>
            <a:lvl3pPr algn="l">
              <a:defRPr sz="2550" b="1">
                <a:solidFill>
                  <a:srgbClr val="F2F5F4"/>
                </a:solidFill>
              </a:defRPr>
            </a:lvl3pPr>
            <a:lvl4pPr algn="l">
              <a:defRPr sz="2550" b="1">
                <a:solidFill>
                  <a:srgbClr val="F2F5F4"/>
                </a:solidFill>
              </a:defRPr>
            </a:lvl4pPr>
            <a:lvl5pPr algn="l">
              <a:defRPr sz="2550" b="1">
                <a:solidFill>
                  <a:srgbClr val="F2F5F4"/>
                </a:solidFill>
              </a:defRPr>
            </a:lvl5pPr>
            <a:lvl6pPr algn="l">
              <a:defRPr sz="2550" b="1">
                <a:solidFill>
                  <a:srgbClr val="F2F5F4"/>
                </a:solidFill>
              </a:defRPr>
            </a:lvl6pPr>
            <a:lvl7pPr algn="l">
              <a:defRPr sz="2550" b="1">
                <a:solidFill>
                  <a:srgbClr val="F2F5F4"/>
                </a:solidFill>
              </a:defRPr>
            </a:lvl7pPr>
            <a:lvl8pPr algn="l">
              <a:defRPr sz="2550" b="1">
                <a:solidFill>
                  <a:srgbClr val="F2F5F4"/>
                </a:solidFill>
              </a:defRPr>
            </a:lvl8pPr>
            <a:lvl9pPr algn="l">
              <a:defRPr sz="2550" b="1">
                <a:solidFill>
                  <a:srgbClr val="F2F5F4"/>
                </a:solidFill>
              </a:defRPr>
            </a:lvl9pPr>
          </a:lstStyle>
          <a:p xmlns:a="http://schemas.openxmlformats.org/drawingml/2006/main">
            <a:pPr algn="l">
              <a:defRPr sz="2550" b="1">
                <a:solidFill>
                  <a:srgbClr val="F2F5F4"/>
                </a:solidFill>
              </a:defRPr>
            </a:pPr>
            <a:r>
              <a:rPr sz="2550" b="1">
                <a:solidFill>
                  <a:srgbClr val="F2F5F4"/>
                </a:solidFill>
              </a:rPr>
              <a:t>플레이어와 세계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9F6C7CB-A21E-47F7-831E-3D4BBFEFC0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200150"/>
            <a:ext cx="11201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383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962DE86-E517-4025-82FD-7E8D368F60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28575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900" b="1">
                <a:solidFill>
                  <a:srgbClr val="A2AFAC"/>
                </a:solidFill>
              </a:defRPr>
            </a:defPPr>
            <a:lvl1pPr algn="r">
              <a:defRPr sz="900" b="1">
                <a:solidFill>
                  <a:srgbClr val="A2AFAC"/>
                </a:solidFill>
              </a:defRPr>
            </a:lvl1pPr>
            <a:lvl2pPr algn="r">
              <a:defRPr sz="900" b="1">
                <a:solidFill>
                  <a:srgbClr val="A2AFAC"/>
                </a:solidFill>
              </a:defRPr>
            </a:lvl2pPr>
            <a:lvl3pPr algn="r">
              <a:defRPr sz="900" b="1">
                <a:solidFill>
                  <a:srgbClr val="A2AFAC"/>
                </a:solidFill>
              </a:defRPr>
            </a:lvl3pPr>
            <a:lvl4pPr algn="r">
              <a:defRPr sz="900" b="1">
                <a:solidFill>
                  <a:srgbClr val="A2AFAC"/>
                </a:solidFill>
              </a:defRPr>
            </a:lvl4pPr>
            <a:lvl5pPr algn="r">
              <a:defRPr sz="900" b="1">
                <a:solidFill>
                  <a:srgbClr val="A2AFAC"/>
                </a:solidFill>
              </a:defRPr>
            </a:lvl5pPr>
            <a:lvl6pPr algn="r">
              <a:defRPr sz="900" b="1">
                <a:solidFill>
                  <a:srgbClr val="A2AFAC"/>
                </a:solidFill>
              </a:defRPr>
            </a:lvl6pPr>
            <a:lvl7pPr algn="r">
              <a:defRPr sz="900" b="1">
                <a:solidFill>
                  <a:srgbClr val="A2AFAC"/>
                </a:solidFill>
              </a:defRPr>
            </a:lvl7pPr>
            <a:lvl8pPr algn="r">
              <a:defRPr sz="900" b="1">
                <a:solidFill>
                  <a:srgbClr val="A2AFAC"/>
                </a:solidFill>
              </a:defRPr>
            </a:lvl8pPr>
            <a:lvl9pPr algn="r">
              <a:defRPr sz="900" b="1">
                <a:solidFill>
                  <a:srgbClr val="A2AFAC"/>
                </a:solidFill>
              </a:defRPr>
            </a:lvl9pPr>
          </a:lstStyle>
          <a:p xmlns:a="http://schemas.openxmlformats.org/drawingml/2006/main">
            <a:pPr algn="r">
              <a:defRPr sz="900" b="1">
                <a:solidFill>
                  <a:srgbClr val="A2AFAC"/>
                </a:solidFill>
              </a:defRPr>
            </a:pPr>
            <a:r>
              <a:rPr sz="900" b="1">
                <a:solidFill>
                  <a:srgbClr val="A2AFAC"/>
                </a:solidFill>
              </a:rPr>
              <a:t>04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0DAFDCB-CEE1-4DB6-A954-18AFE0444A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524000"/>
            <a:ext cx="5048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350" b="1">
                <a:solidFill>
                  <a:srgbClr val="38D6C4"/>
                </a:solidFill>
              </a:defRPr>
            </a:defPPr>
            <a:lvl1pPr algn="l">
              <a:defRPr sz="1350" b="1">
                <a:solidFill>
                  <a:srgbClr val="38D6C4"/>
                </a:solidFill>
              </a:defRPr>
            </a:lvl1pPr>
            <a:lvl2pPr algn="l">
              <a:defRPr sz="1350" b="1">
                <a:solidFill>
                  <a:srgbClr val="38D6C4"/>
                </a:solidFill>
              </a:defRPr>
            </a:lvl2pPr>
            <a:lvl3pPr algn="l">
              <a:defRPr sz="1350" b="1">
                <a:solidFill>
                  <a:srgbClr val="38D6C4"/>
                </a:solidFill>
              </a:defRPr>
            </a:lvl3pPr>
            <a:lvl4pPr algn="l">
              <a:defRPr sz="1350" b="1">
                <a:solidFill>
                  <a:srgbClr val="38D6C4"/>
                </a:solidFill>
              </a:defRPr>
            </a:lvl4pPr>
            <a:lvl5pPr algn="l">
              <a:defRPr sz="1350" b="1">
                <a:solidFill>
                  <a:srgbClr val="38D6C4"/>
                </a:solidFill>
              </a:defRPr>
            </a:lvl5pPr>
            <a:lvl6pPr algn="l">
              <a:defRPr sz="1350" b="1">
                <a:solidFill>
                  <a:srgbClr val="38D6C4"/>
                </a:solidFill>
              </a:defRPr>
            </a:lvl6pPr>
            <a:lvl7pPr algn="l">
              <a:defRPr sz="1350" b="1">
                <a:solidFill>
                  <a:srgbClr val="38D6C4"/>
                </a:solidFill>
              </a:defRPr>
            </a:lvl7pPr>
            <a:lvl8pPr algn="l">
              <a:defRPr sz="1350" b="1">
                <a:solidFill>
                  <a:srgbClr val="38D6C4"/>
                </a:solidFill>
              </a:defRPr>
            </a:lvl8pPr>
            <a:lvl9pPr algn="l">
              <a:defRPr sz="1350" b="1">
                <a:solidFill>
                  <a:srgbClr val="38D6C4"/>
                </a:solidFill>
              </a:defRPr>
            </a:lvl9pPr>
          </a:lstStyle>
          <a:p xmlns:a="http://schemas.openxmlformats.org/drawingml/2006/main">
            <a:pPr algn="l">
              <a:defRPr sz="1350" b="1">
                <a:solidFill>
                  <a:srgbClr val="38D6C4"/>
                </a:solidFill>
              </a:defRPr>
            </a:pPr>
            <a:r>
              <a:rPr sz="1350" b="1">
                <a:solidFill>
                  <a:srgbClr val="38D6C4"/>
                </a:solidFill>
              </a:rPr>
              <a:t>플레이어의 위치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53A0491-159F-4414-838F-CE6DBB7A01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847850"/>
            <a:ext cx="50482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350" b="0">
                <a:solidFill>
                  <a:srgbClr val="F2F5F4"/>
                </a:solidFill>
              </a:defRPr>
            </a:defPPr>
            <a:lvl1pPr algn="l">
              <a:defRPr sz="1350" b="0">
                <a:solidFill>
                  <a:srgbClr val="F2F5F4"/>
                </a:solidFill>
              </a:defRPr>
            </a:lvl1pPr>
            <a:lvl2pPr algn="l">
              <a:defRPr sz="1350" b="0">
                <a:solidFill>
                  <a:srgbClr val="F2F5F4"/>
                </a:solidFill>
              </a:defRPr>
            </a:lvl2pPr>
            <a:lvl3pPr algn="l">
              <a:defRPr sz="1350" b="0">
                <a:solidFill>
                  <a:srgbClr val="F2F5F4"/>
                </a:solidFill>
              </a:defRPr>
            </a:lvl3pPr>
            <a:lvl4pPr algn="l">
              <a:defRPr sz="1350" b="0">
                <a:solidFill>
                  <a:srgbClr val="F2F5F4"/>
                </a:solidFill>
              </a:defRPr>
            </a:lvl4pPr>
            <a:lvl5pPr algn="l">
              <a:defRPr sz="1350" b="0">
                <a:solidFill>
                  <a:srgbClr val="F2F5F4"/>
                </a:solidFill>
              </a:defRPr>
            </a:lvl5pPr>
            <a:lvl6pPr algn="l">
              <a:defRPr sz="1350" b="0">
                <a:solidFill>
                  <a:srgbClr val="F2F5F4"/>
                </a:solidFill>
              </a:defRPr>
            </a:lvl6pPr>
            <a:lvl7pPr algn="l">
              <a:defRPr sz="1350" b="0">
                <a:solidFill>
                  <a:srgbClr val="F2F5F4"/>
                </a:solidFill>
              </a:defRPr>
            </a:lvl7pPr>
            <a:lvl8pPr algn="l">
              <a:defRPr sz="1350" b="0">
                <a:solidFill>
                  <a:srgbClr val="F2F5F4"/>
                </a:solidFill>
              </a:defRPr>
            </a:lvl8pPr>
            <a:lvl9pPr algn="l">
              <a:defRPr sz="1350" b="0">
                <a:solidFill>
                  <a:srgbClr val="F2F5F4"/>
                </a:solidFill>
              </a:defRPr>
            </a:lvl9pPr>
          </a:lstStyle>
          <a:p xmlns:a="http://schemas.openxmlformats.org/drawingml/2006/main">
            <a:pPr algn="l">
              <a:defRPr sz="1350" b="0">
                <a:solidFill>
                  <a:srgbClr val="F2F5F4"/>
                </a:solidFill>
              </a:defRPr>
            </a:pPr>
            <a:r>
              <a:rPr sz="1350" b="0">
                <a:solidFill>
                  <a:srgbClr val="F2F5F4"/>
                </a:solidFill>
              </a:rPr>
              <a:t>유저는 탐사대원 본인이면서 장비·철수 기준·자동 행동 방침을 정하는 관찰자다.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B90AA7A-DB23-4551-A54F-F906949F31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524000"/>
            <a:ext cx="5048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350" b="1">
                <a:solidFill>
                  <a:srgbClr val="38D6C4"/>
                </a:solidFill>
              </a:defRPr>
            </a:defPPr>
            <a:lvl1pPr algn="l">
              <a:defRPr sz="1350" b="1">
                <a:solidFill>
                  <a:srgbClr val="38D6C4"/>
                </a:solidFill>
              </a:defRPr>
            </a:lvl1pPr>
            <a:lvl2pPr algn="l">
              <a:defRPr sz="1350" b="1">
                <a:solidFill>
                  <a:srgbClr val="38D6C4"/>
                </a:solidFill>
              </a:defRPr>
            </a:lvl2pPr>
            <a:lvl3pPr algn="l">
              <a:defRPr sz="1350" b="1">
                <a:solidFill>
                  <a:srgbClr val="38D6C4"/>
                </a:solidFill>
              </a:defRPr>
            </a:lvl3pPr>
            <a:lvl4pPr algn="l">
              <a:defRPr sz="1350" b="1">
                <a:solidFill>
                  <a:srgbClr val="38D6C4"/>
                </a:solidFill>
              </a:defRPr>
            </a:lvl4pPr>
            <a:lvl5pPr algn="l">
              <a:defRPr sz="1350" b="1">
                <a:solidFill>
                  <a:srgbClr val="38D6C4"/>
                </a:solidFill>
              </a:defRPr>
            </a:lvl5pPr>
            <a:lvl6pPr algn="l">
              <a:defRPr sz="1350" b="1">
                <a:solidFill>
                  <a:srgbClr val="38D6C4"/>
                </a:solidFill>
              </a:defRPr>
            </a:lvl6pPr>
            <a:lvl7pPr algn="l">
              <a:defRPr sz="1350" b="1">
                <a:solidFill>
                  <a:srgbClr val="38D6C4"/>
                </a:solidFill>
              </a:defRPr>
            </a:lvl7pPr>
            <a:lvl8pPr algn="l">
              <a:defRPr sz="1350" b="1">
                <a:solidFill>
                  <a:srgbClr val="38D6C4"/>
                </a:solidFill>
              </a:defRPr>
            </a:lvl8pPr>
            <a:lvl9pPr algn="l">
              <a:defRPr sz="1350" b="1">
                <a:solidFill>
                  <a:srgbClr val="38D6C4"/>
                </a:solidFill>
              </a:defRPr>
            </a:lvl9pPr>
          </a:lstStyle>
          <a:p xmlns:a="http://schemas.openxmlformats.org/drawingml/2006/main">
            <a:pPr algn="l">
              <a:defRPr sz="1350" b="1">
                <a:solidFill>
                  <a:srgbClr val="38D6C4"/>
                </a:solidFill>
              </a:defRPr>
            </a:pPr>
            <a:r>
              <a:rPr sz="1350" b="1">
                <a:solidFill>
                  <a:srgbClr val="38D6C4"/>
                </a:solidFill>
              </a:rPr>
              <a:t>기묘한 공간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87F3341-7648-47E9-AF8C-F94144544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847850"/>
            <a:ext cx="50482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350" b="0">
                <a:solidFill>
                  <a:srgbClr val="F2F5F4"/>
                </a:solidFill>
              </a:defRPr>
            </a:defPPr>
            <a:lvl1pPr algn="l">
              <a:defRPr sz="1350" b="0">
                <a:solidFill>
                  <a:srgbClr val="F2F5F4"/>
                </a:solidFill>
              </a:defRPr>
            </a:lvl1pPr>
            <a:lvl2pPr algn="l">
              <a:defRPr sz="1350" b="0">
                <a:solidFill>
                  <a:srgbClr val="F2F5F4"/>
                </a:solidFill>
              </a:defRPr>
            </a:lvl2pPr>
            <a:lvl3pPr algn="l">
              <a:defRPr sz="1350" b="0">
                <a:solidFill>
                  <a:srgbClr val="F2F5F4"/>
                </a:solidFill>
              </a:defRPr>
            </a:lvl3pPr>
            <a:lvl4pPr algn="l">
              <a:defRPr sz="1350" b="0">
                <a:solidFill>
                  <a:srgbClr val="F2F5F4"/>
                </a:solidFill>
              </a:defRPr>
            </a:lvl4pPr>
            <a:lvl5pPr algn="l">
              <a:defRPr sz="1350" b="0">
                <a:solidFill>
                  <a:srgbClr val="F2F5F4"/>
                </a:solidFill>
              </a:defRPr>
            </a:lvl5pPr>
            <a:lvl6pPr algn="l">
              <a:defRPr sz="1350" b="0">
                <a:solidFill>
                  <a:srgbClr val="F2F5F4"/>
                </a:solidFill>
              </a:defRPr>
            </a:lvl6pPr>
            <a:lvl7pPr algn="l">
              <a:defRPr sz="1350" b="0">
                <a:solidFill>
                  <a:srgbClr val="F2F5F4"/>
                </a:solidFill>
              </a:defRPr>
            </a:lvl7pPr>
            <a:lvl8pPr algn="l">
              <a:defRPr sz="1350" b="0">
                <a:solidFill>
                  <a:srgbClr val="F2F5F4"/>
                </a:solidFill>
              </a:defRPr>
            </a:lvl8pPr>
            <a:lvl9pPr algn="l">
              <a:defRPr sz="1350" b="0">
                <a:solidFill>
                  <a:srgbClr val="F2F5F4"/>
                </a:solidFill>
              </a:defRPr>
            </a:lvl9pPr>
          </a:lstStyle>
          <a:p xmlns:a="http://schemas.openxmlformats.org/drawingml/2006/main">
            <a:pPr algn="l">
              <a:defRPr sz="1350" b="0">
                <a:solidFill>
                  <a:srgbClr val="F2F5F4"/>
                </a:solidFill>
              </a:defRPr>
            </a:pPr>
            <a:r>
              <a:rPr sz="1350" b="0">
                <a:solidFill>
                  <a:srgbClr val="F2F5F4"/>
                </a:solidFill>
              </a:rPr>
              <a:t>공간은 여러 깊이 단계로 구성된다. 깊어질수록 규칙이 복잡해지고 보상과 손실 위험이 함께 커진다.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CBB16DF-A0CF-44DD-BE66-8CC697C6F9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286125"/>
            <a:ext cx="5048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350" b="1">
                <a:solidFill>
                  <a:srgbClr val="E9C46A"/>
                </a:solidFill>
              </a:defRPr>
            </a:defPPr>
            <a:lvl1pPr algn="l">
              <a:defRPr sz="1350" b="1">
                <a:solidFill>
                  <a:srgbClr val="E9C46A"/>
                </a:solidFill>
              </a:defRPr>
            </a:lvl1pPr>
            <a:lvl2pPr algn="l">
              <a:defRPr sz="1350" b="1">
                <a:solidFill>
                  <a:srgbClr val="E9C46A"/>
                </a:solidFill>
              </a:defRPr>
            </a:lvl2pPr>
            <a:lvl3pPr algn="l">
              <a:defRPr sz="1350" b="1">
                <a:solidFill>
                  <a:srgbClr val="E9C46A"/>
                </a:solidFill>
              </a:defRPr>
            </a:lvl3pPr>
            <a:lvl4pPr algn="l">
              <a:defRPr sz="1350" b="1">
                <a:solidFill>
                  <a:srgbClr val="E9C46A"/>
                </a:solidFill>
              </a:defRPr>
            </a:lvl4pPr>
            <a:lvl5pPr algn="l">
              <a:defRPr sz="1350" b="1">
                <a:solidFill>
                  <a:srgbClr val="E9C46A"/>
                </a:solidFill>
              </a:defRPr>
            </a:lvl5pPr>
            <a:lvl6pPr algn="l">
              <a:defRPr sz="1350" b="1">
                <a:solidFill>
                  <a:srgbClr val="E9C46A"/>
                </a:solidFill>
              </a:defRPr>
            </a:lvl6pPr>
            <a:lvl7pPr algn="l">
              <a:defRPr sz="1350" b="1">
                <a:solidFill>
                  <a:srgbClr val="E9C46A"/>
                </a:solidFill>
              </a:defRPr>
            </a:lvl7pPr>
            <a:lvl8pPr algn="l">
              <a:defRPr sz="1350" b="1">
                <a:solidFill>
                  <a:srgbClr val="E9C46A"/>
                </a:solidFill>
              </a:defRPr>
            </a:lvl8pPr>
            <a:lvl9pPr algn="l">
              <a:defRPr sz="1350" b="1">
                <a:solidFill>
                  <a:srgbClr val="E9C46A"/>
                </a:solidFill>
              </a:defRPr>
            </a:lvl9pPr>
          </a:lstStyle>
          <a:p xmlns:a="http://schemas.openxmlformats.org/drawingml/2006/main">
            <a:pPr algn="l">
              <a:defRPr sz="1350" b="1">
                <a:solidFill>
                  <a:srgbClr val="E9C46A"/>
                </a:solidFill>
              </a:defRPr>
            </a:pPr>
            <a:r>
              <a:rPr sz="1350" b="1">
                <a:solidFill>
                  <a:srgbClr val="E9C46A"/>
                </a:solidFill>
              </a:rPr>
              <a:t>이상 에너지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7188684-AA81-4BB0-86E3-262BE75ACC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609975"/>
            <a:ext cx="50482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350" b="0">
                <a:solidFill>
                  <a:srgbClr val="F2F5F4"/>
                </a:solidFill>
              </a:defRPr>
            </a:defPPr>
            <a:lvl1pPr algn="l">
              <a:defRPr sz="1350" b="0">
                <a:solidFill>
                  <a:srgbClr val="F2F5F4"/>
                </a:solidFill>
              </a:defRPr>
            </a:lvl1pPr>
            <a:lvl2pPr algn="l">
              <a:defRPr sz="1350" b="0">
                <a:solidFill>
                  <a:srgbClr val="F2F5F4"/>
                </a:solidFill>
              </a:defRPr>
            </a:lvl2pPr>
            <a:lvl3pPr algn="l">
              <a:defRPr sz="1350" b="0">
                <a:solidFill>
                  <a:srgbClr val="F2F5F4"/>
                </a:solidFill>
              </a:defRPr>
            </a:lvl3pPr>
            <a:lvl4pPr algn="l">
              <a:defRPr sz="1350" b="0">
                <a:solidFill>
                  <a:srgbClr val="F2F5F4"/>
                </a:solidFill>
              </a:defRPr>
            </a:lvl4pPr>
            <a:lvl5pPr algn="l">
              <a:defRPr sz="1350" b="0">
                <a:solidFill>
                  <a:srgbClr val="F2F5F4"/>
                </a:solidFill>
              </a:defRPr>
            </a:lvl5pPr>
            <a:lvl6pPr algn="l">
              <a:defRPr sz="1350" b="0">
                <a:solidFill>
                  <a:srgbClr val="F2F5F4"/>
                </a:solidFill>
              </a:defRPr>
            </a:lvl6pPr>
            <a:lvl7pPr algn="l">
              <a:defRPr sz="1350" b="0">
                <a:solidFill>
                  <a:srgbClr val="F2F5F4"/>
                </a:solidFill>
              </a:defRPr>
            </a:lvl7pPr>
            <a:lvl8pPr algn="l">
              <a:defRPr sz="1350" b="0">
                <a:solidFill>
                  <a:srgbClr val="F2F5F4"/>
                </a:solidFill>
              </a:defRPr>
            </a:lvl8pPr>
            <a:lvl9pPr algn="l">
              <a:defRPr sz="1350" b="0">
                <a:solidFill>
                  <a:srgbClr val="F2F5F4"/>
                </a:solidFill>
              </a:defRPr>
            </a:lvl9pPr>
          </a:lstStyle>
          <a:p xmlns:a="http://schemas.openxmlformats.org/drawingml/2006/main">
            <a:pPr algn="l">
              <a:defRPr sz="1350" b="0">
                <a:solidFill>
                  <a:srgbClr val="F2F5F4"/>
                </a:solidFill>
              </a:defRPr>
            </a:pPr>
            <a:r>
              <a:rPr sz="1350" b="0">
                <a:solidFill>
                  <a:srgbClr val="F2F5F4"/>
                </a:solidFill>
              </a:rPr>
              <a:t>치료·수리·제작·탐사 준비에 쓰는 안정적인 순환 자원이다.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FBF728E-12A3-4688-869D-83585046E8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286125"/>
            <a:ext cx="5048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350" b="1">
                <a:solidFill>
                  <a:srgbClr val="E86D65"/>
                </a:solidFill>
              </a:defRPr>
            </a:defPPr>
            <a:lvl1pPr algn="l">
              <a:defRPr sz="1350" b="1">
                <a:solidFill>
                  <a:srgbClr val="E86D65"/>
                </a:solidFill>
              </a:defRPr>
            </a:lvl1pPr>
            <a:lvl2pPr algn="l">
              <a:defRPr sz="1350" b="1">
                <a:solidFill>
                  <a:srgbClr val="E86D65"/>
                </a:solidFill>
              </a:defRPr>
            </a:lvl2pPr>
            <a:lvl3pPr algn="l">
              <a:defRPr sz="1350" b="1">
                <a:solidFill>
                  <a:srgbClr val="E86D65"/>
                </a:solidFill>
              </a:defRPr>
            </a:lvl3pPr>
            <a:lvl4pPr algn="l">
              <a:defRPr sz="1350" b="1">
                <a:solidFill>
                  <a:srgbClr val="E86D65"/>
                </a:solidFill>
              </a:defRPr>
            </a:lvl4pPr>
            <a:lvl5pPr algn="l">
              <a:defRPr sz="1350" b="1">
                <a:solidFill>
                  <a:srgbClr val="E86D65"/>
                </a:solidFill>
              </a:defRPr>
            </a:lvl5pPr>
            <a:lvl6pPr algn="l">
              <a:defRPr sz="1350" b="1">
                <a:solidFill>
                  <a:srgbClr val="E86D65"/>
                </a:solidFill>
              </a:defRPr>
            </a:lvl6pPr>
            <a:lvl7pPr algn="l">
              <a:defRPr sz="1350" b="1">
                <a:solidFill>
                  <a:srgbClr val="E86D65"/>
                </a:solidFill>
              </a:defRPr>
            </a:lvl7pPr>
            <a:lvl8pPr algn="l">
              <a:defRPr sz="1350" b="1">
                <a:solidFill>
                  <a:srgbClr val="E86D65"/>
                </a:solidFill>
              </a:defRPr>
            </a:lvl8pPr>
            <a:lvl9pPr algn="l">
              <a:defRPr sz="1350" b="1">
                <a:solidFill>
                  <a:srgbClr val="E86D65"/>
                </a:solidFill>
              </a:defRPr>
            </a:lvl9pPr>
          </a:lstStyle>
          <a:p xmlns:a="http://schemas.openxmlformats.org/drawingml/2006/main">
            <a:pPr algn="l">
              <a:defRPr sz="1350" b="1">
                <a:solidFill>
                  <a:srgbClr val="E86D65"/>
                </a:solidFill>
              </a:defRPr>
            </a:pPr>
            <a:r>
              <a:rPr sz="1350" b="1">
                <a:solidFill>
                  <a:srgbClr val="E86D65"/>
                </a:solidFill>
              </a:rPr>
              <a:t>이상 물품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A1BFF5A-299C-430A-96D0-D51CD47E90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609975"/>
            <a:ext cx="50482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350" b="0">
                <a:solidFill>
                  <a:srgbClr val="F2F5F4"/>
                </a:solidFill>
              </a:defRPr>
            </a:defPPr>
            <a:lvl1pPr algn="l">
              <a:defRPr sz="1350" b="0">
                <a:solidFill>
                  <a:srgbClr val="F2F5F4"/>
                </a:solidFill>
              </a:defRPr>
            </a:lvl1pPr>
            <a:lvl2pPr algn="l">
              <a:defRPr sz="1350" b="0">
                <a:solidFill>
                  <a:srgbClr val="F2F5F4"/>
                </a:solidFill>
              </a:defRPr>
            </a:lvl2pPr>
            <a:lvl3pPr algn="l">
              <a:defRPr sz="1350" b="0">
                <a:solidFill>
                  <a:srgbClr val="F2F5F4"/>
                </a:solidFill>
              </a:defRPr>
            </a:lvl3pPr>
            <a:lvl4pPr algn="l">
              <a:defRPr sz="1350" b="0">
                <a:solidFill>
                  <a:srgbClr val="F2F5F4"/>
                </a:solidFill>
              </a:defRPr>
            </a:lvl4pPr>
            <a:lvl5pPr algn="l">
              <a:defRPr sz="1350" b="0">
                <a:solidFill>
                  <a:srgbClr val="F2F5F4"/>
                </a:solidFill>
              </a:defRPr>
            </a:lvl5pPr>
            <a:lvl6pPr algn="l">
              <a:defRPr sz="1350" b="0">
                <a:solidFill>
                  <a:srgbClr val="F2F5F4"/>
                </a:solidFill>
              </a:defRPr>
            </a:lvl6pPr>
            <a:lvl7pPr algn="l">
              <a:defRPr sz="1350" b="0">
                <a:solidFill>
                  <a:srgbClr val="F2F5F4"/>
                </a:solidFill>
              </a:defRPr>
            </a:lvl7pPr>
            <a:lvl8pPr algn="l">
              <a:defRPr sz="1350" b="0">
                <a:solidFill>
                  <a:srgbClr val="F2F5F4"/>
                </a:solidFill>
              </a:defRPr>
            </a:lvl8pPr>
            <a:lvl9pPr algn="l">
              <a:defRPr sz="1350" b="0">
                <a:solidFill>
                  <a:srgbClr val="F2F5F4"/>
                </a:solidFill>
              </a:defRPr>
            </a:lvl9pPr>
          </a:lstStyle>
          <a:p xmlns:a="http://schemas.openxmlformats.org/drawingml/2006/main">
            <a:pPr algn="l">
              <a:defRPr sz="1350" b="0">
                <a:solidFill>
                  <a:srgbClr val="F2F5F4"/>
                </a:solidFill>
              </a:defRPr>
            </a:pPr>
            <a:r>
              <a:rPr sz="1350" b="0">
                <a:solidFill>
                  <a:srgbClr val="F2F5F4"/>
                </a:solidFill>
              </a:rPr>
              <a:t>고유 규칙과 부작용을 가진다. 판매·연구·장착·격리·선물 중 처분 방식을 고른다.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BAEED2A-2997-4872-978D-D3DA6C2648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381625"/>
            <a:ext cx="10668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575" b="1">
                <a:solidFill>
                  <a:srgbClr val="A2AFAC"/>
                </a:solidFill>
              </a:defRPr>
            </a:defPPr>
            <a:lvl1pPr algn="ctr">
              <a:defRPr sz="1575" b="1">
                <a:solidFill>
                  <a:srgbClr val="A2AFAC"/>
                </a:solidFill>
              </a:defRPr>
            </a:lvl1pPr>
            <a:lvl2pPr algn="ctr">
              <a:defRPr sz="1575" b="1">
                <a:solidFill>
                  <a:srgbClr val="A2AFAC"/>
                </a:solidFill>
              </a:defRPr>
            </a:lvl2pPr>
            <a:lvl3pPr algn="ctr">
              <a:defRPr sz="1575" b="1">
                <a:solidFill>
                  <a:srgbClr val="A2AFAC"/>
                </a:solidFill>
              </a:defRPr>
            </a:lvl3pPr>
            <a:lvl4pPr algn="ctr">
              <a:defRPr sz="1575" b="1">
                <a:solidFill>
                  <a:srgbClr val="A2AFAC"/>
                </a:solidFill>
              </a:defRPr>
            </a:lvl4pPr>
            <a:lvl5pPr algn="ctr">
              <a:defRPr sz="1575" b="1">
                <a:solidFill>
                  <a:srgbClr val="A2AFAC"/>
                </a:solidFill>
              </a:defRPr>
            </a:lvl5pPr>
            <a:lvl6pPr algn="ctr">
              <a:defRPr sz="1575" b="1">
                <a:solidFill>
                  <a:srgbClr val="A2AFAC"/>
                </a:solidFill>
              </a:defRPr>
            </a:lvl6pPr>
            <a:lvl7pPr algn="ctr">
              <a:defRPr sz="1575" b="1">
                <a:solidFill>
                  <a:srgbClr val="A2AFAC"/>
                </a:solidFill>
              </a:defRPr>
            </a:lvl7pPr>
            <a:lvl8pPr algn="ctr">
              <a:defRPr sz="1575" b="1">
                <a:solidFill>
                  <a:srgbClr val="A2AFAC"/>
                </a:solidFill>
              </a:defRPr>
            </a:lvl8pPr>
            <a:lvl9pPr algn="ctr">
              <a:defRPr sz="1575" b="1">
                <a:solidFill>
                  <a:srgbClr val="A2AFAC"/>
                </a:solidFill>
              </a:defRPr>
            </a:lvl9pPr>
          </a:lstStyle>
          <a:p xmlns:a="http://schemas.openxmlformats.org/drawingml/2006/main">
            <a:pPr algn="ctr">
              <a:defRPr sz="1575" b="1">
                <a:solidFill>
                  <a:srgbClr val="A2AFAC"/>
                </a:solidFill>
              </a:defRPr>
            </a:pPr>
            <a:r>
              <a:rPr sz="1575" b="1">
                <a:solidFill>
                  <a:srgbClr val="A2AFAC"/>
                </a:solidFill>
              </a:rPr>
              <a:t>장비와 정보만큼 캐릭터 사이의 관계와 공동 기억도 장기 성장에 포함한다.</a:t>
            </a:r>
          </a:p>
        </p:txBody>
      </p:sp>
    </p:spTree>
    <p:extLst>
      <p:ext uri="{BB962C8B-B14F-4D97-AF65-F5344CB8AC3E}">
        <p14:creationId xmlns:p14="http://schemas.microsoft.com/office/powerpoint/2010/main" val="1840486904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A0E0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BF1AB5D-96EB-4794-9C1D-17BE51A257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333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D6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9FBA748-9263-403C-AE70-67D9199062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8575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900" b="1">
                <a:solidFill>
                  <a:srgbClr val="38D6C4"/>
                </a:solidFill>
              </a:defRPr>
            </a:defPPr>
            <a:lvl1pPr algn="l">
              <a:defRPr sz="900" b="1">
                <a:solidFill>
                  <a:srgbClr val="38D6C4"/>
                </a:solidFill>
              </a:defRPr>
            </a:lvl1pPr>
            <a:lvl2pPr algn="l">
              <a:defRPr sz="900" b="1">
                <a:solidFill>
                  <a:srgbClr val="38D6C4"/>
                </a:solidFill>
              </a:defRPr>
            </a:lvl2pPr>
            <a:lvl3pPr algn="l">
              <a:defRPr sz="900" b="1">
                <a:solidFill>
                  <a:srgbClr val="38D6C4"/>
                </a:solidFill>
              </a:defRPr>
            </a:lvl3pPr>
            <a:lvl4pPr algn="l">
              <a:defRPr sz="900" b="1">
                <a:solidFill>
                  <a:srgbClr val="38D6C4"/>
                </a:solidFill>
              </a:defRPr>
            </a:lvl4pPr>
            <a:lvl5pPr algn="l">
              <a:defRPr sz="900" b="1">
                <a:solidFill>
                  <a:srgbClr val="38D6C4"/>
                </a:solidFill>
              </a:defRPr>
            </a:lvl5pPr>
            <a:lvl6pPr algn="l">
              <a:defRPr sz="900" b="1">
                <a:solidFill>
                  <a:srgbClr val="38D6C4"/>
                </a:solidFill>
              </a:defRPr>
            </a:lvl6pPr>
            <a:lvl7pPr algn="l">
              <a:defRPr sz="900" b="1">
                <a:solidFill>
                  <a:srgbClr val="38D6C4"/>
                </a:solidFill>
              </a:defRPr>
            </a:lvl7pPr>
            <a:lvl8pPr algn="l">
              <a:defRPr sz="900" b="1">
                <a:solidFill>
                  <a:srgbClr val="38D6C4"/>
                </a:solidFill>
              </a:defRPr>
            </a:lvl8pPr>
            <a:lvl9pPr algn="l">
              <a:defRPr sz="900" b="1">
                <a:solidFill>
                  <a:srgbClr val="38D6C4"/>
                </a:solidFill>
              </a:defRPr>
            </a:lvl9pPr>
          </a:lstStyle>
          <a:p xmlns:a="http://schemas.openxmlformats.org/drawingml/2006/main">
            <a:pPr algn="l">
              <a:defRPr sz="900" b="1">
                <a:solidFill>
                  <a:srgbClr val="38D6C4"/>
                </a:solidFill>
              </a:defRPr>
            </a:pPr>
            <a:r>
              <a:rPr sz="900" b="1">
                <a:solidFill>
                  <a:srgbClr val="38D6C4"/>
                </a:solidFill>
              </a:rPr>
              <a:t>CORE LOOP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2DDDAD1-3818-4508-9CC5-5EA0504752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71500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550" b="1">
                <a:solidFill>
                  <a:srgbClr val="F2F5F4"/>
                </a:solidFill>
              </a:defRPr>
            </a:defPPr>
            <a:lvl1pPr algn="l">
              <a:defRPr sz="2550" b="1">
                <a:solidFill>
                  <a:srgbClr val="F2F5F4"/>
                </a:solidFill>
              </a:defRPr>
            </a:lvl1pPr>
            <a:lvl2pPr algn="l">
              <a:defRPr sz="2550" b="1">
                <a:solidFill>
                  <a:srgbClr val="F2F5F4"/>
                </a:solidFill>
              </a:defRPr>
            </a:lvl2pPr>
            <a:lvl3pPr algn="l">
              <a:defRPr sz="2550" b="1">
                <a:solidFill>
                  <a:srgbClr val="F2F5F4"/>
                </a:solidFill>
              </a:defRPr>
            </a:lvl3pPr>
            <a:lvl4pPr algn="l">
              <a:defRPr sz="2550" b="1">
                <a:solidFill>
                  <a:srgbClr val="F2F5F4"/>
                </a:solidFill>
              </a:defRPr>
            </a:lvl4pPr>
            <a:lvl5pPr algn="l">
              <a:defRPr sz="2550" b="1">
                <a:solidFill>
                  <a:srgbClr val="F2F5F4"/>
                </a:solidFill>
              </a:defRPr>
            </a:lvl5pPr>
            <a:lvl6pPr algn="l">
              <a:defRPr sz="2550" b="1">
                <a:solidFill>
                  <a:srgbClr val="F2F5F4"/>
                </a:solidFill>
              </a:defRPr>
            </a:lvl6pPr>
            <a:lvl7pPr algn="l">
              <a:defRPr sz="2550" b="1">
                <a:solidFill>
                  <a:srgbClr val="F2F5F4"/>
                </a:solidFill>
              </a:defRPr>
            </a:lvl7pPr>
            <a:lvl8pPr algn="l">
              <a:defRPr sz="2550" b="1">
                <a:solidFill>
                  <a:srgbClr val="F2F5F4"/>
                </a:solidFill>
              </a:defRPr>
            </a:lvl8pPr>
            <a:lvl9pPr algn="l">
              <a:defRPr sz="2550" b="1">
                <a:solidFill>
                  <a:srgbClr val="F2F5F4"/>
                </a:solidFill>
              </a:defRPr>
            </a:lvl9pPr>
          </a:lstStyle>
          <a:p xmlns:a="http://schemas.openxmlformats.org/drawingml/2006/main">
            <a:pPr algn="l">
              <a:defRPr sz="2550" b="1">
                <a:solidFill>
                  <a:srgbClr val="F2F5F4"/>
                </a:solidFill>
              </a:defRPr>
            </a:pPr>
            <a:r>
              <a:rPr sz="2550" b="1">
                <a:solidFill>
                  <a:srgbClr val="F2F5F4"/>
                </a:solidFill>
              </a:rPr>
              <a:t>플레이 루프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BED1A25-B4CD-4DB7-9F3E-D8C4E49406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200150"/>
            <a:ext cx="11201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383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31FCDBA-E4E9-4B90-85D2-DCE28BD5DA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28575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900" b="1">
                <a:solidFill>
                  <a:srgbClr val="A2AFAC"/>
                </a:solidFill>
              </a:defRPr>
            </a:defPPr>
            <a:lvl1pPr algn="r">
              <a:defRPr sz="900" b="1">
                <a:solidFill>
                  <a:srgbClr val="A2AFAC"/>
                </a:solidFill>
              </a:defRPr>
            </a:lvl1pPr>
            <a:lvl2pPr algn="r">
              <a:defRPr sz="900" b="1">
                <a:solidFill>
                  <a:srgbClr val="A2AFAC"/>
                </a:solidFill>
              </a:defRPr>
            </a:lvl2pPr>
            <a:lvl3pPr algn="r">
              <a:defRPr sz="900" b="1">
                <a:solidFill>
                  <a:srgbClr val="A2AFAC"/>
                </a:solidFill>
              </a:defRPr>
            </a:lvl3pPr>
            <a:lvl4pPr algn="r">
              <a:defRPr sz="900" b="1">
                <a:solidFill>
                  <a:srgbClr val="A2AFAC"/>
                </a:solidFill>
              </a:defRPr>
            </a:lvl4pPr>
            <a:lvl5pPr algn="r">
              <a:defRPr sz="900" b="1">
                <a:solidFill>
                  <a:srgbClr val="A2AFAC"/>
                </a:solidFill>
              </a:defRPr>
            </a:lvl5pPr>
            <a:lvl6pPr algn="r">
              <a:defRPr sz="900" b="1">
                <a:solidFill>
                  <a:srgbClr val="A2AFAC"/>
                </a:solidFill>
              </a:defRPr>
            </a:lvl6pPr>
            <a:lvl7pPr algn="r">
              <a:defRPr sz="900" b="1">
                <a:solidFill>
                  <a:srgbClr val="A2AFAC"/>
                </a:solidFill>
              </a:defRPr>
            </a:lvl7pPr>
            <a:lvl8pPr algn="r">
              <a:defRPr sz="900" b="1">
                <a:solidFill>
                  <a:srgbClr val="A2AFAC"/>
                </a:solidFill>
              </a:defRPr>
            </a:lvl8pPr>
            <a:lvl9pPr algn="r">
              <a:defRPr sz="900" b="1">
                <a:solidFill>
                  <a:srgbClr val="A2AFAC"/>
                </a:solidFill>
              </a:defRPr>
            </a:lvl9pPr>
          </a:lstStyle>
          <a:p xmlns:a="http://schemas.openxmlformats.org/drawingml/2006/main">
            <a:pPr algn="r">
              <a:defRPr sz="900" b="1">
                <a:solidFill>
                  <a:srgbClr val="A2AFAC"/>
                </a:solidFill>
              </a:defRPr>
            </a:pPr>
            <a:r>
              <a:rPr sz="900" b="1">
                <a:solidFill>
                  <a:srgbClr val="A2AFAC"/>
                </a:solidFill>
              </a:rPr>
              <a:t>05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2C603B8-BD4E-4A82-8134-71BAEEBC9F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562100"/>
            <a:ext cx="33337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1819"/>
          </a:solidFill>
          <a:ln xmlns:a="http://schemas.openxmlformats.org/drawingml/2006/main" w="9525">
            <a:solidFill>
              <a:srgbClr val="2B383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DEEFDBE-31B7-419F-831B-9E8A1C84E2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733550"/>
            <a:ext cx="4000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350" b="1">
                <a:solidFill>
                  <a:srgbClr val="38D6C4"/>
                </a:solidFill>
              </a:defRPr>
            </a:defPPr>
            <a:lvl1pPr algn="l">
              <a:defRPr sz="1350" b="1">
                <a:solidFill>
                  <a:srgbClr val="38D6C4"/>
                </a:solidFill>
              </a:defRPr>
            </a:lvl1pPr>
            <a:lvl2pPr algn="l">
              <a:defRPr sz="1350" b="1">
                <a:solidFill>
                  <a:srgbClr val="38D6C4"/>
                </a:solidFill>
              </a:defRPr>
            </a:lvl2pPr>
            <a:lvl3pPr algn="l">
              <a:defRPr sz="1350" b="1">
                <a:solidFill>
                  <a:srgbClr val="38D6C4"/>
                </a:solidFill>
              </a:defRPr>
            </a:lvl3pPr>
            <a:lvl4pPr algn="l">
              <a:defRPr sz="1350" b="1">
                <a:solidFill>
                  <a:srgbClr val="38D6C4"/>
                </a:solidFill>
              </a:defRPr>
            </a:lvl4pPr>
            <a:lvl5pPr algn="l">
              <a:defRPr sz="1350" b="1">
                <a:solidFill>
                  <a:srgbClr val="38D6C4"/>
                </a:solidFill>
              </a:defRPr>
            </a:lvl5pPr>
            <a:lvl6pPr algn="l">
              <a:defRPr sz="1350" b="1">
                <a:solidFill>
                  <a:srgbClr val="38D6C4"/>
                </a:solidFill>
              </a:defRPr>
            </a:lvl6pPr>
            <a:lvl7pPr algn="l">
              <a:defRPr sz="1350" b="1">
                <a:solidFill>
                  <a:srgbClr val="38D6C4"/>
                </a:solidFill>
              </a:defRPr>
            </a:lvl7pPr>
            <a:lvl8pPr algn="l">
              <a:defRPr sz="1350" b="1">
                <a:solidFill>
                  <a:srgbClr val="38D6C4"/>
                </a:solidFill>
              </a:defRPr>
            </a:lvl8pPr>
            <a:lvl9pPr algn="l">
              <a:defRPr sz="1350" b="1">
                <a:solidFill>
                  <a:srgbClr val="38D6C4"/>
                </a:solidFill>
              </a:defRPr>
            </a:lvl9pPr>
          </a:lstStyle>
          <a:p xmlns:a="http://schemas.openxmlformats.org/drawingml/2006/main">
            <a:pPr algn="l">
              <a:defRPr sz="1350" b="1">
                <a:solidFill>
                  <a:srgbClr val="38D6C4"/>
                </a:solidFill>
              </a:defRPr>
            </a:pPr>
            <a:r>
              <a:rPr sz="1350" b="1">
                <a:solidFill>
                  <a:srgbClr val="38D6C4"/>
                </a:solidFill>
              </a:rPr>
              <a:t>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A927E65-9E5B-43DA-8D38-61578C4E46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1733550"/>
            <a:ext cx="2381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650" b="1">
                <a:solidFill>
                  <a:srgbClr val="F2F5F4"/>
                </a:solidFill>
              </a:defRPr>
            </a:defPPr>
            <a:lvl1pPr algn="l">
              <a:defRPr sz="1650" b="1">
                <a:solidFill>
                  <a:srgbClr val="F2F5F4"/>
                </a:solidFill>
              </a:defRPr>
            </a:lvl1pPr>
            <a:lvl2pPr algn="l">
              <a:defRPr sz="1650" b="1">
                <a:solidFill>
                  <a:srgbClr val="F2F5F4"/>
                </a:solidFill>
              </a:defRPr>
            </a:lvl2pPr>
            <a:lvl3pPr algn="l">
              <a:defRPr sz="1650" b="1">
                <a:solidFill>
                  <a:srgbClr val="F2F5F4"/>
                </a:solidFill>
              </a:defRPr>
            </a:lvl3pPr>
            <a:lvl4pPr algn="l">
              <a:defRPr sz="1650" b="1">
                <a:solidFill>
                  <a:srgbClr val="F2F5F4"/>
                </a:solidFill>
              </a:defRPr>
            </a:lvl4pPr>
            <a:lvl5pPr algn="l">
              <a:defRPr sz="1650" b="1">
                <a:solidFill>
                  <a:srgbClr val="F2F5F4"/>
                </a:solidFill>
              </a:defRPr>
            </a:lvl5pPr>
            <a:lvl6pPr algn="l">
              <a:defRPr sz="1650" b="1">
                <a:solidFill>
                  <a:srgbClr val="F2F5F4"/>
                </a:solidFill>
              </a:defRPr>
            </a:lvl6pPr>
            <a:lvl7pPr algn="l">
              <a:defRPr sz="1650" b="1">
                <a:solidFill>
                  <a:srgbClr val="F2F5F4"/>
                </a:solidFill>
              </a:defRPr>
            </a:lvl7pPr>
            <a:lvl8pPr algn="l">
              <a:defRPr sz="1650" b="1">
                <a:solidFill>
                  <a:srgbClr val="F2F5F4"/>
                </a:solidFill>
              </a:defRPr>
            </a:lvl8pPr>
            <a:lvl9pPr algn="l">
              <a:defRPr sz="1650" b="1">
                <a:solidFill>
                  <a:srgbClr val="F2F5F4"/>
                </a:solidFill>
              </a:defRPr>
            </a:lvl9pPr>
          </a:lstStyle>
          <a:p xmlns:a="http://schemas.openxmlformats.org/drawingml/2006/main">
            <a:pPr algn="l">
              <a:defRPr sz="1650" b="1">
                <a:solidFill>
                  <a:srgbClr val="F2F5F4"/>
                </a:solidFill>
              </a:defRPr>
            </a:pPr>
            <a:r>
              <a:rPr sz="1650" b="1">
                <a:solidFill>
                  <a:srgbClr val="F2F5F4"/>
                </a:solidFill>
              </a:rPr>
              <a:t>공간 선택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C0CB155-5F3C-464B-9484-E7EDBD789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247900"/>
            <a:ext cx="290512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75" b="0">
                <a:solidFill>
                  <a:srgbClr val="A2AFAC"/>
                </a:solidFill>
              </a:defRPr>
            </a:defPPr>
            <a:lvl1pPr algn="l">
              <a:defRPr sz="1275" b="0">
                <a:solidFill>
                  <a:srgbClr val="A2AFAC"/>
                </a:solidFill>
              </a:defRPr>
            </a:lvl1pPr>
            <a:lvl2pPr algn="l">
              <a:defRPr sz="1275" b="0">
                <a:solidFill>
                  <a:srgbClr val="A2AFAC"/>
                </a:solidFill>
              </a:defRPr>
            </a:lvl2pPr>
            <a:lvl3pPr algn="l">
              <a:defRPr sz="1275" b="0">
                <a:solidFill>
                  <a:srgbClr val="A2AFAC"/>
                </a:solidFill>
              </a:defRPr>
            </a:lvl3pPr>
            <a:lvl4pPr algn="l">
              <a:defRPr sz="1275" b="0">
                <a:solidFill>
                  <a:srgbClr val="A2AFAC"/>
                </a:solidFill>
              </a:defRPr>
            </a:lvl4pPr>
            <a:lvl5pPr algn="l">
              <a:defRPr sz="1275" b="0">
                <a:solidFill>
                  <a:srgbClr val="A2AFAC"/>
                </a:solidFill>
              </a:defRPr>
            </a:lvl5pPr>
            <a:lvl6pPr algn="l">
              <a:defRPr sz="1275" b="0">
                <a:solidFill>
                  <a:srgbClr val="A2AFAC"/>
                </a:solidFill>
              </a:defRPr>
            </a:lvl6pPr>
            <a:lvl7pPr algn="l">
              <a:defRPr sz="1275" b="0">
                <a:solidFill>
                  <a:srgbClr val="A2AFAC"/>
                </a:solidFill>
              </a:defRPr>
            </a:lvl7pPr>
            <a:lvl8pPr algn="l">
              <a:defRPr sz="1275" b="0">
                <a:solidFill>
                  <a:srgbClr val="A2AFAC"/>
                </a:solidFill>
              </a:defRPr>
            </a:lvl8pPr>
            <a:lvl9pPr algn="l">
              <a:defRPr sz="1275" b="0">
                <a:solidFill>
                  <a:srgbClr val="A2AFAC"/>
                </a:solidFill>
              </a:defRPr>
            </a:lvl9pPr>
          </a:lstStyle>
          <a:p xmlns:a="http://schemas.openxmlformats.org/drawingml/2006/main">
            <a:pPr algn="l">
              <a:defRPr sz="1275" b="0">
                <a:solidFill>
                  <a:srgbClr val="A2AFAC"/>
                </a:solidFill>
              </a:defRPr>
            </a:pPr>
            <a:r>
              <a:rPr sz="1275" b="0">
                <a:solidFill>
                  <a:srgbClr val="A2AFAC"/>
                </a:solidFill>
              </a:rPr>
              <a:t>위험·규칙·목표 확인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BE69EB3-8DF4-47C6-A215-33D9540A00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1562100"/>
            <a:ext cx="33337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1819"/>
          </a:solidFill>
          <a:ln xmlns:a="http://schemas.openxmlformats.org/drawingml/2006/main" w="9525">
            <a:solidFill>
              <a:srgbClr val="2B383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9554229-D9B4-4048-9437-D5A6FA50CA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1733550"/>
            <a:ext cx="4000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350" b="1">
                <a:solidFill>
                  <a:srgbClr val="38D6C4"/>
                </a:solidFill>
              </a:defRPr>
            </a:defPPr>
            <a:lvl1pPr algn="l">
              <a:defRPr sz="1350" b="1">
                <a:solidFill>
                  <a:srgbClr val="38D6C4"/>
                </a:solidFill>
              </a:defRPr>
            </a:lvl1pPr>
            <a:lvl2pPr algn="l">
              <a:defRPr sz="1350" b="1">
                <a:solidFill>
                  <a:srgbClr val="38D6C4"/>
                </a:solidFill>
              </a:defRPr>
            </a:lvl2pPr>
            <a:lvl3pPr algn="l">
              <a:defRPr sz="1350" b="1">
                <a:solidFill>
                  <a:srgbClr val="38D6C4"/>
                </a:solidFill>
              </a:defRPr>
            </a:lvl3pPr>
            <a:lvl4pPr algn="l">
              <a:defRPr sz="1350" b="1">
                <a:solidFill>
                  <a:srgbClr val="38D6C4"/>
                </a:solidFill>
              </a:defRPr>
            </a:lvl4pPr>
            <a:lvl5pPr algn="l">
              <a:defRPr sz="1350" b="1">
                <a:solidFill>
                  <a:srgbClr val="38D6C4"/>
                </a:solidFill>
              </a:defRPr>
            </a:lvl5pPr>
            <a:lvl6pPr algn="l">
              <a:defRPr sz="1350" b="1">
                <a:solidFill>
                  <a:srgbClr val="38D6C4"/>
                </a:solidFill>
              </a:defRPr>
            </a:lvl6pPr>
            <a:lvl7pPr algn="l">
              <a:defRPr sz="1350" b="1">
                <a:solidFill>
                  <a:srgbClr val="38D6C4"/>
                </a:solidFill>
              </a:defRPr>
            </a:lvl7pPr>
            <a:lvl8pPr algn="l">
              <a:defRPr sz="1350" b="1">
                <a:solidFill>
                  <a:srgbClr val="38D6C4"/>
                </a:solidFill>
              </a:defRPr>
            </a:lvl8pPr>
            <a:lvl9pPr algn="l">
              <a:defRPr sz="1350" b="1">
                <a:solidFill>
                  <a:srgbClr val="38D6C4"/>
                </a:solidFill>
              </a:defRPr>
            </a:lvl9pPr>
          </a:lstStyle>
          <a:p xmlns:a="http://schemas.openxmlformats.org/drawingml/2006/main">
            <a:pPr algn="l">
              <a:defRPr sz="1350" b="1">
                <a:solidFill>
                  <a:srgbClr val="38D6C4"/>
                </a:solidFill>
              </a:defRPr>
            </a:pPr>
            <a:r>
              <a:rPr sz="1350" b="1">
                <a:solidFill>
                  <a:srgbClr val="38D6C4"/>
                </a:solidFill>
              </a:rPr>
              <a:t>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30A49FF-3DD8-439D-A978-36403CFFB9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1733550"/>
            <a:ext cx="2381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650" b="1">
                <a:solidFill>
                  <a:srgbClr val="F2F5F4"/>
                </a:solidFill>
              </a:defRPr>
            </a:defPPr>
            <a:lvl1pPr algn="l">
              <a:defRPr sz="1650" b="1">
                <a:solidFill>
                  <a:srgbClr val="F2F5F4"/>
                </a:solidFill>
              </a:defRPr>
            </a:lvl1pPr>
            <a:lvl2pPr algn="l">
              <a:defRPr sz="1650" b="1">
                <a:solidFill>
                  <a:srgbClr val="F2F5F4"/>
                </a:solidFill>
              </a:defRPr>
            </a:lvl2pPr>
            <a:lvl3pPr algn="l">
              <a:defRPr sz="1650" b="1">
                <a:solidFill>
                  <a:srgbClr val="F2F5F4"/>
                </a:solidFill>
              </a:defRPr>
            </a:lvl3pPr>
            <a:lvl4pPr algn="l">
              <a:defRPr sz="1650" b="1">
                <a:solidFill>
                  <a:srgbClr val="F2F5F4"/>
                </a:solidFill>
              </a:defRPr>
            </a:lvl4pPr>
            <a:lvl5pPr algn="l">
              <a:defRPr sz="1650" b="1">
                <a:solidFill>
                  <a:srgbClr val="F2F5F4"/>
                </a:solidFill>
              </a:defRPr>
            </a:lvl5pPr>
            <a:lvl6pPr algn="l">
              <a:defRPr sz="1650" b="1">
                <a:solidFill>
                  <a:srgbClr val="F2F5F4"/>
                </a:solidFill>
              </a:defRPr>
            </a:lvl6pPr>
            <a:lvl7pPr algn="l">
              <a:defRPr sz="1650" b="1">
                <a:solidFill>
                  <a:srgbClr val="F2F5F4"/>
                </a:solidFill>
              </a:defRPr>
            </a:lvl7pPr>
            <a:lvl8pPr algn="l">
              <a:defRPr sz="1650" b="1">
                <a:solidFill>
                  <a:srgbClr val="F2F5F4"/>
                </a:solidFill>
              </a:defRPr>
            </a:lvl8pPr>
            <a:lvl9pPr algn="l">
              <a:defRPr sz="1650" b="1">
                <a:solidFill>
                  <a:srgbClr val="F2F5F4"/>
                </a:solidFill>
              </a:defRPr>
            </a:lvl9pPr>
          </a:lstStyle>
          <a:p xmlns:a="http://schemas.openxmlformats.org/drawingml/2006/main">
            <a:pPr algn="l">
              <a:defRPr sz="1650" b="1">
                <a:solidFill>
                  <a:srgbClr val="F2F5F4"/>
                </a:solidFill>
              </a:defRPr>
            </a:pPr>
            <a:r>
              <a:rPr sz="1650" b="1">
                <a:solidFill>
                  <a:srgbClr val="F2F5F4"/>
                </a:solidFill>
              </a:rPr>
              <a:t>탐사대 편성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E3C3ACA-0AC0-47C2-8CBC-754410624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2247900"/>
            <a:ext cx="290512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75" b="0">
                <a:solidFill>
                  <a:srgbClr val="A2AFAC"/>
                </a:solidFill>
              </a:defRPr>
            </a:defPPr>
            <a:lvl1pPr algn="l">
              <a:defRPr sz="1275" b="0">
                <a:solidFill>
                  <a:srgbClr val="A2AFAC"/>
                </a:solidFill>
              </a:defRPr>
            </a:lvl1pPr>
            <a:lvl2pPr algn="l">
              <a:defRPr sz="1275" b="0">
                <a:solidFill>
                  <a:srgbClr val="A2AFAC"/>
                </a:solidFill>
              </a:defRPr>
            </a:lvl2pPr>
            <a:lvl3pPr algn="l">
              <a:defRPr sz="1275" b="0">
                <a:solidFill>
                  <a:srgbClr val="A2AFAC"/>
                </a:solidFill>
              </a:defRPr>
            </a:lvl3pPr>
            <a:lvl4pPr algn="l">
              <a:defRPr sz="1275" b="0">
                <a:solidFill>
                  <a:srgbClr val="A2AFAC"/>
                </a:solidFill>
              </a:defRPr>
            </a:lvl4pPr>
            <a:lvl5pPr algn="l">
              <a:defRPr sz="1275" b="0">
                <a:solidFill>
                  <a:srgbClr val="A2AFAC"/>
                </a:solidFill>
              </a:defRPr>
            </a:lvl5pPr>
            <a:lvl6pPr algn="l">
              <a:defRPr sz="1275" b="0">
                <a:solidFill>
                  <a:srgbClr val="A2AFAC"/>
                </a:solidFill>
              </a:defRPr>
            </a:lvl6pPr>
            <a:lvl7pPr algn="l">
              <a:defRPr sz="1275" b="0">
                <a:solidFill>
                  <a:srgbClr val="A2AFAC"/>
                </a:solidFill>
              </a:defRPr>
            </a:lvl7pPr>
            <a:lvl8pPr algn="l">
              <a:defRPr sz="1275" b="0">
                <a:solidFill>
                  <a:srgbClr val="A2AFAC"/>
                </a:solidFill>
              </a:defRPr>
            </a:lvl8pPr>
            <a:lvl9pPr algn="l">
              <a:defRPr sz="1275" b="0">
                <a:solidFill>
                  <a:srgbClr val="A2AFAC"/>
                </a:solidFill>
              </a:defRPr>
            </a:lvl9pPr>
          </a:lstStyle>
          <a:p xmlns:a="http://schemas.openxmlformats.org/drawingml/2006/main">
            <a:pPr algn="l">
              <a:defRPr sz="1275" b="0">
                <a:solidFill>
                  <a:srgbClr val="A2AFAC"/>
                </a:solidFill>
              </a:defRPr>
            </a:pPr>
            <a:r>
              <a:rPr sz="1275" b="0">
                <a:solidFill>
                  <a:srgbClr val="A2AFAC"/>
                </a:solidFill>
              </a:rPr>
              <a:t>1~5인, 장비와 방침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FDE653E-E4E9-425E-90F4-938841E3DB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1562100"/>
            <a:ext cx="33337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1819"/>
          </a:solidFill>
          <a:ln xmlns:a="http://schemas.openxmlformats.org/drawingml/2006/main" w="9525">
            <a:solidFill>
              <a:srgbClr val="2B383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8B6184F-5E35-46BF-A659-C50243F916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1733550"/>
            <a:ext cx="4000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350" b="1">
                <a:solidFill>
                  <a:srgbClr val="38D6C4"/>
                </a:solidFill>
              </a:defRPr>
            </a:defPPr>
            <a:lvl1pPr algn="l">
              <a:defRPr sz="1350" b="1">
                <a:solidFill>
                  <a:srgbClr val="38D6C4"/>
                </a:solidFill>
              </a:defRPr>
            </a:lvl1pPr>
            <a:lvl2pPr algn="l">
              <a:defRPr sz="1350" b="1">
                <a:solidFill>
                  <a:srgbClr val="38D6C4"/>
                </a:solidFill>
              </a:defRPr>
            </a:lvl2pPr>
            <a:lvl3pPr algn="l">
              <a:defRPr sz="1350" b="1">
                <a:solidFill>
                  <a:srgbClr val="38D6C4"/>
                </a:solidFill>
              </a:defRPr>
            </a:lvl3pPr>
            <a:lvl4pPr algn="l">
              <a:defRPr sz="1350" b="1">
                <a:solidFill>
                  <a:srgbClr val="38D6C4"/>
                </a:solidFill>
              </a:defRPr>
            </a:lvl4pPr>
            <a:lvl5pPr algn="l">
              <a:defRPr sz="1350" b="1">
                <a:solidFill>
                  <a:srgbClr val="38D6C4"/>
                </a:solidFill>
              </a:defRPr>
            </a:lvl5pPr>
            <a:lvl6pPr algn="l">
              <a:defRPr sz="1350" b="1">
                <a:solidFill>
                  <a:srgbClr val="38D6C4"/>
                </a:solidFill>
              </a:defRPr>
            </a:lvl6pPr>
            <a:lvl7pPr algn="l">
              <a:defRPr sz="1350" b="1">
                <a:solidFill>
                  <a:srgbClr val="38D6C4"/>
                </a:solidFill>
              </a:defRPr>
            </a:lvl7pPr>
            <a:lvl8pPr algn="l">
              <a:defRPr sz="1350" b="1">
                <a:solidFill>
                  <a:srgbClr val="38D6C4"/>
                </a:solidFill>
              </a:defRPr>
            </a:lvl8pPr>
            <a:lvl9pPr algn="l">
              <a:defRPr sz="1350" b="1">
                <a:solidFill>
                  <a:srgbClr val="38D6C4"/>
                </a:solidFill>
              </a:defRPr>
            </a:lvl9pPr>
          </a:lstStyle>
          <a:p xmlns:a="http://schemas.openxmlformats.org/drawingml/2006/main">
            <a:pPr algn="l">
              <a:defRPr sz="1350" b="1">
                <a:solidFill>
                  <a:srgbClr val="38D6C4"/>
                </a:solidFill>
              </a:defRPr>
            </a:pPr>
            <a:r>
              <a:rPr sz="1350" b="1">
                <a:solidFill>
                  <a:srgbClr val="38D6C4"/>
                </a:solidFill>
              </a:rPr>
              <a:t>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3D96E28-B046-471B-891D-9D8406CC88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1733550"/>
            <a:ext cx="2381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650" b="1">
                <a:solidFill>
                  <a:srgbClr val="F2F5F4"/>
                </a:solidFill>
              </a:defRPr>
            </a:defPPr>
            <a:lvl1pPr algn="l">
              <a:defRPr sz="1650" b="1">
                <a:solidFill>
                  <a:srgbClr val="F2F5F4"/>
                </a:solidFill>
              </a:defRPr>
            </a:lvl1pPr>
            <a:lvl2pPr algn="l">
              <a:defRPr sz="1650" b="1">
                <a:solidFill>
                  <a:srgbClr val="F2F5F4"/>
                </a:solidFill>
              </a:defRPr>
            </a:lvl2pPr>
            <a:lvl3pPr algn="l">
              <a:defRPr sz="1650" b="1">
                <a:solidFill>
                  <a:srgbClr val="F2F5F4"/>
                </a:solidFill>
              </a:defRPr>
            </a:lvl3pPr>
            <a:lvl4pPr algn="l">
              <a:defRPr sz="1650" b="1">
                <a:solidFill>
                  <a:srgbClr val="F2F5F4"/>
                </a:solidFill>
              </a:defRPr>
            </a:lvl4pPr>
            <a:lvl5pPr algn="l">
              <a:defRPr sz="1650" b="1">
                <a:solidFill>
                  <a:srgbClr val="F2F5F4"/>
                </a:solidFill>
              </a:defRPr>
            </a:lvl5pPr>
            <a:lvl6pPr algn="l">
              <a:defRPr sz="1650" b="1">
                <a:solidFill>
                  <a:srgbClr val="F2F5F4"/>
                </a:solidFill>
              </a:defRPr>
            </a:lvl6pPr>
            <a:lvl7pPr algn="l">
              <a:defRPr sz="1650" b="1">
                <a:solidFill>
                  <a:srgbClr val="F2F5F4"/>
                </a:solidFill>
              </a:defRPr>
            </a:lvl7pPr>
            <a:lvl8pPr algn="l">
              <a:defRPr sz="1650" b="1">
                <a:solidFill>
                  <a:srgbClr val="F2F5F4"/>
                </a:solidFill>
              </a:defRPr>
            </a:lvl8pPr>
            <a:lvl9pPr algn="l">
              <a:defRPr sz="1650" b="1">
                <a:solidFill>
                  <a:srgbClr val="F2F5F4"/>
                </a:solidFill>
              </a:defRPr>
            </a:lvl9pPr>
          </a:lstStyle>
          <a:p xmlns:a="http://schemas.openxmlformats.org/drawingml/2006/main">
            <a:pPr algn="l">
              <a:defRPr sz="1650" b="1">
                <a:solidFill>
                  <a:srgbClr val="F2F5F4"/>
                </a:solidFill>
              </a:defRPr>
            </a:pPr>
            <a:r>
              <a:rPr sz="1650" b="1">
                <a:solidFill>
                  <a:srgbClr val="F2F5F4"/>
                </a:solidFill>
              </a:rPr>
              <a:t>자동 탐사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23D00AE-84D7-4B44-9A6D-E5FF8B597B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247900"/>
            <a:ext cx="290512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75" b="0">
                <a:solidFill>
                  <a:srgbClr val="A2AFAC"/>
                </a:solidFill>
              </a:defRPr>
            </a:defPPr>
            <a:lvl1pPr algn="l">
              <a:defRPr sz="1275" b="0">
                <a:solidFill>
                  <a:srgbClr val="A2AFAC"/>
                </a:solidFill>
              </a:defRPr>
            </a:lvl1pPr>
            <a:lvl2pPr algn="l">
              <a:defRPr sz="1275" b="0">
                <a:solidFill>
                  <a:srgbClr val="A2AFAC"/>
                </a:solidFill>
              </a:defRPr>
            </a:lvl2pPr>
            <a:lvl3pPr algn="l">
              <a:defRPr sz="1275" b="0">
                <a:solidFill>
                  <a:srgbClr val="A2AFAC"/>
                </a:solidFill>
              </a:defRPr>
            </a:lvl3pPr>
            <a:lvl4pPr algn="l">
              <a:defRPr sz="1275" b="0">
                <a:solidFill>
                  <a:srgbClr val="A2AFAC"/>
                </a:solidFill>
              </a:defRPr>
            </a:lvl4pPr>
            <a:lvl5pPr algn="l">
              <a:defRPr sz="1275" b="0">
                <a:solidFill>
                  <a:srgbClr val="A2AFAC"/>
                </a:solidFill>
              </a:defRPr>
            </a:lvl5pPr>
            <a:lvl6pPr algn="l">
              <a:defRPr sz="1275" b="0">
                <a:solidFill>
                  <a:srgbClr val="A2AFAC"/>
                </a:solidFill>
              </a:defRPr>
            </a:lvl6pPr>
            <a:lvl7pPr algn="l">
              <a:defRPr sz="1275" b="0">
                <a:solidFill>
                  <a:srgbClr val="A2AFAC"/>
                </a:solidFill>
              </a:defRPr>
            </a:lvl7pPr>
            <a:lvl8pPr algn="l">
              <a:defRPr sz="1275" b="0">
                <a:solidFill>
                  <a:srgbClr val="A2AFAC"/>
                </a:solidFill>
              </a:defRPr>
            </a:lvl8pPr>
            <a:lvl9pPr algn="l">
              <a:defRPr sz="1275" b="0">
                <a:solidFill>
                  <a:srgbClr val="A2AFAC"/>
                </a:solidFill>
              </a:defRPr>
            </a:lvl9pPr>
          </a:lstStyle>
          <a:p xmlns:a="http://schemas.openxmlformats.org/drawingml/2006/main">
            <a:pPr algn="l">
              <a:defRPr sz="1275" b="0">
                <a:solidFill>
                  <a:srgbClr val="A2AFAC"/>
                </a:solidFill>
              </a:defRPr>
            </a:pPr>
            <a:r>
              <a:rPr sz="1275" b="0">
                <a:solidFill>
                  <a:srgbClr val="A2AFAC"/>
                </a:solidFill>
              </a:rPr>
              <a:t>짧은 씬과 사건 누적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3394A8C-74C7-46C7-88A4-D88C4E9723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14725"/>
            <a:ext cx="33337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1819"/>
          </a:solidFill>
          <a:ln xmlns:a="http://schemas.openxmlformats.org/drawingml/2006/main" w="9525">
            <a:solidFill>
              <a:srgbClr val="2B3838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B0BA1A4-FEF0-467A-97D7-776ECDF702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686175"/>
            <a:ext cx="4000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350" b="1">
                <a:solidFill>
                  <a:srgbClr val="38D6C4"/>
                </a:solidFill>
              </a:defRPr>
            </a:defPPr>
            <a:lvl1pPr algn="l">
              <a:defRPr sz="1350" b="1">
                <a:solidFill>
                  <a:srgbClr val="38D6C4"/>
                </a:solidFill>
              </a:defRPr>
            </a:lvl1pPr>
            <a:lvl2pPr algn="l">
              <a:defRPr sz="1350" b="1">
                <a:solidFill>
                  <a:srgbClr val="38D6C4"/>
                </a:solidFill>
              </a:defRPr>
            </a:lvl2pPr>
            <a:lvl3pPr algn="l">
              <a:defRPr sz="1350" b="1">
                <a:solidFill>
                  <a:srgbClr val="38D6C4"/>
                </a:solidFill>
              </a:defRPr>
            </a:lvl3pPr>
            <a:lvl4pPr algn="l">
              <a:defRPr sz="1350" b="1">
                <a:solidFill>
                  <a:srgbClr val="38D6C4"/>
                </a:solidFill>
              </a:defRPr>
            </a:lvl4pPr>
            <a:lvl5pPr algn="l">
              <a:defRPr sz="1350" b="1">
                <a:solidFill>
                  <a:srgbClr val="38D6C4"/>
                </a:solidFill>
              </a:defRPr>
            </a:lvl5pPr>
            <a:lvl6pPr algn="l">
              <a:defRPr sz="1350" b="1">
                <a:solidFill>
                  <a:srgbClr val="38D6C4"/>
                </a:solidFill>
              </a:defRPr>
            </a:lvl6pPr>
            <a:lvl7pPr algn="l">
              <a:defRPr sz="1350" b="1">
                <a:solidFill>
                  <a:srgbClr val="38D6C4"/>
                </a:solidFill>
              </a:defRPr>
            </a:lvl7pPr>
            <a:lvl8pPr algn="l">
              <a:defRPr sz="1350" b="1">
                <a:solidFill>
                  <a:srgbClr val="38D6C4"/>
                </a:solidFill>
              </a:defRPr>
            </a:lvl8pPr>
            <a:lvl9pPr algn="l">
              <a:defRPr sz="1350" b="1">
                <a:solidFill>
                  <a:srgbClr val="38D6C4"/>
                </a:solidFill>
              </a:defRPr>
            </a:lvl9pPr>
          </a:lstStyle>
          <a:p xmlns:a="http://schemas.openxmlformats.org/drawingml/2006/main">
            <a:pPr algn="l">
              <a:defRPr sz="1350" b="1">
                <a:solidFill>
                  <a:srgbClr val="38D6C4"/>
                </a:solidFill>
              </a:defRPr>
            </a:pPr>
            <a:r>
              <a:rPr sz="1350" b="1">
                <a:solidFill>
                  <a:srgbClr val="38D6C4"/>
                </a:solidFill>
              </a:rPr>
              <a:t>4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F2DB905-423C-46FD-A798-6709A90154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686175"/>
            <a:ext cx="2381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650" b="1">
                <a:solidFill>
                  <a:srgbClr val="F2F5F4"/>
                </a:solidFill>
              </a:defRPr>
            </a:defPPr>
            <a:lvl1pPr algn="l">
              <a:defRPr sz="1650" b="1">
                <a:solidFill>
                  <a:srgbClr val="F2F5F4"/>
                </a:solidFill>
              </a:defRPr>
            </a:lvl1pPr>
            <a:lvl2pPr algn="l">
              <a:defRPr sz="1650" b="1">
                <a:solidFill>
                  <a:srgbClr val="F2F5F4"/>
                </a:solidFill>
              </a:defRPr>
            </a:lvl2pPr>
            <a:lvl3pPr algn="l">
              <a:defRPr sz="1650" b="1">
                <a:solidFill>
                  <a:srgbClr val="F2F5F4"/>
                </a:solidFill>
              </a:defRPr>
            </a:lvl3pPr>
            <a:lvl4pPr algn="l">
              <a:defRPr sz="1650" b="1">
                <a:solidFill>
                  <a:srgbClr val="F2F5F4"/>
                </a:solidFill>
              </a:defRPr>
            </a:lvl4pPr>
            <a:lvl5pPr algn="l">
              <a:defRPr sz="1650" b="1">
                <a:solidFill>
                  <a:srgbClr val="F2F5F4"/>
                </a:solidFill>
              </a:defRPr>
            </a:lvl5pPr>
            <a:lvl6pPr algn="l">
              <a:defRPr sz="1650" b="1">
                <a:solidFill>
                  <a:srgbClr val="F2F5F4"/>
                </a:solidFill>
              </a:defRPr>
            </a:lvl6pPr>
            <a:lvl7pPr algn="l">
              <a:defRPr sz="1650" b="1">
                <a:solidFill>
                  <a:srgbClr val="F2F5F4"/>
                </a:solidFill>
              </a:defRPr>
            </a:lvl7pPr>
            <a:lvl8pPr algn="l">
              <a:defRPr sz="1650" b="1">
                <a:solidFill>
                  <a:srgbClr val="F2F5F4"/>
                </a:solidFill>
              </a:defRPr>
            </a:lvl8pPr>
            <a:lvl9pPr algn="l">
              <a:defRPr sz="1650" b="1">
                <a:solidFill>
                  <a:srgbClr val="F2F5F4"/>
                </a:solidFill>
              </a:defRPr>
            </a:lvl9pPr>
          </a:lstStyle>
          <a:p xmlns:a="http://schemas.openxmlformats.org/drawingml/2006/main">
            <a:pPr algn="l">
              <a:defRPr sz="1650" b="1">
                <a:solidFill>
                  <a:srgbClr val="F2F5F4"/>
                </a:solidFill>
              </a:defRPr>
            </a:pPr>
            <a:r>
              <a:rPr sz="1650" b="1">
                <a:solidFill>
                  <a:srgbClr val="F2F5F4"/>
                </a:solidFill>
              </a:rPr>
              <a:t>깊이 결정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DC0A010-3C88-4A88-93A4-362AD5DC93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200525"/>
            <a:ext cx="290512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75" b="0">
                <a:solidFill>
                  <a:srgbClr val="A2AFAC"/>
                </a:solidFill>
              </a:defRPr>
            </a:defPPr>
            <a:lvl1pPr algn="l">
              <a:defRPr sz="1275" b="0">
                <a:solidFill>
                  <a:srgbClr val="A2AFAC"/>
                </a:solidFill>
              </a:defRPr>
            </a:lvl1pPr>
            <a:lvl2pPr algn="l">
              <a:defRPr sz="1275" b="0">
                <a:solidFill>
                  <a:srgbClr val="A2AFAC"/>
                </a:solidFill>
              </a:defRPr>
            </a:lvl2pPr>
            <a:lvl3pPr algn="l">
              <a:defRPr sz="1275" b="0">
                <a:solidFill>
                  <a:srgbClr val="A2AFAC"/>
                </a:solidFill>
              </a:defRPr>
            </a:lvl3pPr>
            <a:lvl4pPr algn="l">
              <a:defRPr sz="1275" b="0">
                <a:solidFill>
                  <a:srgbClr val="A2AFAC"/>
                </a:solidFill>
              </a:defRPr>
            </a:lvl4pPr>
            <a:lvl5pPr algn="l">
              <a:defRPr sz="1275" b="0">
                <a:solidFill>
                  <a:srgbClr val="A2AFAC"/>
                </a:solidFill>
              </a:defRPr>
            </a:lvl5pPr>
            <a:lvl6pPr algn="l">
              <a:defRPr sz="1275" b="0">
                <a:solidFill>
                  <a:srgbClr val="A2AFAC"/>
                </a:solidFill>
              </a:defRPr>
            </a:lvl6pPr>
            <a:lvl7pPr algn="l">
              <a:defRPr sz="1275" b="0">
                <a:solidFill>
                  <a:srgbClr val="A2AFAC"/>
                </a:solidFill>
              </a:defRPr>
            </a:lvl7pPr>
            <a:lvl8pPr algn="l">
              <a:defRPr sz="1275" b="0">
                <a:solidFill>
                  <a:srgbClr val="A2AFAC"/>
                </a:solidFill>
              </a:defRPr>
            </a:lvl8pPr>
            <a:lvl9pPr algn="l">
              <a:defRPr sz="1275" b="0">
                <a:solidFill>
                  <a:srgbClr val="A2AFAC"/>
                </a:solidFill>
              </a:defRPr>
            </a:lvl9pPr>
          </a:lstStyle>
          <a:p xmlns:a="http://schemas.openxmlformats.org/drawingml/2006/main">
            <a:pPr algn="l">
              <a:defRPr sz="1275" b="0">
                <a:solidFill>
                  <a:srgbClr val="A2AFAC"/>
                </a:solidFill>
              </a:defRPr>
            </a:pPr>
            <a:r>
              <a:rPr sz="1275" b="0">
                <a:solidFill>
                  <a:srgbClr val="A2AFAC"/>
                </a:solidFill>
              </a:rPr>
              <a:t>전진·철수·구조·포기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1964652-A8DC-4ADF-A978-5CCFD2CDF3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514725"/>
            <a:ext cx="33337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1819"/>
          </a:solidFill>
          <a:ln xmlns:a="http://schemas.openxmlformats.org/drawingml/2006/main" w="9525">
            <a:solidFill>
              <a:srgbClr val="2B3838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45AA0CF-7D97-49FD-8798-0DBB057B74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3686175"/>
            <a:ext cx="4000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350" b="1">
                <a:solidFill>
                  <a:srgbClr val="38D6C4"/>
                </a:solidFill>
              </a:defRPr>
            </a:defPPr>
            <a:lvl1pPr algn="l">
              <a:defRPr sz="1350" b="1">
                <a:solidFill>
                  <a:srgbClr val="38D6C4"/>
                </a:solidFill>
              </a:defRPr>
            </a:lvl1pPr>
            <a:lvl2pPr algn="l">
              <a:defRPr sz="1350" b="1">
                <a:solidFill>
                  <a:srgbClr val="38D6C4"/>
                </a:solidFill>
              </a:defRPr>
            </a:lvl2pPr>
            <a:lvl3pPr algn="l">
              <a:defRPr sz="1350" b="1">
                <a:solidFill>
                  <a:srgbClr val="38D6C4"/>
                </a:solidFill>
              </a:defRPr>
            </a:lvl3pPr>
            <a:lvl4pPr algn="l">
              <a:defRPr sz="1350" b="1">
                <a:solidFill>
                  <a:srgbClr val="38D6C4"/>
                </a:solidFill>
              </a:defRPr>
            </a:lvl4pPr>
            <a:lvl5pPr algn="l">
              <a:defRPr sz="1350" b="1">
                <a:solidFill>
                  <a:srgbClr val="38D6C4"/>
                </a:solidFill>
              </a:defRPr>
            </a:lvl5pPr>
            <a:lvl6pPr algn="l">
              <a:defRPr sz="1350" b="1">
                <a:solidFill>
                  <a:srgbClr val="38D6C4"/>
                </a:solidFill>
              </a:defRPr>
            </a:lvl6pPr>
            <a:lvl7pPr algn="l">
              <a:defRPr sz="1350" b="1">
                <a:solidFill>
                  <a:srgbClr val="38D6C4"/>
                </a:solidFill>
              </a:defRPr>
            </a:lvl7pPr>
            <a:lvl8pPr algn="l">
              <a:defRPr sz="1350" b="1">
                <a:solidFill>
                  <a:srgbClr val="38D6C4"/>
                </a:solidFill>
              </a:defRPr>
            </a:lvl8pPr>
            <a:lvl9pPr algn="l">
              <a:defRPr sz="1350" b="1">
                <a:solidFill>
                  <a:srgbClr val="38D6C4"/>
                </a:solidFill>
              </a:defRPr>
            </a:lvl9pPr>
          </a:lstStyle>
          <a:p xmlns:a="http://schemas.openxmlformats.org/drawingml/2006/main">
            <a:pPr algn="l">
              <a:defRPr sz="1350" b="1">
                <a:solidFill>
                  <a:srgbClr val="38D6C4"/>
                </a:solidFill>
              </a:defRPr>
            </a:pPr>
            <a:r>
              <a:rPr sz="1350" b="1">
                <a:solidFill>
                  <a:srgbClr val="38D6C4"/>
                </a:solidFill>
              </a:rPr>
              <a:t>5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560BBB9-F4D9-4398-8076-D3D163A52F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3686175"/>
            <a:ext cx="2381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650" b="1">
                <a:solidFill>
                  <a:srgbClr val="F2F5F4"/>
                </a:solidFill>
              </a:defRPr>
            </a:defPPr>
            <a:lvl1pPr algn="l">
              <a:defRPr sz="1650" b="1">
                <a:solidFill>
                  <a:srgbClr val="F2F5F4"/>
                </a:solidFill>
              </a:defRPr>
            </a:lvl1pPr>
            <a:lvl2pPr algn="l">
              <a:defRPr sz="1650" b="1">
                <a:solidFill>
                  <a:srgbClr val="F2F5F4"/>
                </a:solidFill>
              </a:defRPr>
            </a:lvl2pPr>
            <a:lvl3pPr algn="l">
              <a:defRPr sz="1650" b="1">
                <a:solidFill>
                  <a:srgbClr val="F2F5F4"/>
                </a:solidFill>
              </a:defRPr>
            </a:lvl3pPr>
            <a:lvl4pPr algn="l">
              <a:defRPr sz="1650" b="1">
                <a:solidFill>
                  <a:srgbClr val="F2F5F4"/>
                </a:solidFill>
              </a:defRPr>
            </a:lvl4pPr>
            <a:lvl5pPr algn="l">
              <a:defRPr sz="1650" b="1">
                <a:solidFill>
                  <a:srgbClr val="F2F5F4"/>
                </a:solidFill>
              </a:defRPr>
            </a:lvl5pPr>
            <a:lvl6pPr algn="l">
              <a:defRPr sz="1650" b="1">
                <a:solidFill>
                  <a:srgbClr val="F2F5F4"/>
                </a:solidFill>
              </a:defRPr>
            </a:lvl6pPr>
            <a:lvl7pPr algn="l">
              <a:defRPr sz="1650" b="1">
                <a:solidFill>
                  <a:srgbClr val="F2F5F4"/>
                </a:solidFill>
              </a:defRPr>
            </a:lvl7pPr>
            <a:lvl8pPr algn="l">
              <a:defRPr sz="1650" b="1">
                <a:solidFill>
                  <a:srgbClr val="F2F5F4"/>
                </a:solidFill>
              </a:defRPr>
            </a:lvl8pPr>
            <a:lvl9pPr algn="l">
              <a:defRPr sz="1650" b="1">
                <a:solidFill>
                  <a:srgbClr val="F2F5F4"/>
                </a:solidFill>
              </a:defRPr>
            </a:lvl9pPr>
          </a:lstStyle>
          <a:p xmlns:a="http://schemas.openxmlformats.org/drawingml/2006/main">
            <a:pPr algn="l">
              <a:defRPr sz="1650" b="1">
                <a:solidFill>
                  <a:srgbClr val="F2F5F4"/>
                </a:solidFill>
              </a:defRPr>
            </a:pPr>
            <a:r>
              <a:rPr sz="1650" b="1">
                <a:solidFill>
                  <a:srgbClr val="F2F5F4"/>
                </a:solidFill>
              </a:rPr>
              <a:t>귀환 정산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31EC3CF-CE7F-43BE-BAEC-008E4BA2F2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4200525"/>
            <a:ext cx="290512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75" b="0">
                <a:solidFill>
                  <a:srgbClr val="A2AFAC"/>
                </a:solidFill>
              </a:defRPr>
            </a:defPPr>
            <a:lvl1pPr algn="l">
              <a:defRPr sz="1275" b="0">
                <a:solidFill>
                  <a:srgbClr val="A2AFAC"/>
                </a:solidFill>
              </a:defRPr>
            </a:lvl1pPr>
            <a:lvl2pPr algn="l">
              <a:defRPr sz="1275" b="0">
                <a:solidFill>
                  <a:srgbClr val="A2AFAC"/>
                </a:solidFill>
              </a:defRPr>
            </a:lvl2pPr>
            <a:lvl3pPr algn="l">
              <a:defRPr sz="1275" b="0">
                <a:solidFill>
                  <a:srgbClr val="A2AFAC"/>
                </a:solidFill>
              </a:defRPr>
            </a:lvl3pPr>
            <a:lvl4pPr algn="l">
              <a:defRPr sz="1275" b="0">
                <a:solidFill>
                  <a:srgbClr val="A2AFAC"/>
                </a:solidFill>
              </a:defRPr>
            </a:lvl4pPr>
            <a:lvl5pPr algn="l">
              <a:defRPr sz="1275" b="0">
                <a:solidFill>
                  <a:srgbClr val="A2AFAC"/>
                </a:solidFill>
              </a:defRPr>
            </a:lvl5pPr>
            <a:lvl6pPr algn="l">
              <a:defRPr sz="1275" b="0">
                <a:solidFill>
                  <a:srgbClr val="A2AFAC"/>
                </a:solidFill>
              </a:defRPr>
            </a:lvl6pPr>
            <a:lvl7pPr algn="l">
              <a:defRPr sz="1275" b="0">
                <a:solidFill>
                  <a:srgbClr val="A2AFAC"/>
                </a:solidFill>
              </a:defRPr>
            </a:lvl7pPr>
            <a:lvl8pPr algn="l">
              <a:defRPr sz="1275" b="0">
                <a:solidFill>
                  <a:srgbClr val="A2AFAC"/>
                </a:solidFill>
              </a:defRPr>
            </a:lvl8pPr>
            <a:lvl9pPr algn="l">
              <a:defRPr sz="1275" b="0">
                <a:solidFill>
                  <a:srgbClr val="A2AFAC"/>
                </a:solidFill>
              </a:defRPr>
            </a:lvl9pPr>
          </a:lstStyle>
          <a:p xmlns:a="http://schemas.openxmlformats.org/drawingml/2006/main">
            <a:pPr algn="l">
              <a:defRPr sz="1275" b="0">
                <a:solidFill>
                  <a:srgbClr val="A2AFAC"/>
                </a:solidFill>
              </a:defRPr>
            </a:pPr>
            <a:r>
              <a:rPr sz="1275" b="0">
                <a:solidFill>
                  <a:srgbClr val="A2AFAC"/>
                </a:solidFill>
              </a:rPr>
              <a:t>회수품과 손실 확정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52418CB-C93D-4229-980F-DA576CD18B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3514725"/>
            <a:ext cx="33337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1819"/>
          </a:solidFill>
          <a:ln xmlns:a="http://schemas.openxmlformats.org/drawingml/2006/main" w="9525">
            <a:solidFill>
              <a:srgbClr val="2B3838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6F1639A-7D01-4362-BB52-EAB53055B4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3686175"/>
            <a:ext cx="4000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350" b="1">
                <a:solidFill>
                  <a:srgbClr val="38D6C4"/>
                </a:solidFill>
              </a:defRPr>
            </a:defPPr>
            <a:lvl1pPr algn="l">
              <a:defRPr sz="1350" b="1">
                <a:solidFill>
                  <a:srgbClr val="38D6C4"/>
                </a:solidFill>
              </a:defRPr>
            </a:lvl1pPr>
            <a:lvl2pPr algn="l">
              <a:defRPr sz="1350" b="1">
                <a:solidFill>
                  <a:srgbClr val="38D6C4"/>
                </a:solidFill>
              </a:defRPr>
            </a:lvl2pPr>
            <a:lvl3pPr algn="l">
              <a:defRPr sz="1350" b="1">
                <a:solidFill>
                  <a:srgbClr val="38D6C4"/>
                </a:solidFill>
              </a:defRPr>
            </a:lvl3pPr>
            <a:lvl4pPr algn="l">
              <a:defRPr sz="1350" b="1">
                <a:solidFill>
                  <a:srgbClr val="38D6C4"/>
                </a:solidFill>
              </a:defRPr>
            </a:lvl4pPr>
            <a:lvl5pPr algn="l">
              <a:defRPr sz="1350" b="1">
                <a:solidFill>
                  <a:srgbClr val="38D6C4"/>
                </a:solidFill>
              </a:defRPr>
            </a:lvl5pPr>
            <a:lvl6pPr algn="l">
              <a:defRPr sz="1350" b="1">
                <a:solidFill>
                  <a:srgbClr val="38D6C4"/>
                </a:solidFill>
              </a:defRPr>
            </a:lvl6pPr>
            <a:lvl7pPr algn="l">
              <a:defRPr sz="1350" b="1">
                <a:solidFill>
                  <a:srgbClr val="38D6C4"/>
                </a:solidFill>
              </a:defRPr>
            </a:lvl7pPr>
            <a:lvl8pPr algn="l">
              <a:defRPr sz="1350" b="1">
                <a:solidFill>
                  <a:srgbClr val="38D6C4"/>
                </a:solidFill>
              </a:defRPr>
            </a:lvl8pPr>
            <a:lvl9pPr algn="l">
              <a:defRPr sz="1350" b="1">
                <a:solidFill>
                  <a:srgbClr val="38D6C4"/>
                </a:solidFill>
              </a:defRPr>
            </a:lvl9pPr>
          </a:lstStyle>
          <a:p xmlns:a="http://schemas.openxmlformats.org/drawingml/2006/main">
            <a:pPr algn="l">
              <a:defRPr sz="1350" b="1">
                <a:solidFill>
                  <a:srgbClr val="38D6C4"/>
                </a:solidFill>
              </a:defRPr>
            </a:pPr>
            <a:r>
              <a:rPr sz="1350" b="1">
                <a:solidFill>
                  <a:srgbClr val="38D6C4"/>
                </a:solidFill>
              </a:rPr>
              <a:t>6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70A7906-D6F2-4827-98E0-EA9E78B52C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3686175"/>
            <a:ext cx="2381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650" b="1">
                <a:solidFill>
                  <a:srgbClr val="F2F5F4"/>
                </a:solidFill>
              </a:defRPr>
            </a:defPPr>
            <a:lvl1pPr algn="l">
              <a:defRPr sz="1650" b="1">
                <a:solidFill>
                  <a:srgbClr val="F2F5F4"/>
                </a:solidFill>
              </a:defRPr>
            </a:lvl1pPr>
            <a:lvl2pPr algn="l">
              <a:defRPr sz="1650" b="1">
                <a:solidFill>
                  <a:srgbClr val="F2F5F4"/>
                </a:solidFill>
              </a:defRPr>
            </a:lvl2pPr>
            <a:lvl3pPr algn="l">
              <a:defRPr sz="1650" b="1">
                <a:solidFill>
                  <a:srgbClr val="F2F5F4"/>
                </a:solidFill>
              </a:defRPr>
            </a:lvl3pPr>
            <a:lvl4pPr algn="l">
              <a:defRPr sz="1650" b="1">
                <a:solidFill>
                  <a:srgbClr val="F2F5F4"/>
                </a:solidFill>
              </a:defRPr>
            </a:lvl4pPr>
            <a:lvl5pPr algn="l">
              <a:defRPr sz="1650" b="1">
                <a:solidFill>
                  <a:srgbClr val="F2F5F4"/>
                </a:solidFill>
              </a:defRPr>
            </a:lvl5pPr>
            <a:lvl6pPr algn="l">
              <a:defRPr sz="1650" b="1">
                <a:solidFill>
                  <a:srgbClr val="F2F5F4"/>
                </a:solidFill>
              </a:defRPr>
            </a:lvl6pPr>
            <a:lvl7pPr algn="l">
              <a:defRPr sz="1650" b="1">
                <a:solidFill>
                  <a:srgbClr val="F2F5F4"/>
                </a:solidFill>
              </a:defRPr>
            </a:lvl7pPr>
            <a:lvl8pPr algn="l">
              <a:defRPr sz="1650" b="1">
                <a:solidFill>
                  <a:srgbClr val="F2F5F4"/>
                </a:solidFill>
              </a:defRPr>
            </a:lvl8pPr>
            <a:lvl9pPr algn="l">
              <a:defRPr sz="1650" b="1">
                <a:solidFill>
                  <a:srgbClr val="F2F5F4"/>
                </a:solidFill>
              </a:defRPr>
            </a:lvl9pPr>
          </a:lstStyle>
          <a:p xmlns:a="http://schemas.openxmlformats.org/drawingml/2006/main">
            <a:pPr algn="l">
              <a:defRPr sz="1650" b="1">
                <a:solidFill>
                  <a:srgbClr val="F2F5F4"/>
                </a:solidFill>
              </a:defRPr>
            </a:pPr>
            <a:r>
              <a:rPr sz="1650" b="1">
                <a:solidFill>
                  <a:srgbClr val="F2F5F4"/>
                </a:solidFill>
              </a:rPr>
              <a:t>다음 준비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4E38EFF-C7BE-48E8-8FAE-2A13E0F226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4200525"/>
            <a:ext cx="290512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75" b="0">
                <a:solidFill>
                  <a:srgbClr val="A2AFAC"/>
                </a:solidFill>
              </a:defRPr>
            </a:defPPr>
            <a:lvl1pPr algn="l">
              <a:defRPr sz="1275" b="0">
                <a:solidFill>
                  <a:srgbClr val="A2AFAC"/>
                </a:solidFill>
              </a:defRPr>
            </a:lvl1pPr>
            <a:lvl2pPr algn="l">
              <a:defRPr sz="1275" b="0">
                <a:solidFill>
                  <a:srgbClr val="A2AFAC"/>
                </a:solidFill>
              </a:defRPr>
            </a:lvl2pPr>
            <a:lvl3pPr algn="l">
              <a:defRPr sz="1275" b="0">
                <a:solidFill>
                  <a:srgbClr val="A2AFAC"/>
                </a:solidFill>
              </a:defRPr>
            </a:lvl3pPr>
            <a:lvl4pPr algn="l">
              <a:defRPr sz="1275" b="0">
                <a:solidFill>
                  <a:srgbClr val="A2AFAC"/>
                </a:solidFill>
              </a:defRPr>
            </a:lvl4pPr>
            <a:lvl5pPr algn="l">
              <a:defRPr sz="1275" b="0">
                <a:solidFill>
                  <a:srgbClr val="A2AFAC"/>
                </a:solidFill>
              </a:defRPr>
            </a:lvl5pPr>
            <a:lvl6pPr algn="l">
              <a:defRPr sz="1275" b="0">
                <a:solidFill>
                  <a:srgbClr val="A2AFAC"/>
                </a:solidFill>
              </a:defRPr>
            </a:lvl6pPr>
            <a:lvl7pPr algn="l">
              <a:defRPr sz="1275" b="0">
                <a:solidFill>
                  <a:srgbClr val="A2AFAC"/>
                </a:solidFill>
              </a:defRPr>
            </a:lvl7pPr>
            <a:lvl8pPr algn="l">
              <a:defRPr sz="1275" b="0">
                <a:solidFill>
                  <a:srgbClr val="A2AFAC"/>
                </a:solidFill>
              </a:defRPr>
            </a:lvl8pPr>
            <a:lvl9pPr algn="l">
              <a:defRPr sz="1275" b="0">
                <a:solidFill>
                  <a:srgbClr val="A2AFAC"/>
                </a:solidFill>
              </a:defRPr>
            </a:lvl9pPr>
          </a:lstStyle>
          <a:p xmlns:a="http://schemas.openxmlformats.org/drawingml/2006/main">
            <a:pPr algn="l">
              <a:defRPr sz="1275" b="0">
                <a:solidFill>
                  <a:srgbClr val="A2AFAC"/>
                </a:solidFill>
              </a:defRPr>
            </a:pPr>
            <a:r>
              <a:rPr sz="1275" b="0">
                <a:solidFill>
                  <a:srgbClr val="A2AFAC"/>
                </a:solidFill>
              </a:rPr>
              <a:t>판매·연구·회복·관계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CD1691F-3746-44CF-ACE8-5EA72E8A5C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667375"/>
            <a:ext cx="10763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425" b="1">
                <a:solidFill>
                  <a:srgbClr val="38D6C4"/>
                </a:solidFill>
              </a:defRPr>
            </a:defPPr>
            <a:lvl1pPr algn="ctr">
              <a:defRPr sz="1425" b="1">
                <a:solidFill>
                  <a:srgbClr val="38D6C4"/>
                </a:solidFill>
              </a:defRPr>
            </a:lvl1pPr>
            <a:lvl2pPr algn="ctr">
              <a:defRPr sz="1425" b="1">
                <a:solidFill>
                  <a:srgbClr val="38D6C4"/>
                </a:solidFill>
              </a:defRPr>
            </a:lvl2pPr>
            <a:lvl3pPr algn="ctr">
              <a:defRPr sz="1425" b="1">
                <a:solidFill>
                  <a:srgbClr val="38D6C4"/>
                </a:solidFill>
              </a:defRPr>
            </a:lvl3pPr>
            <a:lvl4pPr algn="ctr">
              <a:defRPr sz="1425" b="1">
                <a:solidFill>
                  <a:srgbClr val="38D6C4"/>
                </a:solidFill>
              </a:defRPr>
            </a:lvl4pPr>
            <a:lvl5pPr algn="ctr">
              <a:defRPr sz="1425" b="1">
                <a:solidFill>
                  <a:srgbClr val="38D6C4"/>
                </a:solidFill>
              </a:defRPr>
            </a:lvl5pPr>
            <a:lvl6pPr algn="ctr">
              <a:defRPr sz="1425" b="1">
                <a:solidFill>
                  <a:srgbClr val="38D6C4"/>
                </a:solidFill>
              </a:defRPr>
            </a:lvl6pPr>
            <a:lvl7pPr algn="ctr">
              <a:defRPr sz="1425" b="1">
                <a:solidFill>
                  <a:srgbClr val="38D6C4"/>
                </a:solidFill>
              </a:defRPr>
            </a:lvl7pPr>
            <a:lvl8pPr algn="ctr">
              <a:defRPr sz="1425" b="1">
                <a:solidFill>
                  <a:srgbClr val="38D6C4"/>
                </a:solidFill>
              </a:defRPr>
            </a:lvl8pPr>
            <a:lvl9pPr algn="ctr">
              <a:defRPr sz="1425" b="1">
                <a:solidFill>
                  <a:srgbClr val="38D6C4"/>
                </a:solidFill>
              </a:defRPr>
            </a:lvl9pPr>
          </a:lstStyle>
          <a:p xmlns:a="http://schemas.openxmlformats.org/drawingml/2006/main">
            <a:pPr algn="ctr">
              <a:defRPr sz="1425" b="1">
                <a:solidFill>
                  <a:srgbClr val="38D6C4"/>
                </a:solidFill>
              </a:defRPr>
            </a:pPr>
            <a:r>
              <a:rPr sz="1425" b="1">
                <a:solidFill>
                  <a:srgbClr val="38D6C4"/>
                </a:solidFill>
              </a:rPr>
              <a:t>다음 탐사의 욕망은 더 좋은 전리품, 더 깊은 공간, 이어지는 관계사에서 나온다.</a:t>
            </a:r>
          </a:p>
        </p:txBody>
      </p:sp>
    </p:spTree>
    <p:extLst>
      <p:ext uri="{BB962C8B-B14F-4D97-AF65-F5344CB8AC3E}">
        <p14:creationId xmlns:p14="http://schemas.microsoft.com/office/powerpoint/2010/main" val="377330473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A0E0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DF3CBA5E-20D0-4904-9871-C17B3AA4C5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333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D6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B6EB014-E3C4-42DE-93A0-7AD0515320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8575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900" b="1">
                <a:solidFill>
                  <a:srgbClr val="38D6C4"/>
                </a:solidFill>
              </a:defRPr>
            </a:defPPr>
            <a:lvl1pPr algn="l">
              <a:defRPr sz="900" b="1">
                <a:solidFill>
                  <a:srgbClr val="38D6C4"/>
                </a:solidFill>
              </a:defRPr>
            </a:lvl1pPr>
            <a:lvl2pPr algn="l">
              <a:defRPr sz="900" b="1">
                <a:solidFill>
                  <a:srgbClr val="38D6C4"/>
                </a:solidFill>
              </a:defRPr>
            </a:lvl2pPr>
            <a:lvl3pPr algn="l">
              <a:defRPr sz="900" b="1">
                <a:solidFill>
                  <a:srgbClr val="38D6C4"/>
                </a:solidFill>
              </a:defRPr>
            </a:lvl3pPr>
            <a:lvl4pPr algn="l">
              <a:defRPr sz="900" b="1">
                <a:solidFill>
                  <a:srgbClr val="38D6C4"/>
                </a:solidFill>
              </a:defRPr>
            </a:lvl4pPr>
            <a:lvl5pPr algn="l">
              <a:defRPr sz="900" b="1">
                <a:solidFill>
                  <a:srgbClr val="38D6C4"/>
                </a:solidFill>
              </a:defRPr>
            </a:lvl5pPr>
            <a:lvl6pPr algn="l">
              <a:defRPr sz="900" b="1">
                <a:solidFill>
                  <a:srgbClr val="38D6C4"/>
                </a:solidFill>
              </a:defRPr>
            </a:lvl6pPr>
            <a:lvl7pPr algn="l">
              <a:defRPr sz="900" b="1">
                <a:solidFill>
                  <a:srgbClr val="38D6C4"/>
                </a:solidFill>
              </a:defRPr>
            </a:lvl7pPr>
            <a:lvl8pPr algn="l">
              <a:defRPr sz="900" b="1">
                <a:solidFill>
                  <a:srgbClr val="38D6C4"/>
                </a:solidFill>
              </a:defRPr>
            </a:lvl8pPr>
            <a:lvl9pPr algn="l">
              <a:defRPr sz="900" b="1">
                <a:solidFill>
                  <a:srgbClr val="38D6C4"/>
                </a:solidFill>
              </a:defRPr>
            </a:lvl9pPr>
          </a:lstStyle>
          <a:p xmlns:a="http://schemas.openxmlformats.org/drawingml/2006/main">
            <a:pPr algn="l">
              <a:defRPr sz="900" b="1">
                <a:solidFill>
                  <a:srgbClr val="38D6C4"/>
                </a:solidFill>
              </a:defRPr>
            </a:pPr>
            <a:r>
              <a:rPr sz="900" b="1">
                <a:solidFill>
                  <a:srgbClr val="38D6C4"/>
                </a:solidFill>
              </a:rPr>
              <a:t>EXPEDITION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FF130F0-E644-4FE9-8284-40D78D765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71500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550" b="1">
                <a:solidFill>
                  <a:srgbClr val="F2F5F4"/>
                </a:solidFill>
              </a:defRPr>
            </a:defPPr>
            <a:lvl1pPr algn="l">
              <a:defRPr sz="2550" b="1">
                <a:solidFill>
                  <a:srgbClr val="F2F5F4"/>
                </a:solidFill>
              </a:defRPr>
            </a:lvl1pPr>
            <a:lvl2pPr algn="l">
              <a:defRPr sz="2550" b="1">
                <a:solidFill>
                  <a:srgbClr val="F2F5F4"/>
                </a:solidFill>
              </a:defRPr>
            </a:lvl2pPr>
            <a:lvl3pPr algn="l">
              <a:defRPr sz="2550" b="1">
                <a:solidFill>
                  <a:srgbClr val="F2F5F4"/>
                </a:solidFill>
              </a:defRPr>
            </a:lvl3pPr>
            <a:lvl4pPr algn="l">
              <a:defRPr sz="2550" b="1">
                <a:solidFill>
                  <a:srgbClr val="F2F5F4"/>
                </a:solidFill>
              </a:defRPr>
            </a:lvl4pPr>
            <a:lvl5pPr algn="l">
              <a:defRPr sz="2550" b="1">
                <a:solidFill>
                  <a:srgbClr val="F2F5F4"/>
                </a:solidFill>
              </a:defRPr>
            </a:lvl5pPr>
            <a:lvl6pPr algn="l">
              <a:defRPr sz="2550" b="1">
                <a:solidFill>
                  <a:srgbClr val="F2F5F4"/>
                </a:solidFill>
              </a:defRPr>
            </a:lvl6pPr>
            <a:lvl7pPr algn="l">
              <a:defRPr sz="2550" b="1">
                <a:solidFill>
                  <a:srgbClr val="F2F5F4"/>
                </a:solidFill>
              </a:defRPr>
            </a:lvl7pPr>
            <a:lvl8pPr algn="l">
              <a:defRPr sz="2550" b="1">
                <a:solidFill>
                  <a:srgbClr val="F2F5F4"/>
                </a:solidFill>
              </a:defRPr>
            </a:lvl8pPr>
            <a:lvl9pPr algn="l">
              <a:defRPr sz="2550" b="1">
                <a:solidFill>
                  <a:srgbClr val="F2F5F4"/>
                </a:solidFill>
              </a:defRPr>
            </a:lvl9pPr>
          </a:lstStyle>
          <a:p xmlns:a="http://schemas.openxmlformats.org/drawingml/2006/main">
            <a:pPr algn="l">
              <a:defRPr sz="2550" b="1">
                <a:solidFill>
                  <a:srgbClr val="F2F5F4"/>
                </a:solidFill>
              </a:defRPr>
            </a:pPr>
            <a:r>
              <a:rPr sz="2550" b="1">
                <a:solidFill>
                  <a:srgbClr val="F2F5F4"/>
                </a:solidFill>
              </a:rPr>
              <a:t>탐사 깊이와 인원 선택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FC333CE-C622-4024-B333-6CE0A6A250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200150"/>
            <a:ext cx="11201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383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3DF23B4-5C5E-4AAC-8262-048DB2C321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28575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900" b="1">
                <a:solidFill>
                  <a:srgbClr val="A2AFAC"/>
                </a:solidFill>
              </a:defRPr>
            </a:defPPr>
            <a:lvl1pPr algn="r">
              <a:defRPr sz="900" b="1">
                <a:solidFill>
                  <a:srgbClr val="A2AFAC"/>
                </a:solidFill>
              </a:defRPr>
            </a:lvl1pPr>
            <a:lvl2pPr algn="r">
              <a:defRPr sz="900" b="1">
                <a:solidFill>
                  <a:srgbClr val="A2AFAC"/>
                </a:solidFill>
              </a:defRPr>
            </a:lvl2pPr>
            <a:lvl3pPr algn="r">
              <a:defRPr sz="900" b="1">
                <a:solidFill>
                  <a:srgbClr val="A2AFAC"/>
                </a:solidFill>
              </a:defRPr>
            </a:lvl3pPr>
            <a:lvl4pPr algn="r">
              <a:defRPr sz="900" b="1">
                <a:solidFill>
                  <a:srgbClr val="A2AFAC"/>
                </a:solidFill>
              </a:defRPr>
            </a:lvl4pPr>
            <a:lvl5pPr algn="r">
              <a:defRPr sz="900" b="1">
                <a:solidFill>
                  <a:srgbClr val="A2AFAC"/>
                </a:solidFill>
              </a:defRPr>
            </a:lvl5pPr>
            <a:lvl6pPr algn="r">
              <a:defRPr sz="900" b="1">
                <a:solidFill>
                  <a:srgbClr val="A2AFAC"/>
                </a:solidFill>
              </a:defRPr>
            </a:lvl6pPr>
            <a:lvl7pPr algn="r">
              <a:defRPr sz="900" b="1">
                <a:solidFill>
                  <a:srgbClr val="A2AFAC"/>
                </a:solidFill>
              </a:defRPr>
            </a:lvl7pPr>
            <a:lvl8pPr algn="r">
              <a:defRPr sz="900" b="1">
                <a:solidFill>
                  <a:srgbClr val="A2AFAC"/>
                </a:solidFill>
              </a:defRPr>
            </a:lvl8pPr>
            <a:lvl9pPr algn="r">
              <a:defRPr sz="900" b="1">
                <a:solidFill>
                  <a:srgbClr val="A2AFAC"/>
                </a:solidFill>
              </a:defRPr>
            </a:lvl9pPr>
          </a:lstStyle>
          <a:p xmlns:a="http://schemas.openxmlformats.org/drawingml/2006/main">
            <a:pPr algn="r">
              <a:defRPr sz="900" b="1">
                <a:solidFill>
                  <a:srgbClr val="A2AFAC"/>
                </a:solidFill>
              </a:defRPr>
            </a:pPr>
            <a:r>
              <a:rPr sz="900" b="1">
                <a:solidFill>
                  <a:srgbClr val="A2AFAC"/>
                </a:solidFill>
              </a:rPr>
              <a:t>06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611C51F-3698-463C-A211-1465922778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66850"/>
            <a:ext cx="1047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00" b="1">
                <a:solidFill>
                  <a:srgbClr val="38D6C4"/>
                </a:solidFill>
              </a:defRPr>
            </a:defPPr>
            <a:lvl1pPr algn="l">
              <a:defRPr sz="1500" b="1">
                <a:solidFill>
                  <a:srgbClr val="38D6C4"/>
                </a:solidFill>
              </a:defRPr>
            </a:lvl1pPr>
            <a:lvl2pPr algn="l">
              <a:defRPr sz="1500" b="1">
                <a:solidFill>
                  <a:srgbClr val="38D6C4"/>
                </a:solidFill>
              </a:defRPr>
            </a:lvl2pPr>
            <a:lvl3pPr algn="l">
              <a:defRPr sz="1500" b="1">
                <a:solidFill>
                  <a:srgbClr val="38D6C4"/>
                </a:solidFill>
              </a:defRPr>
            </a:lvl3pPr>
            <a:lvl4pPr algn="l">
              <a:defRPr sz="1500" b="1">
                <a:solidFill>
                  <a:srgbClr val="38D6C4"/>
                </a:solidFill>
              </a:defRPr>
            </a:lvl4pPr>
            <a:lvl5pPr algn="l">
              <a:defRPr sz="1500" b="1">
                <a:solidFill>
                  <a:srgbClr val="38D6C4"/>
                </a:solidFill>
              </a:defRPr>
            </a:lvl5pPr>
            <a:lvl6pPr algn="l">
              <a:defRPr sz="1500" b="1">
                <a:solidFill>
                  <a:srgbClr val="38D6C4"/>
                </a:solidFill>
              </a:defRPr>
            </a:lvl6pPr>
            <a:lvl7pPr algn="l">
              <a:defRPr sz="1500" b="1">
                <a:solidFill>
                  <a:srgbClr val="38D6C4"/>
                </a:solidFill>
              </a:defRPr>
            </a:lvl7pPr>
            <a:lvl8pPr algn="l">
              <a:defRPr sz="1500" b="1">
                <a:solidFill>
                  <a:srgbClr val="38D6C4"/>
                </a:solidFill>
              </a:defRPr>
            </a:lvl8pPr>
            <a:lvl9pPr algn="l">
              <a:defRPr sz="1500" b="1">
                <a:solidFill>
                  <a:srgbClr val="38D6C4"/>
                </a:solidFill>
              </a:defRPr>
            </a:lvl9pPr>
          </a:lstStyle>
          <a:p xmlns:a="http://schemas.openxmlformats.org/drawingml/2006/main">
            <a:pPr algn="l">
              <a:defRPr sz="1500" b="1">
                <a:solidFill>
                  <a:srgbClr val="38D6C4"/>
                </a:solidFill>
              </a:defRPr>
            </a:pPr>
            <a:r>
              <a:rPr sz="1500" b="1">
                <a:solidFill>
                  <a:srgbClr val="38D6C4"/>
                </a:solidFill>
              </a:rPr>
              <a:t>1인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C20A44B-30C1-46F9-8782-29AA498DCB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1466850"/>
            <a:ext cx="3905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350" b="0">
                <a:solidFill>
                  <a:srgbClr val="F2F5F4"/>
                </a:solidFill>
              </a:defRPr>
            </a:defPPr>
            <a:lvl1pPr algn="l">
              <a:defRPr sz="1350" b="0">
                <a:solidFill>
                  <a:srgbClr val="F2F5F4"/>
                </a:solidFill>
              </a:defRPr>
            </a:lvl1pPr>
            <a:lvl2pPr algn="l">
              <a:defRPr sz="1350" b="0">
                <a:solidFill>
                  <a:srgbClr val="F2F5F4"/>
                </a:solidFill>
              </a:defRPr>
            </a:lvl2pPr>
            <a:lvl3pPr algn="l">
              <a:defRPr sz="1350" b="0">
                <a:solidFill>
                  <a:srgbClr val="F2F5F4"/>
                </a:solidFill>
              </a:defRPr>
            </a:lvl3pPr>
            <a:lvl4pPr algn="l">
              <a:defRPr sz="1350" b="0">
                <a:solidFill>
                  <a:srgbClr val="F2F5F4"/>
                </a:solidFill>
              </a:defRPr>
            </a:lvl4pPr>
            <a:lvl5pPr algn="l">
              <a:defRPr sz="1350" b="0">
                <a:solidFill>
                  <a:srgbClr val="F2F5F4"/>
                </a:solidFill>
              </a:defRPr>
            </a:lvl5pPr>
            <a:lvl6pPr algn="l">
              <a:defRPr sz="1350" b="0">
                <a:solidFill>
                  <a:srgbClr val="F2F5F4"/>
                </a:solidFill>
              </a:defRPr>
            </a:lvl6pPr>
            <a:lvl7pPr algn="l">
              <a:defRPr sz="1350" b="0">
                <a:solidFill>
                  <a:srgbClr val="F2F5F4"/>
                </a:solidFill>
              </a:defRPr>
            </a:lvl7pPr>
            <a:lvl8pPr algn="l">
              <a:defRPr sz="1350" b="0">
                <a:solidFill>
                  <a:srgbClr val="F2F5F4"/>
                </a:solidFill>
              </a:defRPr>
            </a:lvl8pPr>
            <a:lvl9pPr algn="l">
              <a:defRPr sz="1350" b="0">
                <a:solidFill>
                  <a:srgbClr val="F2F5F4"/>
                </a:solidFill>
              </a:defRPr>
            </a:lvl9pPr>
          </a:lstStyle>
          <a:p xmlns:a="http://schemas.openxmlformats.org/drawingml/2006/main">
            <a:pPr algn="l">
              <a:defRPr sz="1350" b="0">
                <a:solidFill>
                  <a:srgbClr val="F2F5F4"/>
                </a:solidFill>
              </a:defRPr>
            </a:pPr>
            <a:r>
              <a:rPr sz="1350" b="0">
                <a:solidFill>
                  <a:srgbClr val="F2F5F4"/>
                </a:solidFill>
              </a:rPr>
              <a:t>은밀함과 보상 독점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FDA8B52-27A6-4BC1-BA4F-07D1BEB719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1466850"/>
            <a:ext cx="5334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350" b="0">
                <a:solidFill>
                  <a:srgbClr val="A2AFAC"/>
                </a:solidFill>
              </a:defRPr>
            </a:defPPr>
            <a:lvl1pPr algn="l">
              <a:defRPr sz="1350" b="0">
                <a:solidFill>
                  <a:srgbClr val="A2AFAC"/>
                </a:solidFill>
              </a:defRPr>
            </a:lvl1pPr>
            <a:lvl2pPr algn="l">
              <a:defRPr sz="1350" b="0">
                <a:solidFill>
                  <a:srgbClr val="A2AFAC"/>
                </a:solidFill>
              </a:defRPr>
            </a:lvl2pPr>
            <a:lvl3pPr algn="l">
              <a:defRPr sz="1350" b="0">
                <a:solidFill>
                  <a:srgbClr val="A2AFAC"/>
                </a:solidFill>
              </a:defRPr>
            </a:lvl3pPr>
            <a:lvl4pPr algn="l">
              <a:defRPr sz="1350" b="0">
                <a:solidFill>
                  <a:srgbClr val="A2AFAC"/>
                </a:solidFill>
              </a:defRPr>
            </a:lvl4pPr>
            <a:lvl5pPr algn="l">
              <a:defRPr sz="1350" b="0">
                <a:solidFill>
                  <a:srgbClr val="A2AFAC"/>
                </a:solidFill>
              </a:defRPr>
            </a:lvl5pPr>
            <a:lvl6pPr algn="l">
              <a:defRPr sz="1350" b="0">
                <a:solidFill>
                  <a:srgbClr val="A2AFAC"/>
                </a:solidFill>
              </a:defRPr>
            </a:lvl6pPr>
            <a:lvl7pPr algn="l">
              <a:defRPr sz="1350" b="0">
                <a:solidFill>
                  <a:srgbClr val="A2AFAC"/>
                </a:solidFill>
              </a:defRPr>
            </a:lvl7pPr>
            <a:lvl8pPr algn="l">
              <a:defRPr sz="1350" b="0">
                <a:solidFill>
                  <a:srgbClr val="A2AFAC"/>
                </a:solidFill>
              </a:defRPr>
            </a:lvl8pPr>
            <a:lvl9pPr algn="l">
              <a:defRPr sz="1350" b="0">
                <a:solidFill>
                  <a:srgbClr val="A2AFAC"/>
                </a:solidFill>
              </a:defRPr>
            </a:lvl9pPr>
          </a:lstStyle>
          <a:p xmlns:a="http://schemas.openxmlformats.org/drawingml/2006/main">
            <a:pPr algn="l">
              <a:defRPr sz="1350" b="0">
                <a:solidFill>
                  <a:srgbClr val="A2AFAC"/>
                </a:solidFill>
              </a:defRPr>
            </a:pPr>
            <a:r>
              <a:rPr sz="1350" b="0">
                <a:solidFill>
                  <a:srgbClr val="A2AFAC"/>
                </a:solidFill>
              </a:rPr>
              <a:t>구조 불가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57EE996-017A-4E69-BC1A-DD7FD9869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8120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383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CED4088-2B94-4381-83FC-8725EE5523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133600"/>
            <a:ext cx="1047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00" b="1">
                <a:solidFill>
                  <a:srgbClr val="38D6C4"/>
                </a:solidFill>
              </a:defRPr>
            </a:defPPr>
            <a:lvl1pPr algn="l">
              <a:defRPr sz="1500" b="1">
                <a:solidFill>
                  <a:srgbClr val="38D6C4"/>
                </a:solidFill>
              </a:defRPr>
            </a:lvl1pPr>
            <a:lvl2pPr algn="l">
              <a:defRPr sz="1500" b="1">
                <a:solidFill>
                  <a:srgbClr val="38D6C4"/>
                </a:solidFill>
              </a:defRPr>
            </a:lvl2pPr>
            <a:lvl3pPr algn="l">
              <a:defRPr sz="1500" b="1">
                <a:solidFill>
                  <a:srgbClr val="38D6C4"/>
                </a:solidFill>
              </a:defRPr>
            </a:lvl3pPr>
            <a:lvl4pPr algn="l">
              <a:defRPr sz="1500" b="1">
                <a:solidFill>
                  <a:srgbClr val="38D6C4"/>
                </a:solidFill>
              </a:defRPr>
            </a:lvl4pPr>
            <a:lvl5pPr algn="l">
              <a:defRPr sz="1500" b="1">
                <a:solidFill>
                  <a:srgbClr val="38D6C4"/>
                </a:solidFill>
              </a:defRPr>
            </a:lvl5pPr>
            <a:lvl6pPr algn="l">
              <a:defRPr sz="1500" b="1">
                <a:solidFill>
                  <a:srgbClr val="38D6C4"/>
                </a:solidFill>
              </a:defRPr>
            </a:lvl6pPr>
            <a:lvl7pPr algn="l">
              <a:defRPr sz="1500" b="1">
                <a:solidFill>
                  <a:srgbClr val="38D6C4"/>
                </a:solidFill>
              </a:defRPr>
            </a:lvl7pPr>
            <a:lvl8pPr algn="l">
              <a:defRPr sz="1500" b="1">
                <a:solidFill>
                  <a:srgbClr val="38D6C4"/>
                </a:solidFill>
              </a:defRPr>
            </a:lvl8pPr>
            <a:lvl9pPr algn="l">
              <a:defRPr sz="1500" b="1">
                <a:solidFill>
                  <a:srgbClr val="38D6C4"/>
                </a:solidFill>
              </a:defRPr>
            </a:lvl9pPr>
          </a:lstStyle>
          <a:p xmlns:a="http://schemas.openxmlformats.org/drawingml/2006/main">
            <a:pPr algn="l">
              <a:defRPr sz="1500" b="1">
                <a:solidFill>
                  <a:srgbClr val="38D6C4"/>
                </a:solidFill>
              </a:defRPr>
            </a:pPr>
            <a:r>
              <a:rPr sz="1500" b="1">
                <a:solidFill>
                  <a:srgbClr val="38D6C4"/>
                </a:solidFill>
              </a:rPr>
              <a:t>2인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4B52FC6-08CD-40CD-A693-7D602BB01B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2133600"/>
            <a:ext cx="3905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350" b="0">
                <a:solidFill>
                  <a:srgbClr val="F2F5F4"/>
                </a:solidFill>
              </a:defRPr>
            </a:defPPr>
            <a:lvl1pPr algn="l">
              <a:defRPr sz="1350" b="0">
                <a:solidFill>
                  <a:srgbClr val="F2F5F4"/>
                </a:solidFill>
              </a:defRPr>
            </a:lvl1pPr>
            <a:lvl2pPr algn="l">
              <a:defRPr sz="1350" b="0">
                <a:solidFill>
                  <a:srgbClr val="F2F5F4"/>
                </a:solidFill>
              </a:defRPr>
            </a:lvl2pPr>
            <a:lvl3pPr algn="l">
              <a:defRPr sz="1350" b="0">
                <a:solidFill>
                  <a:srgbClr val="F2F5F4"/>
                </a:solidFill>
              </a:defRPr>
            </a:lvl3pPr>
            <a:lvl4pPr algn="l">
              <a:defRPr sz="1350" b="0">
                <a:solidFill>
                  <a:srgbClr val="F2F5F4"/>
                </a:solidFill>
              </a:defRPr>
            </a:lvl4pPr>
            <a:lvl5pPr algn="l">
              <a:defRPr sz="1350" b="0">
                <a:solidFill>
                  <a:srgbClr val="F2F5F4"/>
                </a:solidFill>
              </a:defRPr>
            </a:lvl5pPr>
            <a:lvl6pPr algn="l">
              <a:defRPr sz="1350" b="0">
                <a:solidFill>
                  <a:srgbClr val="F2F5F4"/>
                </a:solidFill>
              </a:defRPr>
            </a:lvl6pPr>
            <a:lvl7pPr algn="l">
              <a:defRPr sz="1350" b="0">
                <a:solidFill>
                  <a:srgbClr val="F2F5F4"/>
                </a:solidFill>
              </a:defRPr>
            </a:lvl7pPr>
            <a:lvl8pPr algn="l">
              <a:defRPr sz="1350" b="0">
                <a:solidFill>
                  <a:srgbClr val="F2F5F4"/>
                </a:solidFill>
              </a:defRPr>
            </a:lvl8pPr>
            <a:lvl9pPr algn="l">
              <a:defRPr sz="1350" b="0">
                <a:solidFill>
                  <a:srgbClr val="F2F5F4"/>
                </a:solidFill>
              </a:defRPr>
            </a:lvl9pPr>
          </a:lstStyle>
          <a:p xmlns:a="http://schemas.openxmlformats.org/drawingml/2006/main">
            <a:pPr algn="l">
              <a:defRPr sz="1350" b="0">
                <a:solidFill>
                  <a:srgbClr val="F2F5F4"/>
                </a:solidFill>
              </a:defRPr>
            </a:pPr>
            <a:r>
              <a:rPr sz="1350" b="0">
                <a:solidFill>
                  <a:srgbClr val="F2F5F4"/>
                </a:solidFill>
              </a:rPr>
              <a:t>선명한 관계와 상호 구조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B0578AB-6DAF-4A51-A6FF-331AF13FBE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2133600"/>
            <a:ext cx="5334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350" b="0">
                <a:solidFill>
                  <a:srgbClr val="A2AFAC"/>
                </a:solidFill>
              </a:defRPr>
            </a:defPPr>
            <a:lvl1pPr algn="l">
              <a:defRPr sz="1350" b="0">
                <a:solidFill>
                  <a:srgbClr val="A2AFAC"/>
                </a:solidFill>
              </a:defRPr>
            </a:lvl1pPr>
            <a:lvl2pPr algn="l">
              <a:defRPr sz="1350" b="0">
                <a:solidFill>
                  <a:srgbClr val="A2AFAC"/>
                </a:solidFill>
              </a:defRPr>
            </a:lvl2pPr>
            <a:lvl3pPr algn="l">
              <a:defRPr sz="1350" b="0">
                <a:solidFill>
                  <a:srgbClr val="A2AFAC"/>
                </a:solidFill>
              </a:defRPr>
            </a:lvl3pPr>
            <a:lvl4pPr algn="l">
              <a:defRPr sz="1350" b="0">
                <a:solidFill>
                  <a:srgbClr val="A2AFAC"/>
                </a:solidFill>
              </a:defRPr>
            </a:lvl4pPr>
            <a:lvl5pPr algn="l">
              <a:defRPr sz="1350" b="0">
                <a:solidFill>
                  <a:srgbClr val="A2AFAC"/>
                </a:solidFill>
              </a:defRPr>
            </a:lvl5pPr>
            <a:lvl6pPr algn="l">
              <a:defRPr sz="1350" b="0">
                <a:solidFill>
                  <a:srgbClr val="A2AFAC"/>
                </a:solidFill>
              </a:defRPr>
            </a:lvl6pPr>
            <a:lvl7pPr algn="l">
              <a:defRPr sz="1350" b="0">
                <a:solidFill>
                  <a:srgbClr val="A2AFAC"/>
                </a:solidFill>
              </a:defRPr>
            </a:lvl7pPr>
            <a:lvl8pPr algn="l">
              <a:defRPr sz="1350" b="0">
                <a:solidFill>
                  <a:srgbClr val="A2AFAC"/>
                </a:solidFill>
              </a:defRPr>
            </a:lvl8pPr>
            <a:lvl9pPr algn="l">
              <a:defRPr sz="1350" b="0">
                <a:solidFill>
                  <a:srgbClr val="A2AFAC"/>
                </a:solidFill>
              </a:defRPr>
            </a:lvl9pPr>
          </a:lstStyle>
          <a:p xmlns:a="http://schemas.openxmlformats.org/drawingml/2006/main">
            <a:pPr algn="l">
              <a:defRPr sz="1350" b="0">
                <a:solidFill>
                  <a:srgbClr val="A2AFAC"/>
                </a:solidFill>
              </a:defRPr>
            </a:pPr>
            <a:r>
              <a:rPr sz="1350" b="0">
                <a:solidFill>
                  <a:srgbClr val="A2AFAC"/>
                </a:solidFill>
              </a:rPr>
              <a:t>한 명의 실패가 치명적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4B39D18-2FF1-43E8-9E2C-2B5D4E7824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6479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383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1DAE60A-F57B-4541-B3F0-DDD0A30B94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800350"/>
            <a:ext cx="1047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00" b="1">
                <a:solidFill>
                  <a:srgbClr val="38D6C4"/>
                </a:solidFill>
              </a:defRPr>
            </a:defPPr>
            <a:lvl1pPr algn="l">
              <a:defRPr sz="1500" b="1">
                <a:solidFill>
                  <a:srgbClr val="38D6C4"/>
                </a:solidFill>
              </a:defRPr>
            </a:lvl1pPr>
            <a:lvl2pPr algn="l">
              <a:defRPr sz="1500" b="1">
                <a:solidFill>
                  <a:srgbClr val="38D6C4"/>
                </a:solidFill>
              </a:defRPr>
            </a:lvl2pPr>
            <a:lvl3pPr algn="l">
              <a:defRPr sz="1500" b="1">
                <a:solidFill>
                  <a:srgbClr val="38D6C4"/>
                </a:solidFill>
              </a:defRPr>
            </a:lvl3pPr>
            <a:lvl4pPr algn="l">
              <a:defRPr sz="1500" b="1">
                <a:solidFill>
                  <a:srgbClr val="38D6C4"/>
                </a:solidFill>
              </a:defRPr>
            </a:lvl4pPr>
            <a:lvl5pPr algn="l">
              <a:defRPr sz="1500" b="1">
                <a:solidFill>
                  <a:srgbClr val="38D6C4"/>
                </a:solidFill>
              </a:defRPr>
            </a:lvl5pPr>
            <a:lvl6pPr algn="l">
              <a:defRPr sz="1500" b="1">
                <a:solidFill>
                  <a:srgbClr val="38D6C4"/>
                </a:solidFill>
              </a:defRPr>
            </a:lvl6pPr>
            <a:lvl7pPr algn="l">
              <a:defRPr sz="1500" b="1">
                <a:solidFill>
                  <a:srgbClr val="38D6C4"/>
                </a:solidFill>
              </a:defRPr>
            </a:lvl7pPr>
            <a:lvl8pPr algn="l">
              <a:defRPr sz="1500" b="1">
                <a:solidFill>
                  <a:srgbClr val="38D6C4"/>
                </a:solidFill>
              </a:defRPr>
            </a:lvl8pPr>
            <a:lvl9pPr algn="l">
              <a:defRPr sz="1500" b="1">
                <a:solidFill>
                  <a:srgbClr val="38D6C4"/>
                </a:solidFill>
              </a:defRPr>
            </a:lvl9pPr>
          </a:lstStyle>
          <a:p xmlns:a="http://schemas.openxmlformats.org/drawingml/2006/main">
            <a:pPr algn="l">
              <a:defRPr sz="1500" b="1">
                <a:solidFill>
                  <a:srgbClr val="38D6C4"/>
                </a:solidFill>
              </a:defRPr>
            </a:pPr>
            <a:r>
              <a:rPr sz="1500" b="1">
                <a:solidFill>
                  <a:srgbClr val="38D6C4"/>
                </a:solidFill>
              </a:rPr>
              <a:t>3인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D328AD0-42AD-4ACF-8B71-0194587F89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2800350"/>
            <a:ext cx="3905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350" b="0">
                <a:solidFill>
                  <a:srgbClr val="F2F5F4"/>
                </a:solidFill>
              </a:defRPr>
            </a:defPPr>
            <a:lvl1pPr algn="l">
              <a:defRPr sz="1350" b="0">
                <a:solidFill>
                  <a:srgbClr val="F2F5F4"/>
                </a:solidFill>
              </a:defRPr>
            </a:lvl1pPr>
            <a:lvl2pPr algn="l">
              <a:defRPr sz="1350" b="0">
                <a:solidFill>
                  <a:srgbClr val="F2F5F4"/>
                </a:solidFill>
              </a:defRPr>
            </a:lvl2pPr>
            <a:lvl3pPr algn="l">
              <a:defRPr sz="1350" b="0">
                <a:solidFill>
                  <a:srgbClr val="F2F5F4"/>
                </a:solidFill>
              </a:defRPr>
            </a:lvl3pPr>
            <a:lvl4pPr algn="l">
              <a:defRPr sz="1350" b="0">
                <a:solidFill>
                  <a:srgbClr val="F2F5F4"/>
                </a:solidFill>
              </a:defRPr>
            </a:lvl4pPr>
            <a:lvl5pPr algn="l">
              <a:defRPr sz="1350" b="0">
                <a:solidFill>
                  <a:srgbClr val="F2F5F4"/>
                </a:solidFill>
              </a:defRPr>
            </a:lvl5pPr>
            <a:lvl6pPr algn="l">
              <a:defRPr sz="1350" b="0">
                <a:solidFill>
                  <a:srgbClr val="F2F5F4"/>
                </a:solidFill>
              </a:defRPr>
            </a:lvl6pPr>
            <a:lvl7pPr algn="l">
              <a:defRPr sz="1350" b="0">
                <a:solidFill>
                  <a:srgbClr val="F2F5F4"/>
                </a:solidFill>
              </a:defRPr>
            </a:lvl7pPr>
            <a:lvl8pPr algn="l">
              <a:defRPr sz="1350" b="0">
                <a:solidFill>
                  <a:srgbClr val="F2F5F4"/>
                </a:solidFill>
              </a:defRPr>
            </a:lvl8pPr>
            <a:lvl9pPr algn="l">
              <a:defRPr sz="1350" b="0">
                <a:solidFill>
                  <a:srgbClr val="F2F5F4"/>
                </a:solidFill>
              </a:defRPr>
            </a:lvl9pPr>
          </a:lstStyle>
          <a:p xmlns:a="http://schemas.openxmlformats.org/drawingml/2006/main">
            <a:pPr algn="l">
              <a:defRPr sz="1350" b="0">
                <a:solidFill>
                  <a:srgbClr val="F2F5F4"/>
                </a:solidFill>
              </a:defRPr>
            </a:pPr>
            <a:r>
              <a:rPr sz="1350" b="0">
                <a:solidFill>
                  <a:srgbClr val="F2F5F4"/>
                </a:solidFill>
              </a:rPr>
              <a:t>안정적인 역할 조합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F6ED6EB-1FD4-474F-A500-9CF6BD8A2D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2800350"/>
            <a:ext cx="5334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350" b="0">
                <a:solidFill>
                  <a:srgbClr val="A2AFAC"/>
                </a:solidFill>
              </a:defRPr>
            </a:defPPr>
            <a:lvl1pPr algn="l">
              <a:defRPr sz="1350" b="0">
                <a:solidFill>
                  <a:srgbClr val="A2AFAC"/>
                </a:solidFill>
              </a:defRPr>
            </a:lvl1pPr>
            <a:lvl2pPr algn="l">
              <a:defRPr sz="1350" b="0">
                <a:solidFill>
                  <a:srgbClr val="A2AFAC"/>
                </a:solidFill>
              </a:defRPr>
            </a:lvl2pPr>
            <a:lvl3pPr algn="l">
              <a:defRPr sz="1350" b="0">
                <a:solidFill>
                  <a:srgbClr val="A2AFAC"/>
                </a:solidFill>
              </a:defRPr>
            </a:lvl3pPr>
            <a:lvl4pPr algn="l">
              <a:defRPr sz="1350" b="0">
                <a:solidFill>
                  <a:srgbClr val="A2AFAC"/>
                </a:solidFill>
              </a:defRPr>
            </a:lvl4pPr>
            <a:lvl5pPr algn="l">
              <a:defRPr sz="1350" b="0">
                <a:solidFill>
                  <a:srgbClr val="A2AFAC"/>
                </a:solidFill>
              </a:defRPr>
            </a:lvl5pPr>
            <a:lvl6pPr algn="l">
              <a:defRPr sz="1350" b="0">
                <a:solidFill>
                  <a:srgbClr val="A2AFAC"/>
                </a:solidFill>
              </a:defRPr>
            </a:lvl6pPr>
            <a:lvl7pPr algn="l">
              <a:defRPr sz="1350" b="0">
                <a:solidFill>
                  <a:srgbClr val="A2AFAC"/>
                </a:solidFill>
              </a:defRPr>
            </a:lvl7pPr>
            <a:lvl8pPr algn="l">
              <a:defRPr sz="1350" b="0">
                <a:solidFill>
                  <a:srgbClr val="A2AFAC"/>
                </a:solidFill>
              </a:defRPr>
            </a:lvl8pPr>
            <a:lvl9pPr algn="l">
              <a:defRPr sz="1350" b="0">
                <a:solidFill>
                  <a:srgbClr val="A2AFAC"/>
                </a:solidFill>
              </a:defRPr>
            </a:lvl9pPr>
          </a:lstStyle>
          <a:p xmlns:a="http://schemas.openxmlformats.org/drawingml/2006/main">
            <a:pPr algn="l">
              <a:defRPr sz="1350" b="0">
                <a:solidFill>
                  <a:srgbClr val="A2AFAC"/>
                </a:solidFill>
              </a:defRPr>
            </a:pPr>
            <a:r>
              <a:rPr sz="1350" b="0">
                <a:solidFill>
                  <a:srgbClr val="A2AFAC"/>
                </a:solidFill>
              </a:rPr>
              <a:t>전문 능력 공백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662BC06-0CCB-4768-BCF8-460326712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31470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383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346B636-1DB9-4760-9926-DA5349B652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467100"/>
            <a:ext cx="1047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00" b="1">
                <a:solidFill>
                  <a:srgbClr val="38D6C4"/>
                </a:solidFill>
              </a:defRPr>
            </a:defPPr>
            <a:lvl1pPr algn="l">
              <a:defRPr sz="1500" b="1">
                <a:solidFill>
                  <a:srgbClr val="38D6C4"/>
                </a:solidFill>
              </a:defRPr>
            </a:lvl1pPr>
            <a:lvl2pPr algn="l">
              <a:defRPr sz="1500" b="1">
                <a:solidFill>
                  <a:srgbClr val="38D6C4"/>
                </a:solidFill>
              </a:defRPr>
            </a:lvl2pPr>
            <a:lvl3pPr algn="l">
              <a:defRPr sz="1500" b="1">
                <a:solidFill>
                  <a:srgbClr val="38D6C4"/>
                </a:solidFill>
              </a:defRPr>
            </a:lvl3pPr>
            <a:lvl4pPr algn="l">
              <a:defRPr sz="1500" b="1">
                <a:solidFill>
                  <a:srgbClr val="38D6C4"/>
                </a:solidFill>
              </a:defRPr>
            </a:lvl4pPr>
            <a:lvl5pPr algn="l">
              <a:defRPr sz="1500" b="1">
                <a:solidFill>
                  <a:srgbClr val="38D6C4"/>
                </a:solidFill>
              </a:defRPr>
            </a:lvl5pPr>
            <a:lvl6pPr algn="l">
              <a:defRPr sz="1500" b="1">
                <a:solidFill>
                  <a:srgbClr val="38D6C4"/>
                </a:solidFill>
              </a:defRPr>
            </a:lvl6pPr>
            <a:lvl7pPr algn="l">
              <a:defRPr sz="1500" b="1">
                <a:solidFill>
                  <a:srgbClr val="38D6C4"/>
                </a:solidFill>
              </a:defRPr>
            </a:lvl7pPr>
            <a:lvl8pPr algn="l">
              <a:defRPr sz="1500" b="1">
                <a:solidFill>
                  <a:srgbClr val="38D6C4"/>
                </a:solidFill>
              </a:defRPr>
            </a:lvl8pPr>
            <a:lvl9pPr algn="l">
              <a:defRPr sz="1500" b="1">
                <a:solidFill>
                  <a:srgbClr val="38D6C4"/>
                </a:solidFill>
              </a:defRPr>
            </a:lvl9pPr>
          </a:lstStyle>
          <a:p xmlns:a="http://schemas.openxmlformats.org/drawingml/2006/main">
            <a:pPr algn="l">
              <a:defRPr sz="1500" b="1">
                <a:solidFill>
                  <a:srgbClr val="38D6C4"/>
                </a:solidFill>
              </a:defRPr>
            </a:pPr>
            <a:r>
              <a:rPr sz="1500" b="1">
                <a:solidFill>
                  <a:srgbClr val="38D6C4"/>
                </a:solidFill>
              </a:rPr>
              <a:t>4인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DF1A2E7-E078-43EE-82D3-6E24342F86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3467100"/>
            <a:ext cx="3905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350" b="0">
                <a:solidFill>
                  <a:srgbClr val="F2F5F4"/>
                </a:solidFill>
              </a:defRPr>
            </a:defPPr>
            <a:lvl1pPr algn="l">
              <a:defRPr sz="1350" b="0">
                <a:solidFill>
                  <a:srgbClr val="F2F5F4"/>
                </a:solidFill>
              </a:defRPr>
            </a:lvl1pPr>
            <a:lvl2pPr algn="l">
              <a:defRPr sz="1350" b="0">
                <a:solidFill>
                  <a:srgbClr val="F2F5F4"/>
                </a:solidFill>
              </a:defRPr>
            </a:lvl2pPr>
            <a:lvl3pPr algn="l">
              <a:defRPr sz="1350" b="0">
                <a:solidFill>
                  <a:srgbClr val="F2F5F4"/>
                </a:solidFill>
              </a:defRPr>
            </a:lvl3pPr>
            <a:lvl4pPr algn="l">
              <a:defRPr sz="1350" b="0">
                <a:solidFill>
                  <a:srgbClr val="F2F5F4"/>
                </a:solidFill>
              </a:defRPr>
            </a:lvl4pPr>
            <a:lvl5pPr algn="l">
              <a:defRPr sz="1350" b="0">
                <a:solidFill>
                  <a:srgbClr val="F2F5F4"/>
                </a:solidFill>
              </a:defRPr>
            </a:lvl5pPr>
            <a:lvl6pPr algn="l">
              <a:defRPr sz="1350" b="0">
                <a:solidFill>
                  <a:srgbClr val="F2F5F4"/>
                </a:solidFill>
              </a:defRPr>
            </a:lvl6pPr>
            <a:lvl7pPr algn="l">
              <a:defRPr sz="1350" b="0">
                <a:solidFill>
                  <a:srgbClr val="F2F5F4"/>
                </a:solidFill>
              </a:defRPr>
            </a:lvl7pPr>
            <a:lvl8pPr algn="l">
              <a:defRPr sz="1350" b="0">
                <a:solidFill>
                  <a:srgbClr val="F2F5F4"/>
                </a:solidFill>
              </a:defRPr>
            </a:lvl8pPr>
            <a:lvl9pPr algn="l">
              <a:defRPr sz="1350" b="0">
                <a:solidFill>
                  <a:srgbClr val="F2F5F4"/>
                </a:solidFill>
              </a:defRPr>
            </a:lvl9pPr>
          </a:lstStyle>
          <a:p xmlns:a="http://schemas.openxmlformats.org/drawingml/2006/main">
            <a:pPr algn="l">
              <a:defRPr sz="1350" b="0">
                <a:solidFill>
                  <a:srgbClr val="F2F5F4"/>
                </a:solidFill>
              </a:defRPr>
            </a:pPr>
            <a:r>
              <a:rPr sz="1350" b="0">
                <a:solidFill>
                  <a:srgbClr val="F2F5F4"/>
                </a:solidFill>
              </a:rPr>
              <a:t>폭넓은 위험 대응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241A2AA-63A6-4F37-9616-128C0FF1E1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3467100"/>
            <a:ext cx="5334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350" b="0">
                <a:solidFill>
                  <a:srgbClr val="A2AFAC"/>
                </a:solidFill>
              </a:defRPr>
            </a:defPPr>
            <a:lvl1pPr algn="l">
              <a:defRPr sz="1350" b="0">
                <a:solidFill>
                  <a:srgbClr val="A2AFAC"/>
                </a:solidFill>
              </a:defRPr>
            </a:lvl1pPr>
            <a:lvl2pPr algn="l">
              <a:defRPr sz="1350" b="0">
                <a:solidFill>
                  <a:srgbClr val="A2AFAC"/>
                </a:solidFill>
              </a:defRPr>
            </a:lvl2pPr>
            <a:lvl3pPr algn="l">
              <a:defRPr sz="1350" b="0">
                <a:solidFill>
                  <a:srgbClr val="A2AFAC"/>
                </a:solidFill>
              </a:defRPr>
            </a:lvl3pPr>
            <a:lvl4pPr algn="l">
              <a:defRPr sz="1350" b="0">
                <a:solidFill>
                  <a:srgbClr val="A2AFAC"/>
                </a:solidFill>
              </a:defRPr>
            </a:lvl4pPr>
            <a:lvl5pPr algn="l">
              <a:defRPr sz="1350" b="0">
                <a:solidFill>
                  <a:srgbClr val="A2AFAC"/>
                </a:solidFill>
              </a:defRPr>
            </a:lvl5pPr>
            <a:lvl6pPr algn="l">
              <a:defRPr sz="1350" b="0">
                <a:solidFill>
                  <a:srgbClr val="A2AFAC"/>
                </a:solidFill>
              </a:defRPr>
            </a:lvl6pPr>
            <a:lvl7pPr algn="l">
              <a:defRPr sz="1350" b="0">
                <a:solidFill>
                  <a:srgbClr val="A2AFAC"/>
                </a:solidFill>
              </a:defRPr>
            </a:lvl7pPr>
            <a:lvl8pPr algn="l">
              <a:defRPr sz="1350" b="0">
                <a:solidFill>
                  <a:srgbClr val="A2AFAC"/>
                </a:solidFill>
              </a:defRPr>
            </a:lvl8pPr>
            <a:lvl9pPr algn="l">
              <a:defRPr sz="1350" b="0">
                <a:solidFill>
                  <a:srgbClr val="A2AFAC"/>
                </a:solidFill>
              </a:defRPr>
            </a:lvl9pPr>
          </a:lstStyle>
          <a:p xmlns:a="http://schemas.openxmlformats.org/drawingml/2006/main">
            <a:pPr algn="l">
              <a:defRPr sz="1350" b="0">
                <a:solidFill>
                  <a:srgbClr val="A2AFAC"/>
                </a:solidFill>
              </a:defRPr>
            </a:pPr>
            <a:r>
              <a:rPr sz="1350" b="0">
                <a:solidFill>
                  <a:srgbClr val="A2AFAC"/>
                </a:solidFill>
              </a:rPr>
              <a:t>물자 소비와 갈등 증가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F2D8938-6C45-47BB-A69F-89E3E97B39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9814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383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0E3D67B-97EA-4785-B58D-EC54EBF426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133850"/>
            <a:ext cx="1047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00" b="1">
                <a:solidFill>
                  <a:srgbClr val="38D6C4"/>
                </a:solidFill>
              </a:defRPr>
            </a:defPPr>
            <a:lvl1pPr algn="l">
              <a:defRPr sz="1500" b="1">
                <a:solidFill>
                  <a:srgbClr val="38D6C4"/>
                </a:solidFill>
              </a:defRPr>
            </a:lvl1pPr>
            <a:lvl2pPr algn="l">
              <a:defRPr sz="1500" b="1">
                <a:solidFill>
                  <a:srgbClr val="38D6C4"/>
                </a:solidFill>
              </a:defRPr>
            </a:lvl2pPr>
            <a:lvl3pPr algn="l">
              <a:defRPr sz="1500" b="1">
                <a:solidFill>
                  <a:srgbClr val="38D6C4"/>
                </a:solidFill>
              </a:defRPr>
            </a:lvl3pPr>
            <a:lvl4pPr algn="l">
              <a:defRPr sz="1500" b="1">
                <a:solidFill>
                  <a:srgbClr val="38D6C4"/>
                </a:solidFill>
              </a:defRPr>
            </a:lvl4pPr>
            <a:lvl5pPr algn="l">
              <a:defRPr sz="1500" b="1">
                <a:solidFill>
                  <a:srgbClr val="38D6C4"/>
                </a:solidFill>
              </a:defRPr>
            </a:lvl5pPr>
            <a:lvl6pPr algn="l">
              <a:defRPr sz="1500" b="1">
                <a:solidFill>
                  <a:srgbClr val="38D6C4"/>
                </a:solidFill>
              </a:defRPr>
            </a:lvl6pPr>
            <a:lvl7pPr algn="l">
              <a:defRPr sz="1500" b="1">
                <a:solidFill>
                  <a:srgbClr val="38D6C4"/>
                </a:solidFill>
              </a:defRPr>
            </a:lvl7pPr>
            <a:lvl8pPr algn="l">
              <a:defRPr sz="1500" b="1">
                <a:solidFill>
                  <a:srgbClr val="38D6C4"/>
                </a:solidFill>
              </a:defRPr>
            </a:lvl8pPr>
            <a:lvl9pPr algn="l">
              <a:defRPr sz="1500" b="1">
                <a:solidFill>
                  <a:srgbClr val="38D6C4"/>
                </a:solidFill>
              </a:defRPr>
            </a:lvl9pPr>
          </a:lstStyle>
          <a:p xmlns:a="http://schemas.openxmlformats.org/drawingml/2006/main">
            <a:pPr algn="l">
              <a:defRPr sz="1500" b="1">
                <a:solidFill>
                  <a:srgbClr val="38D6C4"/>
                </a:solidFill>
              </a:defRPr>
            </a:pPr>
            <a:r>
              <a:rPr sz="1500" b="1">
                <a:solidFill>
                  <a:srgbClr val="38D6C4"/>
                </a:solidFill>
              </a:rPr>
              <a:t>5인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CFAC632-71A3-4DF9-9291-7E38A329DB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4133850"/>
            <a:ext cx="3905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350" b="0">
                <a:solidFill>
                  <a:srgbClr val="F2F5F4"/>
                </a:solidFill>
              </a:defRPr>
            </a:defPPr>
            <a:lvl1pPr algn="l">
              <a:defRPr sz="1350" b="0">
                <a:solidFill>
                  <a:srgbClr val="F2F5F4"/>
                </a:solidFill>
              </a:defRPr>
            </a:lvl1pPr>
            <a:lvl2pPr algn="l">
              <a:defRPr sz="1350" b="0">
                <a:solidFill>
                  <a:srgbClr val="F2F5F4"/>
                </a:solidFill>
              </a:defRPr>
            </a:lvl2pPr>
            <a:lvl3pPr algn="l">
              <a:defRPr sz="1350" b="0">
                <a:solidFill>
                  <a:srgbClr val="F2F5F4"/>
                </a:solidFill>
              </a:defRPr>
            </a:lvl3pPr>
            <a:lvl4pPr algn="l">
              <a:defRPr sz="1350" b="0">
                <a:solidFill>
                  <a:srgbClr val="F2F5F4"/>
                </a:solidFill>
              </a:defRPr>
            </a:lvl4pPr>
            <a:lvl5pPr algn="l">
              <a:defRPr sz="1350" b="0">
                <a:solidFill>
                  <a:srgbClr val="F2F5F4"/>
                </a:solidFill>
              </a:defRPr>
            </a:lvl5pPr>
            <a:lvl6pPr algn="l">
              <a:defRPr sz="1350" b="0">
                <a:solidFill>
                  <a:srgbClr val="F2F5F4"/>
                </a:solidFill>
              </a:defRPr>
            </a:lvl6pPr>
            <a:lvl7pPr algn="l">
              <a:defRPr sz="1350" b="0">
                <a:solidFill>
                  <a:srgbClr val="F2F5F4"/>
                </a:solidFill>
              </a:defRPr>
            </a:lvl7pPr>
            <a:lvl8pPr algn="l">
              <a:defRPr sz="1350" b="0">
                <a:solidFill>
                  <a:srgbClr val="F2F5F4"/>
                </a:solidFill>
              </a:defRPr>
            </a:lvl8pPr>
            <a:lvl9pPr algn="l">
              <a:defRPr sz="1350" b="0">
                <a:solidFill>
                  <a:srgbClr val="F2F5F4"/>
                </a:solidFill>
              </a:defRPr>
            </a:lvl9pPr>
          </a:lstStyle>
          <a:p xmlns:a="http://schemas.openxmlformats.org/drawingml/2006/main">
            <a:pPr algn="l">
              <a:defRPr sz="1350" b="0">
                <a:solidFill>
                  <a:srgbClr val="F2F5F4"/>
                </a:solidFill>
              </a:defRPr>
            </a:pPr>
            <a:r>
              <a:rPr sz="1350" b="0">
                <a:solidFill>
                  <a:srgbClr val="F2F5F4"/>
                </a:solidFill>
              </a:rPr>
              <a:t>복합 퍼즐과 대형 채취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E269942-3541-4C1F-B7A0-C887530A07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4133850"/>
            <a:ext cx="5334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350" b="0">
                <a:solidFill>
                  <a:srgbClr val="A2AFAC"/>
                </a:solidFill>
              </a:defRPr>
            </a:defPPr>
            <a:lvl1pPr algn="l">
              <a:defRPr sz="1350" b="0">
                <a:solidFill>
                  <a:srgbClr val="A2AFAC"/>
                </a:solidFill>
              </a:defRPr>
            </a:lvl1pPr>
            <a:lvl2pPr algn="l">
              <a:defRPr sz="1350" b="0">
                <a:solidFill>
                  <a:srgbClr val="A2AFAC"/>
                </a:solidFill>
              </a:defRPr>
            </a:lvl2pPr>
            <a:lvl3pPr algn="l">
              <a:defRPr sz="1350" b="0">
                <a:solidFill>
                  <a:srgbClr val="A2AFAC"/>
                </a:solidFill>
              </a:defRPr>
            </a:lvl3pPr>
            <a:lvl4pPr algn="l">
              <a:defRPr sz="1350" b="0">
                <a:solidFill>
                  <a:srgbClr val="A2AFAC"/>
                </a:solidFill>
              </a:defRPr>
            </a:lvl4pPr>
            <a:lvl5pPr algn="l">
              <a:defRPr sz="1350" b="0">
                <a:solidFill>
                  <a:srgbClr val="A2AFAC"/>
                </a:solidFill>
              </a:defRPr>
            </a:lvl5pPr>
            <a:lvl6pPr algn="l">
              <a:defRPr sz="1350" b="0">
                <a:solidFill>
                  <a:srgbClr val="A2AFAC"/>
                </a:solidFill>
              </a:defRPr>
            </a:lvl6pPr>
            <a:lvl7pPr algn="l">
              <a:defRPr sz="1350" b="0">
                <a:solidFill>
                  <a:srgbClr val="A2AFAC"/>
                </a:solidFill>
              </a:defRPr>
            </a:lvl7pPr>
            <a:lvl8pPr algn="l">
              <a:defRPr sz="1350" b="0">
                <a:solidFill>
                  <a:srgbClr val="A2AFAC"/>
                </a:solidFill>
              </a:defRPr>
            </a:lvl8pPr>
            <a:lvl9pPr algn="l">
              <a:defRPr sz="1350" b="0">
                <a:solidFill>
                  <a:srgbClr val="A2AFAC"/>
                </a:solidFill>
              </a:defRPr>
            </a:lvl9pPr>
          </a:lstStyle>
          <a:p xmlns:a="http://schemas.openxmlformats.org/drawingml/2006/main">
            <a:pPr algn="l">
              <a:defRPr sz="1350" b="0">
                <a:solidFill>
                  <a:srgbClr val="A2AFAC"/>
                </a:solidFill>
              </a:defRPr>
            </a:pPr>
            <a:r>
              <a:rPr sz="1350" b="0">
                <a:solidFill>
                  <a:srgbClr val="A2AFAC"/>
                </a:solidFill>
              </a:rPr>
              <a:t>소음·오염·분배 위험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FB5BDF4-ED52-476E-B039-F5F0B4799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64820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383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2FCBFFC-A66F-463B-A47E-E6F0664EC1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143500"/>
            <a:ext cx="110490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1819"/>
          </a:solidFill>
          <a:ln xmlns:a="http://schemas.openxmlformats.org/drawingml/2006/main" w="9525">
            <a:solidFill>
              <a:srgbClr val="2B3838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E899621-0B7D-439E-94F4-A5DD163853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267325"/>
            <a:ext cx="1524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75" b="1">
                <a:solidFill>
                  <a:srgbClr val="F2F5F4"/>
                </a:solidFill>
              </a:defRPr>
            </a:defPPr>
            <a:lvl1pPr algn="l">
              <a:defRPr sz="1275" b="1">
                <a:solidFill>
                  <a:srgbClr val="F2F5F4"/>
                </a:solidFill>
              </a:defRPr>
            </a:lvl1pPr>
            <a:lvl2pPr algn="l">
              <a:defRPr sz="1275" b="1">
                <a:solidFill>
                  <a:srgbClr val="F2F5F4"/>
                </a:solidFill>
              </a:defRPr>
            </a:lvl2pPr>
            <a:lvl3pPr algn="l">
              <a:defRPr sz="1275" b="1">
                <a:solidFill>
                  <a:srgbClr val="F2F5F4"/>
                </a:solidFill>
              </a:defRPr>
            </a:lvl3pPr>
            <a:lvl4pPr algn="l">
              <a:defRPr sz="1275" b="1">
                <a:solidFill>
                  <a:srgbClr val="F2F5F4"/>
                </a:solidFill>
              </a:defRPr>
            </a:lvl4pPr>
            <a:lvl5pPr algn="l">
              <a:defRPr sz="1275" b="1">
                <a:solidFill>
                  <a:srgbClr val="F2F5F4"/>
                </a:solidFill>
              </a:defRPr>
            </a:lvl5pPr>
            <a:lvl6pPr algn="l">
              <a:defRPr sz="1275" b="1">
                <a:solidFill>
                  <a:srgbClr val="F2F5F4"/>
                </a:solidFill>
              </a:defRPr>
            </a:lvl6pPr>
            <a:lvl7pPr algn="l">
              <a:defRPr sz="1275" b="1">
                <a:solidFill>
                  <a:srgbClr val="F2F5F4"/>
                </a:solidFill>
              </a:defRPr>
            </a:lvl7pPr>
            <a:lvl8pPr algn="l">
              <a:defRPr sz="1275" b="1">
                <a:solidFill>
                  <a:srgbClr val="F2F5F4"/>
                </a:solidFill>
              </a:defRPr>
            </a:lvl8pPr>
            <a:lvl9pPr algn="l">
              <a:defRPr sz="1275" b="1">
                <a:solidFill>
                  <a:srgbClr val="F2F5F4"/>
                </a:solidFill>
              </a:defRPr>
            </a:lvl9pPr>
          </a:lstStyle>
          <a:p xmlns:a="http://schemas.openxmlformats.org/drawingml/2006/main">
            <a:pPr algn="l">
              <a:defRPr sz="1275" b="1">
                <a:solidFill>
                  <a:srgbClr val="F2F5F4"/>
                </a:solidFill>
              </a:defRPr>
            </a:pPr>
            <a:r>
              <a:rPr sz="1275" b="1">
                <a:solidFill>
                  <a:srgbClr val="F2F5F4"/>
                </a:solidFill>
              </a:rPr>
              <a:t>얕은 단계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84DC544-4F58-43C1-BE56-F3117782CA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14975"/>
            <a:ext cx="3048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00" b="0">
                <a:solidFill>
                  <a:srgbClr val="A2AFAC"/>
                </a:solidFill>
              </a:defRPr>
            </a:defPPr>
            <a:lvl1pPr algn="l">
              <a:defRPr sz="1200" b="0">
                <a:solidFill>
                  <a:srgbClr val="A2AFAC"/>
                </a:solidFill>
              </a:defRPr>
            </a:lvl1pPr>
            <a:lvl2pPr algn="l">
              <a:defRPr sz="1200" b="0">
                <a:solidFill>
                  <a:srgbClr val="A2AFAC"/>
                </a:solidFill>
              </a:defRPr>
            </a:lvl2pPr>
            <a:lvl3pPr algn="l">
              <a:defRPr sz="1200" b="0">
                <a:solidFill>
                  <a:srgbClr val="A2AFAC"/>
                </a:solidFill>
              </a:defRPr>
            </a:lvl3pPr>
            <a:lvl4pPr algn="l">
              <a:defRPr sz="1200" b="0">
                <a:solidFill>
                  <a:srgbClr val="A2AFAC"/>
                </a:solidFill>
              </a:defRPr>
            </a:lvl4pPr>
            <a:lvl5pPr algn="l">
              <a:defRPr sz="1200" b="0">
                <a:solidFill>
                  <a:srgbClr val="A2AFAC"/>
                </a:solidFill>
              </a:defRPr>
            </a:lvl5pPr>
            <a:lvl6pPr algn="l">
              <a:defRPr sz="1200" b="0">
                <a:solidFill>
                  <a:srgbClr val="A2AFAC"/>
                </a:solidFill>
              </a:defRPr>
            </a:lvl6pPr>
            <a:lvl7pPr algn="l">
              <a:defRPr sz="1200" b="0">
                <a:solidFill>
                  <a:srgbClr val="A2AFAC"/>
                </a:solidFill>
              </a:defRPr>
            </a:lvl7pPr>
            <a:lvl8pPr algn="l">
              <a:defRPr sz="1200" b="0">
                <a:solidFill>
                  <a:srgbClr val="A2AFAC"/>
                </a:solidFill>
              </a:defRPr>
            </a:lvl8pPr>
            <a:lvl9pPr algn="l">
              <a:defRPr sz="1200" b="0">
                <a:solidFill>
                  <a:srgbClr val="A2AFAC"/>
                </a:solidFill>
              </a:defRPr>
            </a:lvl9pPr>
          </a:lstStyle>
          <a:p xmlns:a="http://schemas.openxmlformats.org/drawingml/2006/main">
            <a:pPr algn="l">
              <a:defRPr sz="1200" b="0">
                <a:solidFill>
                  <a:srgbClr val="A2AFAC"/>
                </a:solidFill>
              </a:defRPr>
            </a:pPr>
            <a:r>
              <a:rPr sz="1200" b="0">
                <a:solidFill>
                  <a:srgbClr val="A2AFAC"/>
                </a:solidFill>
              </a:rPr>
              <a:t>안정적 에너지와 기본 물자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B618ACE-3AF8-4A92-B22D-A1B7DD1DD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5267325"/>
            <a:ext cx="1524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75" b="1">
                <a:solidFill>
                  <a:srgbClr val="E9C46A"/>
                </a:solidFill>
              </a:defRPr>
            </a:defPPr>
            <a:lvl1pPr algn="l">
              <a:defRPr sz="1275" b="1">
                <a:solidFill>
                  <a:srgbClr val="E9C46A"/>
                </a:solidFill>
              </a:defRPr>
            </a:lvl1pPr>
            <a:lvl2pPr algn="l">
              <a:defRPr sz="1275" b="1">
                <a:solidFill>
                  <a:srgbClr val="E9C46A"/>
                </a:solidFill>
              </a:defRPr>
            </a:lvl2pPr>
            <a:lvl3pPr algn="l">
              <a:defRPr sz="1275" b="1">
                <a:solidFill>
                  <a:srgbClr val="E9C46A"/>
                </a:solidFill>
              </a:defRPr>
            </a:lvl3pPr>
            <a:lvl4pPr algn="l">
              <a:defRPr sz="1275" b="1">
                <a:solidFill>
                  <a:srgbClr val="E9C46A"/>
                </a:solidFill>
              </a:defRPr>
            </a:lvl4pPr>
            <a:lvl5pPr algn="l">
              <a:defRPr sz="1275" b="1">
                <a:solidFill>
                  <a:srgbClr val="E9C46A"/>
                </a:solidFill>
              </a:defRPr>
            </a:lvl5pPr>
            <a:lvl6pPr algn="l">
              <a:defRPr sz="1275" b="1">
                <a:solidFill>
                  <a:srgbClr val="E9C46A"/>
                </a:solidFill>
              </a:defRPr>
            </a:lvl6pPr>
            <a:lvl7pPr algn="l">
              <a:defRPr sz="1275" b="1">
                <a:solidFill>
                  <a:srgbClr val="E9C46A"/>
                </a:solidFill>
              </a:defRPr>
            </a:lvl7pPr>
            <a:lvl8pPr algn="l">
              <a:defRPr sz="1275" b="1">
                <a:solidFill>
                  <a:srgbClr val="E9C46A"/>
                </a:solidFill>
              </a:defRPr>
            </a:lvl8pPr>
            <a:lvl9pPr algn="l">
              <a:defRPr sz="1275" b="1">
                <a:solidFill>
                  <a:srgbClr val="E9C46A"/>
                </a:solidFill>
              </a:defRPr>
            </a:lvl9pPr>
          </a:lstStyle>
          <a:p xmlns:a="http://schemas.openxmlformats.org/drawingml/2006/main">
            <a:pPr algn="l">
              <a:defRPr sz="1275" b="1">
                <a:solidFill>
                  <a:srgbClr val="E9C46A"/>
                </a:solidFill>
              </a:defRPr>
            </a:pPr>
            <a:r>
              <a:rPr sz="1275" b="1">
                <a:solidFill>
                  <a:srgbClr val="E9C46A"/>
                </a:solidFill>
              </a:rPr>
              <a:t>깊은 단계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8892693-D456-43AD-8896-3870D1FF4F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5514975"/>
            <a:ext cx="333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00" b="0">
                <a:solidFill>
                  <a:srgbClr val="A2AFAC"/>
                </a:solidFill>
              </a:defRPr>
            </a:defPPr>
            <a:lvl1pPr algn="l">
              <a:defRPr sz="1200" b="0">
                <a:solidFill>
                  <a:srgbClr val="A2AFAC"/>
                </a:solidFill>
              </a:defRPr>
            </a:lvl1pPr>
            <a:lvl2pPr algn="l">
              <a:defRPr sz="1200" b="0">
                <a:solidFill>
                  <a:srgbClr val="A2AFAC"/>
                </a:solidFill>
              </a:defRPr>
            </a:lvl2pPr>
            <a:lvl3pPr algn="l">
              <a:defRPr sz="1200" b="0">
                <a:solidFill>
                  <a:srgbClr val="A2AFAC"/>
                </a:solidFill>
              </a:defRPr>
            </a:lvl3pPr>
            <a:lvl4pPr algn="l">
              <a:defRPr sz="1200" b="0">
                <a:solidFill>
                  <a:srgbClr val="A2AFAC"/>
                </a:solidFill>
              </a:defRPr>
            </a:lvl4pPr>
            <a:lvl5pPr algn="l">
              <a:defRPr sz="1200" b="0">
                <a:solidFill>
                  <a:srgbClr val="A2AFAC"/>
                </a:solidFill>
              </a:defRPr>
            </a:lvl5pPr>
            <a:lvl6pPr algn="l">
              <a:defRPr sz="1200" b="0">
                <a:solidFill>
                  <a:srgbClr val="A2AFAC"/>
                </a:solidFill>
              </a:defRPr>
            </a:lvl6pPr>
            <a:lvl7pPr algn="l">
              <a:defRPr sz="1200" b="0">
                <a:solidFill>
                  <a:srgbClr val="A2AFAC"/>
                </a:solidFill>
              </a:defRPr>
            </a:lvl7pPr>
            <a:lvl8pPr algn="l">
              <a:defRPr sz="1200" b="0">
                <a:solidFill>
                  <a:srgbClr val="A2AFAC"/>
                </a:solidFill>
              </a:defRPr>
            </a:lvl8pPr>
            <a:lvl9pPr algn="l">
              <a:defRPr sz="1200" b="0">
                <a:solidFill>
                  <a:srgbClr val="A2AFAC"/>
                </a:solidFill>
              </a:defRPr>
            </a:lvl9pPr>
          </a:lstStyle>
          <a:p xmlns:a="http://schemas.openxmlformats.org/drawingml/2006/main">
            <a:pPr algn="l">
              <a:defRPr sz="1200" b="0">
                <a:solidFill>
                  <a:srgbClr val="A2AFAC"/>
                </a:solidFill>
              </a:defRPr>
            </a:pPr>
            <a:r>
              <a:rPr sz="1200" b="0">
                <a:solidFill>
                  <a:srgbClr val="A2AFAC"/>
                </a:solidFill>
              </a:rPr>
              <a:t>희귀 물품·핵심 정보·서사 사건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429CA11-CBD4-4B20-AD55-678F7C2B15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5267325"/>
            <a:ext cx="1524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75" b="1">
                <a:solidFill>
                  <a:srgbClr val="E86D65"/>
                </a:solidFill>
              </a:defRPr>
            </a:defPPr>
            <a:lvl1pPr algn="l">
              <a:defRPr sz="1275" b="1">
                <a:solidFill>
                  <a:srgbClr val="E86D65"/>
                </a:solidFill>
              </a:defRPr>
            </a:lvl1pPr>
            <a:lvl2pPr algn="l">
              <a:defRPr sz="1275" b="1">
                <a:solidFill>
                  <a:srgbClr val="E86D65"/>
                </a:solidFill>
              </a:defRPr>
            </a:lvl2pPr>
            <a:lvl3pPr algn="l">
              <a:defRPr sz="1275" b="1">
                <a:solidFill>
                  <a:srgbClr val="E86D65"/>
                </a:solidFill>
              </a:defRPr>
            </a:lvl3pPr>
            <a:lvl4pPr algn="l">
              <a:defRPr sz="1275" b="1">
                <a:solidFill>
                  <a:srgbClr val="E86D65"/>
                </a:solidFill>
              </a:defRPr>
            </a:lvl4pPr>
            <a:lvl5pPr algn="l">
              <a:defRPr sz="1275" b="1">
                <a:solidFill>
                  <a:srgbClr val="E86D65"/>
                </a:solidFill>
              </a:defRPr>
            </a:lvl5pPr>
            <a:lvl6pPr algn="l">
              <a:defRPr sz="1275" b="1">
                <a:solidFill>
                  <a:srgbClr val="E86D65"/>
                </a:solidFill>
              </a:defRPr>
            </a:lvl6pPr>
            <a:lvl7pPr algn="l">
              <a:defRPr sz="1275" b="1">
                <a:solidFill>
                  <a:srgbClr val="E86D65"/>
                </a:solidFill>
              </a:defRPr>
            </a:lvl7pPr>
            <a:lvl8pPr algn="l">
              <a:defRPr sz="1275" b="1">
                <a:solidFill>
                  <a:srgbClr val="E86D65"/>
                </a:solidFill>
              </a:defRPr>
            </a:lvl8pPr>
            <a:lvl9pPr algn="l">
              <a:defRPr sz="1275" b="1">
                <a:solidFill>
                  <a:srgbClr val="E86D65"/>
                </a:solidFill>
              </a:defRPr>
            </a:lvl9pPr>
          </a:lstStyle>
          <a:p xmlns:a="http://schemas.openxmlformats.org/drawingml/2006/main">
            <a:pPr algn="l">
              <a:defRPr sz="1275" b="1">
                <a:solidFill>
                  <a:srgbClr val="E86D65"/>
                </a:solidFill>
              </a:defRPr>
            </a:pPr>
            <a:r>
              <a:rPr sz="1275" b="1">
                <a:solidFill>
                  <a:srgbClr val="E86D65"/>
                </a:solidFill>
              </a:rPr>
              <a:t>귀환선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0F16E590-6BBA-4540-B748-1140F37D74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5514975"/>
            <a:ext cx="3048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00" b="0">
                <a:solidFill>
                  <a:srgbClr val="A2AFAC"/>
                </a:solidFill>
              </a:defRPr>
            </a:defPPr>
            <a:lvl1pPr algn="l">
              <a:defRPr sz="1200" b="0">
                <a:solidFill>
                  <a:srgbClr val="A2AFAC"/>
                </a:solidFill>
              </a:defRPr>
            </a:lvl1pPr>
            <a:lvl2pPr algn="l">
              <a:defRPr sz="1200" b="0">
                <a:solidFill>
                  <a:srgbClr val="A2AFAC"/>
                </a:solidFill>
              </a:defRPr>
            </a:lvl2pPr>
            <a:lvl3pPr algn="l">
              <a:defRPr sz="1200" b="0">
                <a:solidFill>
                  <a:srgbClr val="A2AFAC"/>
                </a:solidFill>
              </a:defRPr>
            </a:lvl3pPr>
            <a:lvl4pPr algn="l">
              <a:defRPr sz="1200" b="0">
                <a:solidFill>
                  <a:srgbClr val="A2AFAC"/>
                </a:solidFill>
              </a:defRPr>
            </a:lvl4pPr>
            <a:lvl5pPr algn="l">
              <a:defRPr sz="1200" b="0">
                <a:solidFill>
                  <a:srgbClr val="A2AFAC"/>
                </a:solidFill>
              </a:defRPr>
            </a:lvl5pPr>
            <a:lvl6pPr algn="l">
              <a:defRPr sz="1200" b="0">
                <a:solidFill>
                  <a:srgbClr val="A2AFAC"/>
                </a:solidFill>
              </a:defRPr>
            </a:lvl6pPr>
            <a:lvl7pPr algn="l">
              <a:defRPr sz="1200" b="0">
                <a:solidFill>
                  <a:srgbClr val="A2AFAC"/>
                </a:solidFill>
              </a:defRPr>
            </a:lvl7pPr>
            <a:lvl8pPr algn="l">
              <a:defRPr sz="1200" b="0">
                <a:solidFill>
                  <a:srgbClr val="A2AFAC"/>
                </a:solidFill>
              </a:defRPr>
            </a:lvl8pPr>
            <a:lvl9pPr algn="l">
              <a:defRPr sz="1200" b="0">
                <a:solidFill>
                  <a:srgbClr val="A2AFAC"/>
                </a:solidFill>
              </a:defRPr>
            </a:lvl9pPr>
          </a:lstStyle>
          <a:p xmlns:a="http://schemas.openxmlformats.org/drawingml/2006/main">
            <a:pPr algn="l">
              <a:defRPr sz="1200" b="0">
                <a:solidFill>
                  <a:srgbClr val="A2AFAC"/>
                </a:solidFill>
              </a:defRPr>
            </a:pPr>
            <a:r>
              <a:rPr sz="1200" b="0">
                <a:solidFill>
                  <a:srgbClr val="A2AFAC"/>
                </a:solidFill>
              </a:rPr>
              <a:t>전진할수록 멀어지고 손실이 커진다</a:t>
            </a:r>
          </a:p>
        </p:txBody>
      </p:sp>
    </p:spTree>
    <p:extLst>
      <p:ext uri="{BB962C8B-B14F-4D97-AF65-F5344CB8AC3E}">
        <p14:creationId xmlns:p14="http://schemas.microsoft.com/office/powerpoint/2010/main" val="685203109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0A0E0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36C148F-1894-4567-9F31-B5606BC3FF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333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D6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699E0A7-D7E8-4A61-BF9F-FF654A6A0C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8575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900" b="1">
                <a:solidFill>
                  <a:srgbClr val="38D6C4"/>
                </a:solidFill>
              </a:defRPr>
            </a:defPPr>
            <a:lvl1pPr algn="l">
              <a:defRPr sz="900" b="1">
                <a:solidFill>
                  <a:srgbClr val="38D6C4"/>
                </a:solidFill>
              </a:defRPr>
            </a:lvl1pPr>
            <a:lvl2pPr algn="l">
              <a:defRPr sz="900" b="1">
                <a:solidFill>
                  <a:srgbClr val="38D6C4"/>
                </a:solidFill>
              </a:defRPr>
            </a:lvl2pPr>
            <a:lvl3pPr algn="l">
              <a:defRPr sz="900" b="1">
                <a:solidFill>
                  <a:srgbClr val="38D6C4"/>
                </a:solidFill>
              </a:defRPr>
            </a:lvl3pPr>
            <a:lvl4pPr algn="l">
              <a:defRPr sz="900" b="1">
                <a:solidFill>
                  <a:srgbClr val="38D6C4"/>
                </a:solidFill>
              </a:defRPr>
            </a:lvl4pPr>
            <a:lvl5pPr algn="l">
              <a:defRPr sz="900" b="1">
                <a:solidFill>
                  <a:srgbClr val="38D6C4"/>
                </a:solidFill>
              </a:defRPr>
            </a:lvl5pPr>
            <a:lvl6pPr algn="l">
              <a:defRPr sz="900" b="1">
                <a:solidFill>
                  <a:srgbClr val="38D6C4"/>
                </a:solidFill>
              </a:defRPr>
            </a:lvl6pPr>
            <a:lvl7pPr algn="l">
              <a:defRPr sz="900" b="1">
                <a:solidFill>
                  <a:srgbClr val="38D6C4"/>
                </a:solidFill>
              </a:defRPr>
            </a:lvl7pPr>
            <a:lvl8pPr algn="l">
              <a:defRPr sz="900" b="1">
                <a:solidFill>
                  <a:srgbClr val="38D6C4"/>
                </a:solidFill>
              </a:defRPr>
            </a:lvl8pPr>
            <a:lvl9pPr algn="l">
              <a:defRPr sz="900" b="1">
                <a:solidFill>
                  <a:srgbClr val="38D6C4"/>
                </a:solidFill>
              </a:defRPr>
            </a:lvl9pPr>
          </a:lstStyle>
          <a:p xmlns:a="http://schemas.openxmlformats.org/drawingml/2006/main">
            <a:pPr algn="l">
              <a:defRPr sz="900" b="1">
                <a:solidFill>
                  <a:srgbClr val="38D6C4"/>
                </a:solidFill>
              </a:defRPr>
            </a:pPr>
            <a:r>
              <a:rPr sz="900" b="1">
                <a:solidFill>
                  <a:srgbClr val="38D6C4"/>
                </a:solidFill>
              </a:rPr>
              <a:t>CHARACTER STATS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03FE45F-8C0A-4FAC-9932-5C69F2F331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71500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550" b="1">
                <a:solidFill>
                  <a:srgbClr val="F2F5F4"/>
                </a:solidFill>
              </a:defRPr>
            </a:defPPr>
            <a:lvl1pPr algn="l">
              <a:defRPr sz="2550" b="1">
                <a:solidFill>
                  <a:srgbClr val="F2F5F4"/>
                </a:solidFill>
              </a:defRPr>
            </a:lvl1pPr>
            <a:lvl2pPr algn="l">
              <a:defRPr sz="2550" b="1">
                <a:solidFill>
                  <a:srgbClr val="F2F5F4"/>
                </a:solidFill>
              </a:defRPr>
            </a:lvl2pPr>
            <a:lvl3pPr algn="l">
              <a:defRPr sz="2550" b="1">
                <a:solidFill>
                  <a:srgbClr val="F2F5F4"/>
                </a:solidFill>
              </a:defRPr>
            </a:lvl3pPr>
            <a:lvl4pPr algn="l">
              <a:defRPr sz="2550" b="1">
                <a:solidFill>
                  <a:srgbClr val="F2F5F4"/>
                </a:solidFill>
              </a:defRPr>
            </a:lvl4pPr>
            <a:lvl5pPr algn="l">
              <a:defRPr sz="2550" b="1">
                <a:solidFill>
                  <a:srgbClr val="F2F5F4"/>
                </a:solidFill>
              </a:defRPr>
            </a:lvl5pPr>
            <a:lvl6pPr algn="l">
              <a:defRPr sz="2550" b="1">
                <a:solidFill>
                  <a:srgbClr val="F2F5F4"/>
                </a:solidFill>
              </a:defRPr>
            </a:lvl6pPr>
            <a:lvl7pPr algn="l">
              <a:defRPr sz="2550" b="1">
                <a:solidFill>
                  <a:srgbClr val="F2F5F4"/>
                </a:solidFill>
              </a:defRPr>
            </a:lvl7pPr>
            <a:lvl8pPr algn="l">
              <a:defRPr sz="2550" b="1">
                <a:solidFill>
                  <a:srgbClr val="F2F5F4"/>
                </a:solidFill>
              </a:defRPr>
            </a:lvl8pPr>
            <a:lvl9pPr algn="l">
              <a:defRPr sz="2550" b="1">
                <a:solidFill>
                  <a:srgbClr val="F2F5F4"/>
                </a:solidFill>
              </a:defRPr>
            </a:lvl9pPr>
          </a:lstStyle>
          <a:p xmlns:a="http://schemas.openxmlformats.org/drawingml/2006/main">
            <a:pPr algn="l">
              <a:defRPr sz="2550" b="1">
                <a:solidFill>
                  <a:srgbClr val="F2F5F4"/>
                </a:solidFill>
              </a:defRPr>
            </a:pPr>
            <a:r>
              <a:rPr sz="2550" b="1">
                <a:solidFill>
                  <a:srgbClr val="F2F5F4"/>
                </a:solidFill>
              </a:rPr>
              <a:t>10개 기초 능력치와 복합 판정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FBC4DF3-154F-4C69-98AF-ADCD687BCF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200150"/>
            <a:ext cx="11201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383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56C16A3-EA83-4D5A-8514-919106976F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28575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900" b="1">
                <a:solidFill>
                  <a:srgbClr val="A2AFAC"/>
                </a:solidFill>
              </a:defRPr>
            </a:defPPr>
            <a:lvl1pPr algn="r">
              <a:defRPr sz="900" b="1">
                <a:solidFill>
                  <a:srgbClr val="A2AFAC"/>
                </a:solidFill>
              </a:defRPr>
            </a:lvl1pPr>
            <a:lvl2pPr algn="r">
              <a:defRPr sz="900" b="1">
                <a:solidFill>
                  <a:srgbClr val="A2AFAC"/>
                </a:solidFill>
              </a:defRPr>
            </a:lvl2pPr>
            <a:lvl3pPr algn="r">
              <a:defRPr sz="900" b="1">
                <a:solidFill>
                  <a:srgbClr val="A2AFAC"/>
                </a:solidFill>
              </a:defRPr>
            </a:lvl3pPr>
            <a:lvl4pPr algn="r">
              <a:defRPr sz="900" b="1">
                <a:solidFill>
                  <a:srgbClr val="A2AFAC"/>
                </a:solidFill>
              </a:defRPr>
            </a:lvl4pPr>
            <a:lvl5pPr algn="r">
              <a:defRPr sz="900" b="1">
                <a:solidFill>
                  <a:srgbClr val="A2AFAC"/>
                </a:solidFill>
              </a:defRPr>
            </a:lvl5pPr>
            <a:lvl6pPr algn="r">
              <a:defRPr sz="900" b="1">
                <a:solidFill>
                  <a:srgbClr val="A2AFAC"/>
                </a:solidFill>
              </a:defRPr>
            </a:lvl6pPr>
            <a:lvl7pPr algn="r">
              <a:defRPr sz="900" b="1">
                <a:solidFill>
                  <a:srgbClr val="A2AFAC"/>
                </a:solidFill>
              </a:defRPr>
            </a:lvl7pPr>
            <a:lvl8pPr algn="r">
              <a:defRPr sz="900" b="1">
                <a:solidFill>
                  <a:srgbClr val="A2AFAC"/>
                </a:solidFill>
              </a:defRPr>
            </a:lvl8pPr>
            <a:lvl9pPr algn="r">
              <a:defRPr sz="900" b="1">
                <a:solidFill>
                  <a:srgbClr val="A2AFAC"/>
                </a:solidFill>
              </a:defRPr>
            </a:lvl9pPr>
          </a:lstStyle>
          <a:p xmlns:a="http://schemas.openxmlformats.org/drawingml/2006/main">
            <a:pPr algn="r">
              <a:defRPr sz="900" b="1">
                <a:solidFill>
                  <a:srgbClr val="A2AFAC"/>
                </a:solidFill>
              </a:defRPr>
            </a:pPr>
            <a:r>
              <a:rPr sz="900" b="1">
                <a:solidFill>
                  <a:srgbClr val="A2AFAC"/>
                </a:solidFill>
              </a:rPr>
              <a:t>07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07EAEDE-A582-49EA-B05A-FB6E0A2B9F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66850"/>
            <a:ext cx="476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650" b="1">
                <a:solidFill>
                  <a:srgbClr val="38D6C4"/>
                </a:solidFill>
              </a:defRPr>
            </a:defPPr>
            <a:lvl1pPr algn="l">
              <a:defRPr sz="1650" b="1">
                <a:solidFill>
                  <a:srgbClr val="38D6C4"/>
                </a:solidFill>
              </a:defRPr>
            </a:lvl1pPr>
            <a:lvl2pPr algn="l">
              <a:defRPr sz="1650" b="1">
                <a:solidFill>
                  <a:srgbClr val="38D6C4"/>
                </a:solidFill>
              </a:defRPr>
            </a:lvl2pPr>
            <a:lvl3pPr algn="l">
              <a:defRPr sz="1650" b="1">
                <a:solidFill>
                  <a:srgbClr val="38D6C4"/>
                </a:solidFill>
              </a:defRPr>
            </a:lvl3pPr>
            <a:lvl4pPr algn="l">
              <a:defRPr sz="1650" b="1">
                <a:solidFill>
                  <a:srgbClr val="38D6C4"/>
                </a:solidFill>
              </a:defRPr>
            </a:lvl4pPr>
            <a:lvl5pPr algn="l">
              <a:defRPr sz="1650" b="1">
                <a:solidFill>
                  <a:srgbClr val="38D6C4"/>
                </a:solidFill>
              </a:defRPr>
            </a:lvl5pPr>
            <a:lvl6pPr algn="l">
              <a:defRPr sz="1650" b="1">
                <a:solidFill>
                  <a:srgbClr val="38D6C4"/>
                </a:solidFill>
              </a:defRPr>
            </a:lvl6pPr>
            <a:lvl7pPr algn="l">
              <a:defRPr sz="1650" b="1">
                <a:solidFill>
                  <a:srgbClr val="38D6C4"/>
                </a:solidFill>
              </a:defRPr>
            </a:lvl7pPr>
            <a:lvl8pPr algn="l">
              <a:defRPr sz="1650" b="1">
                <a:solidFill>
                  <a:srgbClr val="38D6C4"/>
                </a:solidFill>
              </a:defRPr>
            </a:lvl8pPr>
            <a:lvl9pPr algn="l">
              <a:defRPr sz="1650" b="1">
                <a:solidFill>
                  <a:srgbClr val="38D6C4"/>
                </a:solidFill>
              </a:defRPr>
            </a:lvl9pPr>
          </a:lstStyle>
          <a:p xmlns:a="http://schemas.openxmlformats.org/drawingml/2006/main">
            <a:pPr algn="l">
              <a:defRPr sz="1650" b="1">
                <a:solidFill>
                  <a:srgbClr val="38D6C4"/>
                </a:solidFill>
              </a:defRPr>
            </a:pPr>
            <a:r>
              <a:rPr sz="1650" b="1">
                <a:solidFill>
                  <a:srgbClr val="38D6C4"/>
                </a:solidFill>
              </a:rPr>
              <a:t>육체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182EA53-51DA-4F43-84BF-15706B9802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885950"/>
            <a:ext cx="4953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650" b="1">
                <a:solidFill>
                  <a:srgbClr val="F2F5F4"/>
                </a:solidFill>
              </a:defRPr>
            </a:defPPr>
            <a:lvl1pPr algn="l">
              <a:defRPr sz="1650" b="1">
                <a:solidFill>
                  <a:srgbClr val="F2F5F4"/>
                </a:solidFill>
              </a:defRPr>
            </a:lvl1pPr>
            <a:lvl2pPr algn="l">
              <a:defRPr sz="1650" b="1">
                <a:solidFill>
                  <a:srgbClr val="F2F5F4"/>
                </a:solidFill>
              </a:defRPr>
            </a:lvl2pPr>
            <a:lvl3pPr algn="l">
              <a:defRPr sz="1650" b="1">
                <a:solidFill>
                  <a:srgbClr val="F2F5F4"/>
                </a:solidFill>
              </a:defRPr>
            </a:lvl3pPr>
            <a:lvl4pPr algn="l">
              <a:defRPr sz="1650" b="1">
                <a:solidFill>
                  <a:srgbClr val="F2F5F4"/>
                </a:solidFill>
              </a:defRPr>
            </a:lvl4pPr>
            <a:lvl5pPr algn="l">
              <a:defRPr sz="1650" b="1">
                <a:solidFill>
                  <a:srgbClr val="F2F5F4"/>
                </a:solidFill>
              </a:defRPr>
            </a:lvl5pPr>
            <a:lvl6pPr algn="l">
              <a:defRPr sz="1650" b="1">
                <a:solidFill>
                  <a:srgbClr val="F2F5F4"/>
                </a:solidFill>
              </a:defRPr>
            </a:lvl6pPr>
            <a:lvl7pPr algn="l">
              <a:defRPr sz="1650" b="1">
                <a:solidFill>
                  <a:srgbClr val="F2F5F4"/>
                </a:solidFill>
              </a:defRPr>
            </a:lvl7pPr>
            <a:lvl8pPr algn="l">
              <a:defRPr sz="1650" b="1">
                <a:solidFill>
                  <a:srgbClr val="F2F5F4"/>
                </a:solidFill>
              </a:defRPr>
            </a:lvl8pPr>
            <a:lvl9pPr algn="l">
              <a:defRPr sz="1650" b="1">
                <a:solidFill>
                  <a:srgbClr val="F2F5F4"/>
                </a:solidFill>
              </a:defRPr>
            </a:lvl9pPr>
          </a:lstStyle>
          <a:p xmlns:a="http://schemas.openxmlformats.org/drawingml/2006/main">
            <a:pPr algn="l">
              <a:defRPr sz="1650" b="1">
                <a:solidFill>
                  <a:srgbClr val="F2F5F4"/>
                </a:solidFill>
              </a:defRPr>
            </a:pPr>
            <a:r>
              <a:rPr sz="1650" b="1">
                <a:solidFill>
                  <a:srgbClr val="F2F5F4"/>
                </a:solidFill>
              </a:rPr>
              <a:t>근력  민첩성  지구력  균형감각  유연성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1008503-E3A9-4BFD-9268-4C2EFCF85B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466850"/>
            <a:ext cx="476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650" b="1">
                <a:solidFill>
                  <a:srgbClr val="E9C46A"/>
                </a:solidFill>
              </a:defRPr>
            </a:defPPr>
            <a:lvl1pPr algn="l">
              <a:defRPr sz="1650" b="1">
                <a:solidFill>
                  <a:srgbClr val="E9C46A"/>
                </a:solidFill>
              </a:defRPr>
            </a:lvl1pPr>
            <a:lvl2pPr algn="l">
              <a:defRPr sz="1650" b="1">
                <a:solidFill>
                  <a:srgbClr val="E9C46A"/>
                </a:solidFill>
              </a:defRPr>
            </a:lvl2pPr>
            <a:lvl3pPr algn="l">
              <a:defRPr sz="1650" b="1">
                <a:solidFill>
                  <a:srgbClr val="E9C46A"/>
                </a:solidFill>
              </a:defRPr>
            </a:lvl3pPr>
            <a:lvl4pPr algn="l">
              <a:defRPr sz="1650" b="1">
                <a:solidFill>
                  <a:srgbClr val="E9C46A"/>
                </a:solidFill>
              </a:defRPr>
            </a:lvl4pPr>
            <a:lvl5pPr algn="l">
              <a:defRPr sz="1650" b="1">
                <a:solidFill>
                  <a:srgbClr val="E9C46A"/>
                </a:solidFill>
              </a:defRPr>
            </a:lvl5pPr>
            <a:lvl6pPr algn="l">
              <a:defRPr sz="1650" b="1">
                <a:solidFill>
                  <a:srgbClr val="E9C46A"/>
                </a:solidFill>
              </a:defRPr>
            </a:lvl6pPr>
            <a:lvl7pPr algn="l">
              <a:defRPr sz="1650" b="1">
                <a:solidFill>
                  <a:srgbClr val="E9C46A"/>
                </a:solidFill>
              </a:defRPr>
            </a:lvl7pPr>
            <a:lvl8pPr algn="l">
              <a:defRPr sz="1650" b="1">
                <a:solidFill>
                  <a:srgbClr val="E9C46A"/>
                </a:solidFill>
              </a:defRPr>
            </a:lvl8pPr>
            <a:lvl9pPr algn="l">
              <a:defRPr sz="1650" b="1">
                <a:solidFill>
                  <a:srgbClr val="E9C46A"/>
                </a:solidFill>
              </a:defRPr>
            </a:lvl9pPr>
          </a:lstStyle>
          <a:p xmlns:a="http://schemas.openxmlformats.org/drawingml/2006/main">
            <a:pPr algn="l">
              <a:defRPr sz="1650" b="1">
                <a:solidFill>
                  <a:srgbClr val="E9C46A"/>
                </a:solidFill>
              </a:defRPr>
            </a:pPr>
            <a:r>
              <a:rPr sz="1650" b="1">
                <a:solidFill>
                  <a:srgbClr val="E9C46A"/>
                </a:solidFill>
              </a:rPr>
              <a:t>정신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1FA6CCC-EE6F-412F-A6E1-6AEF24E8E2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885950"/>
            <a:ext cx="4953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650" b="1">
                <a:solidFill>
                  <a:srgbClr val="F2F5F4"/>
                </a:solidFill>
              </a:defRPr>
            </a:defPPr>
            <a:lvl1pPr algn="l">
              <a:defRPr sz="1650" b="1">
                <a:solidFill>
                  <a:srgbClr val="F2F5F4"/>
                </a:solidFill>
              </a:defRPr>
            </a:lvl1pPr>
            <a:lvl2pPr algn="l">
              <a:defRPr sz="1650" b="1">
                <a:solidFill>
                  <a:srgbClr val="F2F5F4"/>
                </a:solidFill>
              </a:defRPr>
            </a:lvl2pPr>
            <a:lvl3pPr algn="l">
              <a:defRPr sz="1650" b="1">
                <a:solidFill>
                  <a:srgbClr val="F2F5F4"/>
                </a:solidFill>
              </a:defRPr>
            </a:lvl3pPr>
            <a:lvl4pPr algn="l">
              <a:defRPr sz="1650" b="1">
                <a:solidFill>
                  <a:srgbClr val="F2F5F4"/>
                </a:solidFill>
              </a:defRPr>
            </a:lvl4pPr>
            <a:lvl5pPr algn="l">
              <a:defRPr sz="1650" b="1">
                <a:solidFill>
                  <a:srgbClr val="F2F5F4"/>
                </a:solidFill>
              </a:defRPr>
            </a:lvl5pPr>
            <a:lvl6pPr algn="l">
              <a:defRPr sz="1650" b="1">
                <a:solidFill>
                  <a:srgbClr val="F2F5F4"/>
                </a:solidFill>
              </a:defRPr>
            </a:lvl6pPr>
            <a:lvl7pPr algn="l">
              <a:defRPr sz="1650" b="1">
                <a:solidFill>
                  <a:srgbClr val="F2F5F4"/>
                </a:solidFill>
              </a:defRPr>
            </a:lvl7pPr>
            <a:lvl8pPr algn="l">
              <a:defRPr sz="1650" b="1">
                <a:solidFill>
                  <a:srgbClr val="F2F5F4"/>
                </a:solidFill>
              </a:defRPr>
            </a:lvl8pPr>
            <a:lvl9pPr algn="l">
              <a:defRPr sz="1650" b="1">
                <a:solidFill>
                  <a:srgbClr val="F2F5F4"/>
                </a:solidFill>
              </a:defRPr>
            </a:lvl9pPr>
          </a:lstStyle>
          <a:p xmlns:a="http://schemas.openxmlformats.org/drawingml/2006/main">
            <a:pPr algn="l">
              <a:defRPr sz="1650" b="1">
                <a:solidFill>
                  <a:srgbClr val="F2F5F4"/>
                </a:solidFill>
              </a:defRPr>
            </a:pPr>
            <a:r>
              <a:rPr sz="1650" b="1">
                <a:solidFill>
                  <a:srgbClr val="F2F5F4"/>
                </a:solidFill>
              </a:rPr>
              <a:t>정신력  지능  용기  교활함  행운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CCC70DD-B7B1-4841-B2BC-ABE9012F76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24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383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8F61BE3-7C1A-4345-BC2B-FCEC808662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048000"/>
            <a:ext cx="3143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350" b="0">
                <a:solidFill>
                  <a:srgbClr val="A2AFAC"/>
                </a:solidFill>
              </a:defRPr>
            </a:defPPr>
            <a:lvl1pPr algn="l">
              <a:defRPr sz="1350" b="0">
                <a:solidFill>
                  <a:srgbClr val="A2AFAC"/>
                </a:solidFill>
              </a:defRPr>
            </a:lvl1pPr>
            <a:lvl2pPr algn="l">
              <a:defRPr sz="1350" b="0">
                <a:solidFill>
                  <a:srgbClr val="A2AFAC"/>
                </a:solidFill>
              </a:defRPr>
            </a:lvl2pPr>
            <a:lvl3pPr algn="l">
              <a:defRPr sz="1350" b="0">
                <a:solidFill>
                  <a:srgbClr val="A2AFAC"/>
                </a:solidFill>
              </a:defRPr>
            </a:lvl3pPr>
            <a:lvl4pPr algn="l">
              <a:defRPr sz="1350" b="0">
                <a:solidFill>
                  <a:srgbClr val="A2AFAC"/>
                </a:solidFill>
              </a:defRPr>
            </a:lvl4pPr>
            <a:lvl5pPr algn="l">
              <a:defRPr sz="1350" b="0">
                <a:solidFill>
                  <a:srgbClr val="A2AFAC"/>
                </a:solidFill>
              </a:defRPr>
            </a:lvl5pPr>
            <a:lvl6pPr algn="l">
              <a:defRPr sz="1350" b="0">
                <a:solidFill>
                  <a:srgbClr val="A2AFAC"/>
                </a:solidFill>
              </a:defRPr>
            </a:lvl6pPr>
            <a:lvl7pPr algn="l">
              <a:defRPr sz="1350" b="0">
                <a:solidFill>
                  <a:srgbClr val="A2AFAC"/>
                </a:solidFill>
              </a:defRPr>
            </a:lvl7pPr>
            <a:lvl8pPr algn="l">
              <a:defRPr sz="1350" b="0">
                <a:solidFill>
                  <a:srgbClr val="A2AFAC"/>
                </a:solidFill>
              </a:defRPr>
            </a:lvl8pPr>
            <a:lvl9pPr algn="l">
              <a:defRPr sz="1350" b="0">
                <a:solidFill>
                  <a:srgbClr val="A2AFAC"/>
                </a:solidFill>
              </a:defRPr>
            </a:lvl9pPr>
          </a:lstStyle>
          <a:p xmlns:a="http://schemas.openxmlformats.org/drawingml/2006/main">
            <a:pPr algn="l">
              <a:defRPr sz="1350" b="0">
                <a:solidFill>
                  <a:srgbClr val="A2AFAC"/>
                </a:solidFill>
              </a:defRPr>
            </a:pPr>
            <a:r>
              <a:rPr sz="1350" b="0">
                <a:solidFill>
                  <a:srgbClr val="A2AFAC"/>
                </a:solidFill>
              </a:rPr>
              <a:t>무너지는 다리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4C9205B-1084-4869-A192-899C149398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048000"/>
            <a:ext cx="6572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00" b="1">
                <a:solidFill>
                  <a:srgbClr val="F2F5F4"/>
                </a:solidFill>
              </a:defRPr>
            </a:defPPr>
            <a:lvl1pPr algn="l">
              <a:defRPr sz="1500" b="1">
                <a:solidFill>
                  <a:srgbClr val="F2F5F4"/>
                </a:solidFill>
              </a:defRPr>
            </a:lvl1pPr>
            <a:lvl2pPr algn="l">
              <a:defRPr sz="1500" b="1">
                <a:solidFill>
                  <a:srgbClr val="F2F5F4"/>
                </a:solidFill>
              </a:defRPr>
            </a:lvl2pPr>
            <a:lvl3pPr algn="l">
              <a:defRPr sz="1500" b="1">
                <a:solidFill>
                  <a:srgbClr val="F2F5F4"/>
                </a:solidFill>
              </a:defRPr>
            </a:lvl3pPr>
            <a:lvl4pPr algn="l">
              <a:defRPr sz="1500" b="1">
                <a:solidFill>
                  <a:srgbClr val="F2F5F4"/>
                </a:solidFill>
              </a:defRPr>
            </a:lvl4pPr>
            <a:lvl5pPr algn="l">
              <a:defRPr sz="1500" b="1">
                <a:solidFill>
                  <a:srgbClr val="F2F5F4"/>
                </a:solidFill>
              </a:defRPr>
            </a:lvl5pPr>
            <a:lvl6pPr algn="l">
              <a:defRPr sz="1500" b="1">
                <a:solidFill>
                  <a:srgbClr val="F2F5F4"/>
                </a:solidFill>
              </a:defRPr>
            </a:lvl6pPr>
            <a:lvl7pPr algn="l">
              <a:defRPr sz="1500" b="1">
                <a:solidFill>
                  <a:srgbClr val="F2F5F4"/>
                </a:solidFill>
              </a:defRPr>
            </a:lvl7pPr>
            <a:lvl8pPr algn="l">
              <a:defRPr sz="1500" b="1">
                <a:solidFill>
                  <a:srgbClr val="F2F5F4"/>
                </a:solidFill>
              </a:defRPr>
            </a:lvl8pPr>
            <a:lvl9pPr algn="l">
              <a:defRPr sz="1500" b="1">
                <a:solidFill>
                  <a:srgbClr val="F2F5F4"/>
                </a:solidFill>
              </a:defRPr>
            </a:lvl9pPr>
          </a:lstStyle>
          <a:p xmlns:a="http://schemas.openxmlformats.org/drawingml/2006/main">
            <a:pPr algn="l">
              <a:defRPr sz="1500" b="1">
                <a:solidFill>
                  <a:srgbClr val="F2F5F4"/>
                </a:solidFill>
              </a:defRPr>
            </a:pPr>
            <a:r>
              <a:rPr sz="1500" b="1">
                <a:solidFill>
                  <a:srgbClr val="F2F5F4"/>
                </a:solidFill>
              </a:rPr>
              <a:t>민첩성 + 균형감각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1EADA0E-6B30-4DC3-9FCB-463F188033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467100"/>
            <a:ext cx="10287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383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952473B-4946-4F02-99EE-D0FFC9BCE2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571875"/>
            <a:ext cx="3143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350" b="0">
                <a:solidFill>
                  <a:srgbClr val="A2AFAC"/>
                </a:solidFill>
              </a:defRPr>
            </a:defPPr>
            <a:lvl1pPr algn="l">
              <a:defRPr sz="1350" b="0">
                <a:solidFill>
                  <a:srgbClr val="A2AFAC"/>
                </a:solidFill>
              </a:defRPr>
            </a:lvl1pPr>
            <a:lvl2pPr algn="l">
              <a:defRPr sz="1350" b="0">
                <a:solidFill>
                  <a:srgbClr val="A2AFAC"/>
                </a:solidFill>
              </a:defRPr>
            </a:lvl2pPr>
            <a:lvl3pPr algn="l">
              <a:defRPr sz="1350" b="0">
                <a:solidFill>
                  <a:srgbClr val="A2AFAC"/>
                </a:solidFill>
              </a:defRPr>
            </a:lvl3pPr>
            <a:lvl4pPr algn="l">
              <a:defRPr sz="1350" b="0">
                <a:solidFill>
                  <a:srgbClr val="A2AFAC"/>
                </a:solidFill>
              </a:defRPr>
            </a:lvl4pPr>
            <a:lvl5pPr algn="l">
              <a:defRPr sz="1350" b="0">
                <a:solidFill>
                  <a:srgbClr val="A2AFAC"/>
                </a:solidFill>
              </a:defRPr>
            </a:lvl5pPr>
            <a:lvl6pPr algn="l">
              <a:defRPr sz="1350" b="0">
                <a:solidFill>
                  <a:srgbClr val="A2AFAC"/>
                </a:solidFill>
              </a:defRPr>
            </a:lvl6pPr>
            <a:lvl7pPr algn="l">
              <a:defRPr sz="1350" b="0">
                <a:solidFill>
                  <a:srgbClr val="A2AFAC"/>
                </a:solidFill>
              </a:defRPr>
            </a:lvl7pPr>
            <a:lvl8pPr algn="l">
              <a:defRPr sz="1350" b="0">
                <a:solidFill>
                  <a:srgbClr val="A2AFAC"/>
                </a:solidFill>
              </a:defRPr>
            </a:lvl8pPr>
            <a:lvl9pPr algn="l">
              <a:defRPr sz="1350" b="0">
                <a:solidFill>
                  <a:srgbClr val="A2AFAC"/>
                </a:solidFill>
              </a:defRPr>
            </a:lvl9pPr>
          </a:lstStyle>
          <a:p xmlns:a="http://schemas.openxmlformats.org/drawingml/2006/main">
            <a:pPr algn="l">
              <a:defRPr sz="1350" b="0">
                <a:solidFill>
                  <a:srgbClr val="A2AFAC"/>
                </a:solidFill>
              </a:defRPr>
            </a:pPr>
            <a:r>
              <a:rPr sz="1350" b="0">
                <a:solidFill>
                  <a:srgbClr val="A2AFAC"/>
                </a:solidFill>
              </a:rPr>
              <a:t>부상자 운반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B449B2F-14F0-45E8-B1A4-FFA338E5B3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571875"/>
            <a:ext cx="6572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00" b="1">
                <a:solidFill>
                  <a:srgbClr val="F2F5F4"/>
                </a:solidFill>
              </a:defRPr>
            </a:defPPr>
            <a:lvl1pPr algn="l">
              <a:defRPr sz="1500" b="1">
                <a:solidFill>
                  <a:srgbClr val="F2F5F4"/>
                </a:solidFill>
              </a:defRPr>
            </a:lvl1pPr>
            <a:lvl2pPr algn="l">
              <a:defRPr sz="1500" b="1">
                <a:solidFill>
                  <a:srgbClr val="F2F5F4"/>
                </a:solidFill>
              </a:defRPr>
            </a:lvl2pPr>
            <a:lvl3pPr algn="l">
              <a:defRPr sz="1500" b="1">
                <a:solidFill>
                  <a:srgbClr val="F2F5F4"/>
                </a:solidFill>
              </a:defRPr>
            </a:lvl3pPr>
            <a:lvl4pPr algn="l">
              <a:defRPr sz="1500" b="1">
                <a:solidFill>
                  <a:srgbClr val="F2F5F4"/>
                </a:solidFill>
              </a:defRPr>
            </a:lvl4pPr>
            <a:lvl5pPr algn="l">
              <a:defRPr sz="1500" b="1">
                <a:solidFill>
                  <a:srgbClr val="F2F5F4"/>
                </a:solidFill>
              </a:defRPr>
            </a:lvl5pPr>
            <a:lvl6pPr algn="l">
              <a:defRPr sz="1500" b="1">
                <a:solidFill>
                  <a:srgbClr val="F2F5F4"/>
                </a:solidFill>
              </a:defRPr>
            </a:lvl6pPr>
            <a:lvl7pPr algn="l">
              <a:defRPr sz="1500" b="1">
                <a:solidFill>
                  <a:srgbClr val="F2F5F4"/>
                </a:solidFill>
              </a:defRPr>
            </a:lvl7pPr>
            <a:lvl8pPr algn="l">
              <a:defRPr sz="1500" b="1">
                <a:solidFill>
                  <a:srgbClr val="F2F5F4"/>
                </a:solidFill>
              </a:defRPr>
            </a:lvl8pPr>
            <a:lvl9pPr algn="l">
              <a:defRPr sz="1500" b="1">
                <a:solidFill>
                  <a:srgbClr val="F2F5F4"/>
                </a:solidFill>
              </a:defRPr>
            </a:lvl9pPr>
          </a:lstStyle>
          <a:p xmlns:a="http://schemas.openxmlformats.org/drawingml/2006/main">
            <a:pPr algn="l">
              <a:defRPr sz="1500" b="1">
                <a:solidFill>
                  <a:srgbClr val="F2F5F4"/>
                </a:solidFill>
              </a:defRPr>
            </a:pPr>
            <a:r>
              <a:rPr sz="1500" b="1">
                <a:solidFill>
                  <a:srgbClr val="F2F5F4"/>
                </a:solidFill>
              </a:rPr>
              <a:t>근력 + 지구력 + 용기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9F333D3-8C98-48B4-8BF3-B7CC9DE1A3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990975"/>
            <a:ext cx="10287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383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3BF6118-8355-46D7-A763-48337694CF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95750"/>
            <a:ext cx="3143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350" b="0">
                <a:solidFill>
                  <a:srgbClr val="A2AFAC"/>
                </a:solidFill>
              </a:defRPr>
            </a:defPPr>
            <a:lvl1pPr algn="l">
              <a:defRPr sz="1350" b="0">
                <a:solidFill>
                  <a:srgbClr val="A2AFAC"/>
                </a:solidFill>
              </a:defRPr>
            </a:lvl1pPr>
            <a:lvl2pPr algn="l">
              <a:defRPr sz="1350" b="0">
                <a:solidFill>
                  <a:srgbClr val="A2AFAC"/>
                </a:solidFill>
              </a:defRPr>
            </a:lvl2pPr>
            <a:lvl3pPr algn="l">
              <a:defRPr sz="1350" b="0">
                <a:solidFill>
                  <a:srgbClr val="A2AFAC"/>
                </a:solidFill>
              </a:defRPr>
            </a:lvl3pPr>
            <a:lvl4pPr algn="l">
              <a:defRPr sz="1350" b="0">
                <a:solidFill>
                  <a:srgbClr val="A2AFAC"/>
                </a:solidFill>
              </a:defRPr>
            </a:lvl4pPr>
            <a:lvl5pPr algn="l">
              <a:defRPr sz="1350" b="0">
                <a:solidFill>
                  <a:srgbClr val="A2AFAC"/>
                </a:solidFill>
              </a:defRPr>
            </a:lvl5pPr>
            <a:lvl6pPr algn="l">
              <a:defRPr sz="1350" b="0">
                <a:solidFill>
                  <a:srgbClr val="A2AFAC"/>
                </a:solidFill>
              </a:defRPr>
            </a:lvl6pPr>
            <a:lvl7pPr algn="l">
              <a:defRPr sz="1350" b="0">
                <a:solidFill>
                  <a:srgbClr val="A2AFAC"/>
                </a:solidFill>
              </a:defRPr>
            </a:lvl7pPr>
            <a:lvl8pPr algn="l">
              <a:defRPr sz="1350" b="0">
                <a:solidFill>
                  <a:srgbClr val="A2AFAC"/>
                </a:solidFill>
              </a:defRPr>
            </a:lvl8pPr>
            <a:lvl9pPr algn="l">
              <a:defRPr sz="1350" b="0">
                <a:solidFill>
                  <a:srgbClr val="A2AFAC"/>
                </a:solidFill>
              </a:defRPr>
            </a:lvl9pPr>
          </a:lstStyle>
          <a:p xmlns:a="http://schemas.openxmlformats.org/drawingml/2006/main">
            <a:pPr algn="l">
              <a:defRPr sz="1350" b="0">
                <a:solidFill>
                  <a:srgbClr val="A2AFAC"/>
                </a:solidFill>
              </a:defRPr>
            </a:pPr>
            <a:r>
              <a:rPr sz="1350" b="0">
                <a:solidFill>
                  <a:srgbClr val="A2AFAC"/>
                </a:solidFill>
              </a:rPr>
              <a:t>공간 규칙 추론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808C273-C677-4768-880C-74B9762A34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4095750"/>
            <a:ext cx="6572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00" b="1">
                <a:solidFill>
                  <a:srgbClr val="F2F5F4"/>
                </a:solidFill>
              </a:defRPr>
            </a:defPPr>
            <a:lvl1pPr algn="l">
              <a:defRPr sz="1500" b="1">
                <a:solidFill>
                  <a:srgbClr val="F2F5F4"/>
                </a:solidFill>
              </a:defRPr>
            </a:lvl1pPr>
            <a:lvl2pPr algn="l">
              <a:defRPr sz="1500" b="1">
                <a:solidFill>
                  <a:srgbClr val="F2F5F4"/>
                </a:solidFill>
              </a:defRPr>
            </a:lvl2pPr>
            <a:lvl3pPr algn="l">
              <a:defRPr sz="1500" b="1">
                <a:solidFill>
                  <a:srgbClr val="F2F5F4"/>
                </a:solidFill>
              </a:defRPr>
            </a:lvl3pPr>
            <a:lvl4pPr algn="l">
              <a:defRPr sz="1500" b="1">
                <a:solidFill>
                  <a:srgbClr val="F2F5F4"/>
                </a:solidFill>
              </a:defRPr>
            </a:lvl4pPr>
            <a:lvl5pPr algn="l">
              <a:defRPr sz="1500" b="1">
                <a:solidFill>
                  <a:srgbClr val="F2F5F4"/>
                </a:solidFill>
              </a:defRPr>
            </a:lvl5pPr>
            <a:lvl6pPr algn="l">
              <a:defRPr sz="1500" b="1">
                <a:solidFill>
                  <a:srgbClr val="F2F5F4"/>
                </a:solidFill>
              </a:defRPr>
            </a:lvl6pPr>
            <a:lvl7pPr algn="l">
              <a:defRPr sz="1500" b="1">
                <a:solidFill>
                  <a:srgbClr val="F2F5F4"/>
                </a:solidFill>
              </a:defRPr>
            </a:lvl7pPr>
            <a:lvl8pPr algn="l">
              <a:defRPr sz="1500" b="1">
                <a:solidFill>
                  <a:srgbClr val="F2F5F4"/>
                </a:solidFill>
              </a:defRPr>
            </a:lvl8pPr>
            <a:lvl9pPr algn="l">
              <a:defRPr sz="1500" b="1">
                <a:solidFill>
                  <a:srgbClr val="F2F5F4"/>
                </a:solidFill>
              </a:defRPr>
            </a:lvl9pPr>
          </a:lstStyle>
          <a:p xmlns:a="http://schemas.openxmlformats.org/drawingml/2006/main">
            <a:pPr algn="l">
              <a:defRPr sz="1500" b="1">
                <a:solidFill>
                  <a:srgbClr val="F2F5F4"/>
                </a:solidFill>
              </a:defRPr>
            </a:pPr>
            <a:r>
              <a:rPr sz="1500" b="1">
                <a:solidFill>
                  <a:srgbClr val="F2F5F4"/>
                </a:solidFill>
              </a:rPr>
              <a:t>지능 + 정신력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66A8EAE-A4B2-4494-AFD2-B83916B75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514850"/>
            <a:ext cx="10287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383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2E82571-5473-48D7-AC8C-A01DA8163E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619625"/>
            <a:ext cx="3143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350" b="0">
                <a:solidFill>
                  <a:srgbClr val="A2AFAC"/>
                </a:solidFill>
              </a:defRPr>
            </a:defPPr>
            <a:lvl1pPr algn="l">
              <a:defRPr sz="1350" b="0">
                <a:solidFill>
                  <a:srgbClr val="A2AFAC"/>
                </a:solidFill>
              </a:defRPr>
            </a:lvl1pPr>
            <a:lvl2pPr algn="l">
              <a:defRPr sz="1350" b="0">
                <a:solidFill>
                  <a:srgbClr val="A2AFAC"/>
                </a:solidFill>
              </a:defRPr>
            </a:lvl2pPr>
            <a:lvl3pPr algn="l">
              <a:defRPr sz="1350" b="0">
                <a:solidFill>
                  <a:srgbClr val="A2AFAC"/>
                </a:solidFill>
              </a:defRPr>
            </a:lvl3pPr>
            <a:lvl4pPr algn="l">
              <a:defRPr sz="1350" b="0">
                <a:solidFill>
                  <a:srgbClr val="A2AFAC"/>
                </a:solidFill>
              </a:defRPr>
            </a:lvl4pPr>
            <a:lvl5pPr algn="l">
              <a:defRPr sz="1350" b="0">
                <a:solidFill>
                  <a:srgbClr val="A2AFAC"/>
                </a:solidFill>
              </a:defRPr>
            </a:lvl5pPr>
            <a:lvl6pPr algn="l">
              <a:defRPr sz="1350" b="0">
                <a:solidFill>
                  <a:srgbClr val="A2AFAC"/>
                </a:solidFill>
              </a:defRPr>
            </a:lvl6pPr>
            <a:lvl7pPr algn="l">
              <a:defRPr sz="1350" b="0">
                <a:solidFill>
                  <a:srgbClr val="A2AFAC"/>
                </a:solidFill>
              </a:defRPr>
            </a:lvl7pPr>
            <a:lvl8pPr algn="l">
              <a:defRPr sz="1350" b="0">
                <a:solidFill>
                  <a:srgbClr val="A2AFAC"/>
                </a:solidFill>
              </a:defRPr>
            </a:lvl8pPr>
            <a:lvl9pPr algn="l">
              <a:defRPr sz="1350" b="0">
                <a:solidFill>
                  <a:srgbClr val="A2AFAC"/>
                </a:solidFill>
              </a:defRPr>
            </a:lvl9pPr>
          </a:lstStyle>
          <a:p xmlns:a="http://schemas.openxmlformats.org/drawingml/2006/main">
            <a:pPr algn="l">
              <a:defRPr sz="1350" b="0">
                <a:solidFill>
                  <a:srgbClr val="A2AFAC"/>
                </a:solidFill>
              </a:defRPr>
            </a:pPr>
            <a:r>
              <a:rPr sz="1350" b="0">
                <a:solidFill>
                  <a:srgbClr val="A2AFAC"/>
                </a:solidFill>
              </a:rPr>
              <a:t>이상 존재 기만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C1B7006-629B-41E9-8B0E-2BEEA43FC6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4619625"/>
            <a:ext cx="6572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00" b="1">
                <a:solidFill>
                  <a:srgbClr val="F2F5F4"/>
                </a:solidFill>
              </a:defRPr>
            </a:defPPr>
            <a:lvl1pPr algn="l">
              <a:defRPr sz="1500" b="1">
                <a:solidFill>
                  <a:srgbClr val="F2F5F4"/>
                </a:solidFill>
              </a:defRPr>
            </a:lvl1pPr>
            <a:lvl2pPr algn="l">
              <a:defRPr sz="1500" b="1">
                <a:solidFill>
                  <a:srgbClr val="F2F5F4"/>
                </a:solidFill>
              </a:defRPr>
            </a:lvl2pPr>
            <a:lvl3pPr algn="l">
              <a:defRPr sz="1500" b="1">
                <a:solidFill>
                  <a:srgbClr val="F2F5F4"/>
                </a:solidFill>
              </a:defRPr>
            </a:lvl3pPr>
            <a:lvl4pPr algn="l">
              <a:defRPr sz="1500" b="1">
                <a:solidFill>
                  <a:srgbClr val="F2F5F4"/>
                </a:solidFill>
              </a:defRPr>
            </a:lvl4pPr>
            <a:lvl5pPr algn="l">
              <a:defRPr sz="1500" b="1">
                <a:solidFill>
                  <a:srgbClr val="F2F5F4"/>
                </a:solidFill>
              </a:defRPr>
            </a:lvl5pPr>
            <a:lvl6pPr algn="l">
              <a:defRPr sz="1500" b="1">
                <a:solidFill>
                  <a:srgbClr val="F2F5F4"/>
                </a:solidFill>
              </a:defRPr>
            </a:lvl6pPr>
            <a:lvl7pPr algn="l">
              <a:defRPr sz="1500" b="1">
                <a:solidFill>
                  <a:srgbClr val="F2F5F4"/>
                </a:solidFill>
              </a:defRPr>
            </a:lvl7pPr>
            <a:lvl8pPr algn="l">
              <a:defRPr sz="1500" b="1">
                <a:solidFill>
                  <a:srgbClr val="F2F5F4"/>
                </a:solidFill>
              </a:defRPr>
            </a:lvl8pPr>
            <a:lvl9pPr algn="l">
              <a:defRPr sz="1500" b="1">
                <a:solidFill>
                  <a:srgbClr val="F2F5F4"/>
                </a:solidFill>
              </a:defRPr>
            </a:lvl9pPr>
          </a:lstStyle>
          <a:p xmlns:a="http://schemas.openxmlformats.org/drawingml/2006/main">
            <a:pPr algn="l">
              <a:defRPr sz="1500" b="1">
                <a:solidFill>
                  <a:srgbClr val="F2F5F4"/>
                </a:solidFill>
              </a:defRPr>
            </a:pPr>
            <a:r>
              <a:rPr sz="1500" b="1">
                <a:solidFill>
                  <a:srgbClr val="F2F5F4"/>
                </a:solidFill>
              </a:rPr>
              <a:t>교활함 + 용기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FBED2D6-F50F-4B25-8BCE-51606A0830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38725"/>
            <a:ext cx="10287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383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9A666BD-9E7D-44ED-951B-1C956B83DE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143500"/>
            <a:ext cx="3143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350" b="0">
                <a:solidFill>
                  <a:srgbClr val="A2AFAC"/>
                </a:solidFill>
              </a:defRPr>
            </a:defPPr>
            <a:lvl1pPr algn="l">
              <a:defRPr sz="1350" b="0">
                <a:solidFill>
                  <a:srgbClr val="A2AFAC"/>
                </a:solidFill>
              </a:defRPr>
            </a:lvl1pPr>
            <a:lvl2pPr algn="l">
              <a:defRPr sz="1350" b="0">
                <a:solidFill>
                  <a:srgbClr val="A2AFAC"/>
                </a:solidFill>
              </a:defRPr>
            </a:lvl2pPr>
            <a:lvl3pPr algn="l">
              <a:defRPr sz="1350" b="0">
                <a:solidFill>
                  <a:srgbClr val="A2AFAC"/>
                </a:solidFill>
              </a:defRPr>
            </a:lvl3pPr>
            <a:lvl4pPr algn="l">
              <a:defRPr sz="1350" b="0">
                <a:solidFill>
                  <a:srgbClr val="A2AFAC"/>
                </a:solidFill>
              </a:defRPr>
            </a:lvl4pPr>
            <a:lvl5pPr algn="l">
              <a:defRPr sz="1350" b="0">
                <a:solidFill>
                  <a:srgbClr val="A2AFAC"/>
                </a:solidFill>
              </a:defRPr>
            </a:lvl5pPr>
            <a:lvl6pPr algn="l">
              <a:defRPr sz="1350" b="0">
                <a:solidFill>
                  <a:srgbClr val="A2AFAC"/>
                </a:solidFill>
              </a:defRPr>
            </a:lvl6pPr>
            <a:lvl7pPr algn="l">
              <a:defRPr sz="1350" b="0">
                <a:solidFill>
                  <a:srgbClr val="A2AFAC"/>
                </a:solidFill>
              </a:defRPr>
            </a:lvl7pPr>
            <a:lvl8pPr algn="l">
              <a:defRPr sz="1350" b="0">
                <a:solidFill>
                  <a:srgbClr val="A2AFAC"/>
                </a:solidFill>
              </a:defRPr>
            </a:lvl8pPr>
            <a:lvl9pPr algn="l">
              <a:defRPr sz="1350" b="0">
                <a:solidFill>
                  <a:srgbClr val="A2AFAC"/>
                </a:solidFill>
              </a:defRPr>
            </a:lvl9pPr>
          </a:lstStyle>
          <a:p xmlns:a="http://schemas.openxmlformats.org/drawingml/2006/main">
            <a:pPr algn="l">
              <a:defRPr sz="1350" b="0">
                <a:solidFill>
                  <a:srgbClr val="A2AFAC"/>
                </a:solidFill>
              </a:defRPr>
            </a:pPr>
            <a:r>
              <a:rPr sz="1350" b="0">
                <a:solidFill>
                  <a:srgbClr val="A2AFAC"/>
                </a:solidFill>
              </a:rPr>
              <a:t>좁은 통로 탈출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956C556-89B3-4CE6-925E-79A9121A9C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5143500"/>
            <a:ext cx="6572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00" b="1">
                <a:solidFill>
                  <a:srgbClr val="F2F5F4"/>
                </a:solidFill>
              </a:defRPr>
            </a:defPPr>
            <a:lvl1pPr algn="l">
              <a:defRPr sz="1500" b="1">
                <a:solidFill>
                  <a:srgbClr val="F2F5F4"/>
                </a:solidFill>
              </a:defRPr>
            </a:lvl1pPr>
            <a:lvl2pPr algn="l">
              <a:defRPr sz="1500" b="1">
                <a:solidFill>
                  <a:srgbClr val="F2F5F4"/>
                </a:solidFill>
              </a:defRPr>
            </a:lvl2pPr>
            <a:lvl3pPr algn="l">
              <a:defRPr sz="1500" b="1">
                <a:solidFill>
                  <a:srgbClr val="F2F5F4"/>
                </a:solidFill>
              </a:defRPr>
            </a:lvl3pPr>
            <a:lvl4pPr algn="l">
              <a:defRPr sz="1500" b="1">
                <a:solidFill>
                  <a:srgbClr val="F2F5F4"/>
                </a:solidFill>
              </a:defRPr>
            </a:lvl4pPr>
            <a:lvl5pPr algn="l">
              <a:defRPr sz="1500" b="1">
                <a:solidFill>
                  <a:srgbClr val="F2F5F4"/>
                </a:solidFill>
              </a:defRPr>
            </a:lvl5pPr>
            <a:lvl6pPr algn="l">
              <a:defRPr sz="1500" b="1">
                <a:solidFill>
                  <a:srgbClr val="F2F5F4"/>
                </a:solidFill>
              </a:defRPr>
            </a:lvl6pPr>
            <a:lvl7pPr algn="l">
              <a:defRPr sz="1500" b="1">
                <a:solidFill>
                  <a:srgbClr val="F2F5F4"/>
                </a:solidFill>
              </a:defRPr>
            </a:lvl7pPr>
            <a:lvl8pPr algn="l">
              <a:defRPr sz="1500" b="1">
                <a:solidFill>
                  <a:srgbClr val="F2F5F4"/>
                </a:solidFill>
              </a:defRPr>
            </a:lvl8pPr>
            <a:lvl9pPr algn="l">
              <a:defRPr sz="1500" b="1">
                <a:solidFill>
                  <a:srgbClr val="F2F5F4"/>
                </a:solidFill>
              </a:defRPr>
            </a:lvl9pPr>
          </a:lstStyle>
          <a:p xmlns:a="http://schemas.openxmlformats.org/drawingml/2006/main">
            <a:pPr algn="l">
              <a:defRPr sz="1500" b="1">
                <a:solidFill>
                  <a:srgbClr val="F2F5F4"/>
                </a:solidFill>
              </a:defRPr>
            </a:pPr>
            <a:r>
              <a:rPr sz="1500" b="1">
                <a:solidFill>
                  <a:srgbClr val="F2F5F4"/>
                </a:solidFill>
              </a:rPr>
              <a:t>유연성 + 정신력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B1E3371-A7E9-4BA1-BB80-D0D19822D1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562600"/>
            <a:ext cx="10287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383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FEC8B95-A40C-4A1E-B13A-5B86CA38FE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500" b="1">
                <a:solidFill>
                  <a:srgbClr val="38D6C4"/>
                </a:solidFill>
              </a:defRPr>
            </a:defPPr>
            <a:lvl1pPr algn="ctr">
              <a:defRPr sz="1500" b="1">
                <a:solidFill>
                  <a:srgbClr val="38D6C4"/>
                </a:solidFill>
              </a:defRPr>
            </a:lvl1pPr>
            <a:lvl2pPr algn="ctr">
              <a:defRPr sz="1500" b="1">
                <a:solidFill>
                  <a:srgbClr val="38D6C4"/>
                </a:solidFill>
              </a:defRPr>
            </a:lvl2pPr>
            <a:lvl3pPr algn="ctr">
              <a:defRPr sz="1500" b="1">
                <a:solidFill>
                  <a:srgbClr val="38D6C4"/>
                </a:solidFill>
              </a:defRPr>
            </a:lvl3pPr>
            <a:lvl4pPr algn="ctr">
              <a:defRPr sz="1500" b="1">
                <a:solidFill>
                  <a:srgbClr val="38D6C4"/>
                </a:solidFill>
              </a:defRPr>
            </a:lvl4pPr>
            <a:lvl5pPr algn="ctr">
              <a:defRPr sz="1500" b="1">
                <a:solidFill>
                  <a:srgbClr val="38D6C4"/>
                </a:solidFill>
              </a:defRPr>
            </a:lvl5pPr>
            <a:lvl6pPr algn="ctr">
              <a:defRPr sz="1500" b="1">
                <a:solidFill>
                  <a:srgbClr val="38D6C4"/>
                </a:solidFill>
              </a:defRPr>
            </a:lvl6pPr>
            <a:lvl7pPr algn="ctr">
              <a:defRPr sz="1500" b="1">
                <a:solidFill>
                  <a:srgbClr val="38D6C4"/>
                </a:solidFill>
              </a:defRPr>
            </a:lvl7pPr>
            <a:lvl8pPr algn="ctr">
              <a:defRPr sz="1500" b="1">
                <a:solidFill>
                  <a:srgbClr val="38D6C4"/>
                </a:solidFill>
              </a:defRPr>
            </a:lvl8pPr>
            <a:lvl9pPr algn="ctr">
              <a:defRPr sz="1500" b="1">
                <a:solidFill>
                  <a:srgbClr val="38D6C4"/>
                </a:solidFill>
              </a:defRPr>
            </a:lvl9pPr>
          </a:lstStyle>
          <a:p xmlns:a="http://schemas.openxmlformats.org/drawingml/2006/main">
            <a:pPr algn="ctr">
              <a:defRPr sz="1500" b="1">
                <a:solidFill>
                  <a:srgbClr val="38D6C4"/>
                </a:solidFill>
              </a:defRPr>
            </a:pPr>
            <a:r>
              <a:rPr sz="1500" b="1">
                <a:solidFill>
                  <a:srgbClr val="38D6C4"/>
                </a:solidFill>
              </a:rPr>
              <a:t>판정 = 관련 능력치 2~3개 + 장비 + 정보 + 현재 상태</a:t>
            </a:r>
          </a:p>
        </p:txBody>
      </p:sp>
    </p:spTree>
    <p:extLst>
      <p:ext uri="{BB962C8B-B14F-4D97-AF65-F5344CB8AC3E}">
        <p14:creationId xmlns:p14="http://schemas.microsoft.com/office/powerpoint/2010/main" val="707440936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0A0E0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DF4F45D-A08A-4121-A3E7-FA2B00FF82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333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D6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71C206D-FAF8-4EF7-9050-DCC8012059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8575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900" b="1">
                <a:solidFill>
                  <a:srgbClr val="38D6C4"/>
                </a:solidFill>
              </a:defRPr>
            </a:defPPr>
            <a:lvl1pPr algn="l">
              <a:defRPr sz="900" b="1">
                <a:solidFill>
                  <a:srgbClr val="38D6C4"/>
                </a:solidFill>
              </a:defRPr>
            </a:lvl1pPr>
            <a:lvl2pPr algn="l">
              <a:defRPr sz="900" b="1">
                <a:solidFill>
                  <a:srgbClr val="38D6C4"/>
                </a:solidFill>
              </a:defRPr>
            </a:lvl2pPr>
            <a:lvl3pPr algn="l">
              <a:defRPr sz="900" b="1">
                <a:solidFill>
                  <a:srgbClr val="38D6C4"/>
                </a:solidFill>
              </a:defRPr>
            </a:lvl3pPr>
            <a:lvl4pPr algn="l">
              <a:defRPr sz="900" b="1">
                <a:solidFill>
                  <a:srgbClr val="38D6C4"/>
                </a:solidFill>
              </a:defRPr>
            </a:lvl4pPr>
            <a:lvl5pPr algn="l">
              <a:defRPr sz="900" b="1">
                <a:solidFill>
                  <a:srgbClr val="38D6C4"/>
                </a:solidFill>
              </a:defRPr>
            </a:lvl5pPr>
            <a:lvl6pPr algn="l">
              <a:defRPr sz="900" b="1">
                <a:solidFill>
                  <a:srgbClr val="38D6C4"/>
                </a:solidFill>
              </a:defRPr>
            </a:lvl6pPr>
            <a:lvl7pPr algn="l">
              <a:defRPr sz="900" b="1">
                <a:solidFill>
                  <a:srgbClr val="38D6C4"/>
                </a:solidFill>
              </a:defRPr>
            </a:lvl7pPr>
            <a:lvl8pPr algn="l">
              <a:defRPr sz="900" b="1">
                <a:solidFill>
                  <a:srgbClr val="38D6C4"/>
                </a:solidFill>
              </a:defRPr>
            </a:lvl8pPr>
            <a:lvl9pPr algn="l">
              <a:defRPr sz="900" b="1">
                <a:solidFill>
                  <a:srgbClr val="38D6C4"/>
                </a:solidFill>
              </a:defRPr>
            </a:lvl9pPr>
          </a:lstStyle>
          <a:p xmlns:a="http://schemas.openxmlformats.org/drawingml/2006/main">
            <a:pPr algn="l">
              <a:defRPr sz="900" b="1">
                <a:solidFill>
                  <a:srgbClr val="38D6C4"/>
                </a:solidFill>
              </a:defRPr>
            </a:pPr>
            <a:r>
              <a:rPr sz="900" b="1">
                <a:solidFill>
                  <a:srgbClr val="38D6C4"/>
                </a:solidFill>
              </a:rPr>
              <a:t>PERSONALITY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2B1F787-F4F9-404E-8ED8-5401954ABD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71500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550" b="1">
                <a:solidFill>
                  <a:srgbClr val="F2F5F4"/>
                </a:solidFill>
              </a:defRPr>
            </a:defPPr>
            <a:lvl1pPr algn="l">
              <a:defRPr sz="2550" b="1">
                <a:solidFill>
                  <a:srgbClr val="F2F5F4"/>
                </a:solidFill>
              </a:defRPr>
            </a:lvl1pPr>
            <a:lvl2pPr algn="l">
              <a:defRPr sz="2550" b="1">
                <a:solidFill>
                  <a:srgbClr val="F2F5F4"/>
                </a:solidFill>
              </a:defRPr>
            </a:lvl2pPr>
            <a:lvl3pPr algn="l">
              <a:defRPr sz="2550" b="1">
                <a:solidFill>
                  <a:srgbClr val="F2F5F4"/>
                </a:solidFill>
              </a:defRPr>
            </a:lvl3pPr>
            <a:lvl4pPr algn="l">
              <a:defRPr sz="2550" b="1">
                <a:solidFill>
                  <a:srgbClr val="F2F5F4"/>
                </a:solidFill>
              </a:defRPr>
            </a:lvl4pPr>
            <a:lvl5pPr algn="l">
              <a:defRPr sz="2550" b="1">
                <a:solidFill>
                  <a:srgbClr val="F2F5F4"/>
                </a:solidFill>
              </a:defRPr>
            </a:lvl5pPr>
            <a:lvl6pPr algn="l">
              <a:defRPr sz="2550" b="1">
                <a:solidFill>
                  <a:srgbClr val="F2F5F4"/>
                </a:solidFill>
              </a:defRPr>
            </a:lvl6pPr>
            <a:lvl7pPr algn="l">
              <a:defRPr sz="2550" b="1">
                <a:solidFill>
                  <a:srgbClr val="F2F5F4"/>
                </a:solidFill>
              </a:defRPr>
            </a:lvl7pPr>
            <a:lvl8pPr algn="l">
              <a:defRPr sz="2550" b="1">
                <a:solidFill>
                  <a:srgbClr val="F2F5F4"/>
                </a:solidFill>
              </a:defRPr>
            </a:lvl8pPr>
            <a:lvl9pPr algn="l">
              <a:defRPr sz="2550" b="1">
                <a:solidFill>
                  <a:srgbClr val="F2F5F4"/>
                </a:solidFill>
              </a:defRPr>
            </a:lvl9pPr>
          </a:lstStyle>
          <a:p xmlns:a="http://schemas.openxmlformats.org/drawingml/2006/main">
            <a:pPr algn="l">
              <a:defRPr sz="2550" b="1">
                <a:solidFill>
                  <a:srgbClr val="F2F5F4"/>
                </a:solidFill>
              </a:defRPr>
            </a:pPr>
            <a:r>
              <a:rPr sz="2550" b="1">
                <a:solidFill>
                  <a:srgbClr val="F2F5F4"/>
                </a:solidFill>
              </a:rPr>
              <a:t>성격 시스템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A47CE2D-7F71-45F1-B446-45FE554180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200150"/>
            <a:ext cx="11201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383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41F6870-89C4-433D-A240-CB1F1419E1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28575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900" b="1">
                <a:solidFill>
                  <a:srgbClr val="A2AFAC"/>
                </a:solidFill>
              </a:defRPr>
            </a:defPPr>
            <a:lvl1pPr algn="r">
              <a:defRPr sz="900" b="1">
                <a:solidFill>
                  <a:srgbClr val="A2AFAC"/>
                </a:solidFill>
              </a:defRPr>
            </a:lvl1pPr>
            <a:lvl2pPr algn="r">
              <a:defRPr sz="900" b="1">
                <a:solidFill>
                  <a:srgbClr val="A2AFAC"/>
                </a:solidFill>
              </a:defRPr>
            </a:lvl2pPr>
            <a:lvl3pPr algn="r">
              <a:defRPr sz="900" b="1">
                <a:solidFill>
                  <a:srgbClr val="A2AFAC"/>
                </a:solidFill>
              </a:defRPr>
            </a:lvl3pPr>
            <a:lvl4pPr algn="r">
              <a:defRPr sz="900" b="1">
                <a:solidFill>
                  <a:srgbClr val="A2AFAC"/>
                </a:solidFill>
              </a:defRPr>
            </a:lvl4pPr>
            <a:lvl5pPr algn="r">
              <a:defRPr sz="900" b="1">
                <a:solidFill>
                  <a:srgbClr val="A2AFAC"/>
                </a:solidFill>
              </a:defRPr>
            </a:lvl5pPr>
            <a:lvl6pPr algn="r">
              <a:defRPr sz="900" b="1">
                <a:solidFill>
                  <a:srgbClr val="A2AFAC"/>
                </a:solidFill>
              </a:defRPr>
            </a:lvl6pPr>
            <a:lvl7pPr algn="r">
              <a:defRPr sz="900" b="1">
                <a:solidFill>
                  <a:srgbClr val="A2AFAC"/>
                </a:solidFill>
              </a:defRPr>
            </a:lvl7pPr>
            <a:lvl8pPr algn="r">
              <a:defRPr sz="900" b="1">
                <a:solidFill>
                  <a:srgbClr val="A2AFAC"/>
                </a:solidFill>
              </a:defRPr>
            </a:lvl8pPr>
            <a:lvl9pPr algn="r">
              <a:defRPr sz="900" b="1">
                <a:solidFill>
                  <a:srgbClr val="A2AFAC"/>
                </a:solidFill>
              </a:defRPr>
            </a:lvl9pPr>
          </a:lstStyle>
          <a:p xmlns:a="http://schemas.openxmlformats.org/drawingml/2006/main">
            <a:pPr algn="r">
              <a:defRPr sz="900" b="1">
                <a:solidFill>
                  <a:srgbClr val="A2AFAC"/>
                </a:solidFill>
              </a:defRPr>
            </a:pPr>
            <a:r>
              <a:rPr sz="900" b="1">
                <a:solidFill>
                  <a:srgbClr val="A2AFAC"/>
                </a:solidFill>
              </a:rPr>
              <a:t>08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90F4573-48DC-4B6C-9A81-4683CAE83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66850"/>
            <a:ext cx="7239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325" b="1">
                <a:solidFill>
                  <a:srgbClr val="F2F5F4"/>
                </a:solidFill>
              </a:defRPr>
            </a:defPPr>
            <a:lvl1pPr algn="l">
              <a:defRPr sz="2325" b="1">
                <a:solidFill>
                  <a:srgbClr val="F2F5F4"/>
                </a:solidFill>
              </a:defRPr>
            </a:lvl1pPr>
            <a:lvl2pPr algn="l">
              <a:defRPr sz="2325" b="1">
                <a:solidFill>
                  <a:srgbClr val="F2F5F4"/>
                </a:solidFill>
              </a:defRPr>
            </a:lvl2pPr>
            <a:lvl3pPr algn="l">
              <a:defRPr sz="2325" b="1">
                <a:solidFill>
                  <a:srgbClr val="F2F5F4"/>
                </a:solidFill>
              </a:defRPr>
            </a:lvl3pPr>
            <a:lvl4pPr algn="l">
              <a:defRPr sz="2325" b="1">
                <a:solidFill>
                  <a:srgbClr val="F2F5F4"/>
                </a:solidFill>
              </a:defRPr>
            </a:lvl4pPr>
            <a:lvl5pPr algn="l">
              <a:defRPr sz="2325" b="1">
                <a:solidFill>
                  <a:srgbClr val="F2F5F4"/>
                </a:solidFill>
              </a:defRPr>
            </a:lvl5pPr>
            <a:lvl6pPr algn="l">
              <a:defRPr sz="2325" b="1">
                <a:solidFill>
                  <a:srgbClr val="F2F5F4"/>
                </a:solidFill>
              </a:defRPr>
            </a:lvl6pPr>
            <a:lvl7pPr algn="l">
              <a:defRPr sz="2325" b="1">
                <a:solidFill>
                  <a:srgbClr val="F2F5F4"/>
                </a:solidFill>
              </a:defRPr>
            </a:lvl7pPr>
            <a:lvl8pPr algn="l">
              <a:defRPr sz="2325" b="1">
                <a:solidFill>
                  <a:srgbClr val="F2F5F4"/>
                </a:solidFill>
              </a:defRPr>
            </a:lvl8pPr>
            <a:lvl9pPr algn="l">
              <a:defRPr sz="2325" b="1">
                <a:solidFill>
                  <a:srgbClr val="F2F5F4"/>
                </a:solidFill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F2F5F4"/>
                </a:solidFill>
              </a:defRPr>
            </a:pPr>
            <a:r>
              <a:rPr sz="2325" b="1">
                <a:solidFill>
                  <a:srgbClr val="F2F5F4"/>
                </a:solidFill>
              </a:rPr>
              <a:t>캐릭터 생성 시 36개 중 5개 선택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2F71124-4961-4B22-993A-2EE6562C1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00250"/>
            <a:ext cx="7143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350" b="0">
                <a:solidFill>
                  <a:srgbClr val="A2AFAC"/>
                </a:solidFill>
              </a:defRPr>
            </a:defPPr>
            <a:lvl1pPr algn="l">
              <a:defRPr sz="1350" b="0">
                <a:solidFill>
                  <a:srgbClr val="A2AFAC"/>
                </a:solidFill>
              </a:defRPr>
            </a:lvl1pPr>
            <a:lvl2pPr algn="l">
              <a:defRPr sz="1350" b="0">
                <a:solidFill>
                  <a:srgbClr val="A2AFAC"/>
                </a:solidFill>
              </a:defRPr>
            </a:lvl2pPr>
            <a:lvl3pPr algn="l">
              <a:defRPr sz="1350" b="0">
                <a:solidFill>
                  <a:srgbClr val="A2AFAC"/>
                </a:solidFill>
              </a:defRPr>
            </a:lvl3pPr>
            <a:lvl4pPr algn="l">
              <a:defRPr sz="1350" b="0">
                <a:solidFill>
                  <a:srgbClr val="A2AFAC"/>
                </a:solidFill>
              </a:defRPr>
            </a:lvl4pPr>
            <a:lvl5pPr algn="l">
              <a:defRPr sz="1350" b="0">
                <a:solidFill>
                  <a:srgbClr val="A2AFAC"/>
                </a:solidFill>
              </a:defRPr>
            </a:lvl5pPr>
            <a:lvl6pPr algn="l">
              <a:defRPr sz="1350" b="0">
                <a:solidFill>
                  <a:srgbClr val="A2AFAC"/>
                </a:solidFill>
              </a:defRPr>
            </a:lvl6pPr>
            <a:lvl7pPr algn="l">
              <a:defRPr sz="1350" b="0">
                <a:solidFill>
                  <a:srgbClr val="A2AFAC"/>
                </a:solidFill>
              </a:defRPr>
            </a:lvl7pPr>
            <a:lvl8pPr algn="l">
              <a:defRPr sz="1350" b="0">
                <a:solidFill>
                  <a:srgbClr val="A2AFAC"/>
                </a:solidFill>
              </a:defRPr>
            </a:lvl8pPr>
            <a:lvl9pPr algn="l">
              <a:defRPr sz="1350" b="0">
                <a:solidFill>
                  <a:srgbClr val="A2AFAC"/>
                </a:solidFill>
              </a:defRPr>
            </a:lvl9pPr>
          </a:lstStyle>
          <a:p xmlns:a="http://schemas.openxmlformats.org/drawingml/2006/main">
            <a:pPr algn="l">
              <a:defRPr sz="1350" b="0">
                <a:solidFill>
                  <a:srgbClr val="A2AFAC"/>
                </a:solidFill>
              </a:defRPr>
            </a:pPr>
            <a:r>
              <a:rPr sz="1350" b="0">
                <a:solidFill>
                  <a:srgbClr val="A2AFAC"/>
                </a:solidFill>
              </a:rPr>
              <a:t>각 키워드는 같은 총량의 능력치 보정을 제공하는 1차안이다.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6332706-18E2-4F7A-A70E-5808F36A0C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24150"/>
            <a:ext cx="200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425" b="1">
                <a:solidFill>
                  <a:srgbClr val="38D6C4"/>
                </a:solidFill>
              </a:defRPr>
            </a:defPPr>
            <a:lvl1pPr algn="l">
              <a:defRPr sz="1425" b="1">
                <a:solidFill>
                  <a:srgbClr val="38D6C4"/>
                </a:solidFill>
              </a:defRPr>
            </a:lvl1pPr>
            <a:lvl2pPr algn="l">
              <a:defRPr sz="1425" b="1">
                <a:solidFill>
                  <a:srgbClr val="38D6C4"/>
                </a:solidFill>
              </a:defRPr>
            </a:lvl2pPr>
            <a:lvl3pPr algn="l">
              <a:defRPr sz="1425" b="1">
                <a:solidFill>
                  <a:srgbClr val="38D6C4"/>
                </a:solidFill>
              </a:defRPr>
            </a:lvl3pPr>
            <a:lvl4pPr algn="l">
              <a:defRPr sz="1425" b="1">
                <a:solidFill>
                  <a:srgbClr val="38D6C4"/>
                </a:solidFill>
              </a:defRPr>
            </a:lvl4pPr>
            <a:lvl5pPr algn="l">
              <a:defRPr sz="1425" b="1">
                <a:solidFill>
                  <a:srgbClr val="38D6C4"/>
                </a:solidFill>
              </a:defRPr>
            </a:lvl5pPr>
            <a:lvl6pPr algn="l">
              <a:defRPr sz="1425" b="1">
                <a:solidFill>
                  <a:srgbClr val="38D6C4"/>
                </a:solidFill>
              </a:defRPr>
            </a:lvl6pPr>
            <a:lvl7pPr algn="l">
              <a:defRPr sz="1425" b="1">
                <a:solidFill>
                  <a:srgbClr val="38D6C4"/>
                </a:solidFill>
              </a:defRPr>
            </a:lvl7pPr>
            <a:lvl8pPr algn="l">
              <a:defRPr sz="1425" b="1">
                <a:solidFill>
                  <a:srgbClr val="38D6C4"/>
                </a:solidFill>
              </a:defRPr>
            </a:lvl8pPr>
            <a:lvl9pPr algn="l">
              <a:defRPr sz="1425" b="1">
                <a:solidFill>
                  <a:srgbClr val="38D6C4"/>
                </a:solidFill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38D6C4"/>
                </a:solidFill>
              </a:defRPr>
            </a:pPr>
            <a:r>
              <a:rPr sz="1425" b="1">
                <a:solidFill>
                  <a:srgbClr val="38D6C4"/>
                </a:solidFill>
              </a:rPr>
              <a:t>능력치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AEBC90D-1882-47F4-BA14-60F4069348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2724150"/>
            <a:ext cx="8096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00" b="0">
                <a:solidFill>
                  <a:srgbClr val="F2F5F4"/>
                </a:solidFill>
              </a:defRPr>
            </a:defPPr>
            <a:lvl1pPr algn="l">
              <a:defRPr sz="1500" b="0">
                <a:solidFill>
                  <a:srgbClr val="F2F5F4"/>
                </a:solidFill>
              </a:defRPr>
            </a:lvl1pPr>
            <a:lvl2pPr algn="l">
              <a:defRPr sz="1500" b="0">
                <a:solidFill>
                  <a:srgbClr val="F2F5F4"/>
                </a:solidFill>
              </a:defRPr>
            </a:lvl2pPr>
            <a:lvl3pPr algn="l">
              <a:defRPr sz="1500" b="0">
                <a:solidFill>
                  <a:srgbClr val="F2F5F4"/>
                </a:solidFill>
              </a:defRPr>
            </a:lvl3pPr>
            <a:lvl4pPr algn="l">
              <a:defRPr sz="1500" b="0">
                <a:solidFill>
                  <a:srgbClr val="F2F5F4"/>
                </a:solidFill>
              </a:defRPr>
            </a:lvl4pPr>
            <a:lvl5pPr algn="l">
              <a:defRPr sz="1500" b="0">
                <a:solidFill>
                  <a:srgbClr val="F2F5F4"/>
                </a:solidFill>
              </a:defRPr>
            </a:lvl5pPr>
            <a:lvl6pPr algn="l">
              <a:defRPr sz="1500" b="0">
                <a:solidFill>
                  <a:srgbClr val="F2F5F4"/>
                </a:solidFill>
              </a:defRPr>
            </a:lvl6pPr>
            <a:lvl7pPr algn="l">
              <a:defRPr sz="1500" b="0">
                <a:solidFill>
                  <a:srgbClr val="F2F5F4"/>
                </a:solidFill>
              </a:defRPr>
            </a:lvl7pPr>
            <a:lvl8pPr algn="l">
              <a:defRPr sz="1500" b="0">
                <a:solidFill>
                  <a:srgbClr val="F2F5F4"/>
                </a:solidFill>
              </a:defRPr>
            </a:lvl8pPr>
            <a:lvl9pPr algn="l">
              <a:defRPr sz="1500" b="0">
                <a:solidFill>
                  <a:srgbClr val="F2F5F4"/>
                </a:solidFill>
              </a:defRPr>
            </a:lvl9pPr>
          </a:lstStyle>
          <a:p xmlns:a="http://schemas.openxmlformats.org/drawingml/2006/main">
            <a:pPr algn="l">
              <a:defRPr sz="1500" b="0">
                <a:solidFill>
                  <a:srgbClr val="F2F5F4"/>
                </a:solidFill>
              </a:defRPr>
            </a:pPr>
            <a:r>
              <a:rPr sz="1500" b="0">
                <a:solidFill>
                  <a:srgbClr val="F2F5F4"/>
                </a:solidFill>
              </a:rPr>
              <a:t>관련 기초 능력치에 +1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ABEC86C-6830-4D97-8BC8-1AB9E25361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38500"/>
            <a:ext cx="10287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383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7212F34-2EAD-41EA-A0E6-46CDD2EBA9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390900"/>
            <a:ext cx="200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425" b="1">
                <a:solidFill>
                  <a:srgbClr val="38D6C4"/>
                </a:solidFill>
              </a:defRPr>
            </a:defPPr>
            <a:lvl1pPr algn="l">
              <a:defRPr sz="1425" b="1">
                <a:solidFill>
                  <a:srgbClr val="38D6C4"/>
                </a:solidFill>
              </a:defRPr>
            </a:lvl1pPr>
            <a:lvl2pPr algn="l">
              <a:defRPr sz="1425" b="1">
                <a:solidFill>
                  <a:srgbClr val="38D6C4"/>
                </a:solidFill>
              </a:defRPr>
            </a:lvl2pPr>
            <a:lvl3pPr algn="l">
              <a:defRPr sz="1425" b="1">
                <a:solidFill>
                  <a:srgbClr val="38D6C4"/>
                </a:solidFill>
              </a:defRPr>
            </a:lvl3pPr>
            <a:lvl4pPr algn="l">
              <a:defRPr sz="1425" b="1">
                <a:solidFill>
                  <a:srgbClr val="38D6C4"/>
                </a:solidFill>
              </a:defRPr>
            </a:lvl4pPr>
            <a:lvl5pPr algn="l">
              <a:defRPr sz="1425" b="1">
                <a:solidFill>
                  <a:srgbClr val="38D6C4"/>
                </a:solidFill>
              </a:defRPr>
            </a:lvl5pPr>
            <a:lvl6pPr algn="l">
              <a:defRPr sz="1425" b="1">
                <a:solidFill>
                  <a:srgbClr val="38D6C4"/>
                </a:solidFill>
              </a:defRPr>
            </a:lvl6pPr>
            <a:lvl7pPr algn="l">
              <a:defRPr sz="1425" b="1">
                <a:solidFill>
                  <a:srgbClr val="38D6C4"/>
                </a:solidFill>
              </a:defRPr>
            </a:lvl7pPr>
            <a:lvl8pPr algn="l">
              <a:defRPr sz="1425" b="1">
                <a:solidFill>
                  <a:srgbClr val="38D6C4"/>
                </a:solidFill>
              </a:defRPr>
            </a:lvl8pPr>
            <a:lvl9pPr algn="l">
              <a:defRPr sz="1425" b="1">
                <a:solidFill>
                  <a:srgbClr val="38D6C4"/>
                </a:solidFill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38D6C4"/>
                </a:solidFill>
              </a:defRPr>
            </a:pPr>
            <a:r>
              <a:rPr sz="1425" b="1">
                <a:solidFill>
                  <a:srgbClr val="38D6C4"/>
                </a:solidFill>
              </a:rPr>
              <a:t>자동 행동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B9C61E4-76F8-432F-89EB-B277655EC2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3390900"/>
            <a:ext cx="8096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00" b="0">
                <a:solidFill>
                  <a:srgbClr val="F2F5F4"/>
                </a:solidFill>
              </a:defRPr>
            </a:defPPr>
            <a:lvl1pPr algn="l">
              <a:defRPr sz="1500" b="0">
                <a:solidFill>
                  <a:srgbClr val="F2F5F4"/>
                </a:solidFill>
              </a:defRPr>
            </a:lvl1pPr>
            <a:lvl2pPr algn="l">
              <a:defRPr sz="1500" b="0">
                <a:solidFill>
                  <a:srgbClr val="F2F5F4"/>
                </a:solidFill>
              </a:defRPr>
            </a:lvl2pPr>
            <a:lvl3pPr algn="l">
              <a:defRPr sz="1500" b="0">
                <a:solidFill>
                  <a:srgbClr val="F2F5F4"/>
                </a:solidFill>
              </a:defRPr>
            </a:lvl3pPr>
            <a:lvl4pPr algn="l">
              <a:defRPr sz="1500" b="0">
                <a:solidFill>
                  <a:srgbClr val="F2F5F4"/>
                </a:solidFill>
              </a:defRPr>
            </a:lvl4pPr>
            <a:lvl5pPr algn="l">
              <a:defRPr sz="1500" b="0">
                <a:solidFill>
                  <a:srgbClr val="F2F5F4"/>
                </a:solidFill>
              </a:defRPr>
            </a:lvl5pPr>
            <a:lvl6pPr algn="l">
              <a:defRPr sz="1500" b="0">
                <a:solidFill>
                  <a:srgbClr val="F2F5F4"/>
                </a:solidFill>
              </a:defRPr>
            </a:lvl6pPr>
            <a:lvl7pPr algn="l">
              <a:defRPr sz="1500" b="0">
                <a:solidFill>
                  <a:srgbClr val="F2F5F4"/>
                </a:solidFill>
              </a:defRPr>
            </a:lvl7pPr>
            <a:lvl8pPr algn="l">
              <a:defRPr sz="1500" b="0">
                <a:solidFill>
                  <a:srgbClr val="F2F5F4"/>
                </a:solidFill>
              </a:defRPr>
            </a:lvl8pPr>
            <a:lvl9pPr algn="l">
              <a:defRPr sz="1500" b="0">
                <a:solidFill>
                  <a:srgbClr val="F2F5F4"/>
                </a:solidFill>
              </a:defRPr>
            </a:lvl9pPr>
          </a:lstStyle>
          <a:p xmlns:a="http://schemas.openxmlformats.org/drawingml/2006/main">
            <a:pPr algn="l">
              <a:defRPr sz="1500" b="0">
                <a:solidFill>
                  <a:srgbClr val="F2F5F4"/>
                </a:solidFill>
              </a:defRPr>
            </a:pPr>
            <a:r>
              <a:rPr sz="1500" b="0">
                <a:solidFill>
                  <a:srgbClr val="F2F5F4"/>
                </a:solidFill>
              </a:rPr>
              <a:t>사건에서 선택할 행동의 가중치 변화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416439A-42F3-4E55-89E0-CB4E2D06EE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905250"/>
            <a:ext cx="10287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383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1B205E2-49D9-4158-AA69-43B6CF46DB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57650"/>
            <a:ext cx="200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425" b="1">
                <a:solidFill>
                  <a:srgbClr val="38D6C4"/>
                </a:solidFill>
              </a:defRPr>
            </a:defPPr>
            <a:lvl1pPr algn="l">
              <a:defRPr sz="1425" b="1">
                <a:solidFill>
                  <a:srgbClr val="38D6C4"/>
                </a:solidFill>
              </a:defRPr>
            </a:lvl1pPr>
            <a:lvl2pPr algn="l">
              <a:defRPr sz="1425" b="1">
                <a:solidFill>
                  <a:srgbClr val="38D6C4"/>
                </a:solidFill>
              </a:defRPr>
            </a:lvl2pPr>
            <a:lvl3pPr algn="l">
              <a:defRPr sz="1425" b="1">
                <a:solidFill>
                  <a:srgbClr val="38D6C4"/>
                </a:solidFill>
              </a:defRPr>
            </a:lvl3pPr>
            <a:lvl4pPr algn="l">
              <a:defRPr sz="1425" b="1">
                <a:solidFill>
                  <a:srgbClr val="38D6C4"/>
                </a:solidFill>
              </a:defRPr>
            </a:lvl4pPr>
            <a:lvl5pPr algn="l">
              <a:defRPr sz="1425" b="1">
                <a:solidFill>
                  <a:srgbClr val="38D6C4"/>
                </a:solidFill>
              </a:defRPr>
            </a:lvl5pPr>
            <a:lvl6pPr algn="l">
              <a:defRPr sz="1425" b="1">
                <a:solidFill>
                  <a:srgbClr val="38D6C4"/>
                </a:solidFill>
              </a:defRPr>
            </a:lvl6pPr>
            <a:lvl7pPr algn="l">
              <a:defRPr sz="1425" b="1">
                <a:solidFill>
                  <a:srgbClr val="38D6C4"/>
                </a:solidFill>
              </a:defRPr>
            </a:lvl7pPr>
            <a:lvl8pPr algn="l">
              <a:defRPr sz="1425" b="1">
                <a:solidFill>
                  <a:srgbClr val="38D6C4"/>
                </a:solidFill>
              </a:defRPr>
            </a:lvl8pPr>
            <a:lvl9pPr algn="l">
              <a:defRPr sz="1425" b="1">
                <a:solidFill>
                  <a:srgbClr val="38D6C4"/>
                </a:solidFill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38D6C4"/>
                </a:solidFill>
              </a:defRPr>
            </a:pPr>
            <a:r>
              <a:rPr sz="1425" b="1">
                <a:solidFill>
                  <a:srgbClr val="38D6C4"/>
                </a:solidFill>
              </a:rPr>
              <a:t>문장 표현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0356F17-5158-4919-99A3-50C54179D0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4057650"/>
            <a:ext cx="8096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00" b="0">
                <a:solidFill>
                  <a:srgbClr val="F2F5F4"/>
                </a:solidFill>
              </a:defRPr>
            </a:defPPr>
            <a:lvl1pPr algn="l">
              <a:defRPr sz="1500" b="0">
                <a:solidFill>
                  <a:srgbClr val="F2F5F4"/>
                </a:solidFill>
              </a:defRPr>
            </a:lvl1pPr>
            <a:lvl2pPr algn="l">
              <a:defRPr sz="1500" b="0">
                <a:solidFill>
                  <a:srgbClr val="F2F5F4"/>
                </a:solidFill>
              </a:defRPr>
            </a:lvl2pPr>
            <a:lvl3pPr algn="l">
              <a:defRPr sz="1500" b="0">
                <a:solidFill>
                  <a:srgbClr val="F2F5F4"/>
                </a:solidFill>
              </a:defRPr>
            </a:lvl3pPr>
            <a:lvl4pPr algn="l">
              <a:defRPr sz="1500" b="0">
                <a:solidFill>
                  <a:srgbClr val="F2F5F4"/>
                </a:solidFill>
              </a:defRPr>
            </a:lvl4pPr>
            <a:lvl5pPr algn="l">
              <a:defRPr sz="1500" b="0">
                <a:solidFill>
                  <a:srgbClr val="F2F5F4"/>
                </a:solidFill>
              </a:defRPr>
            </a:lvl5pPr>
            <a:lvl6pPr algn="l">
              <a:defRPr sz="1500" b="0">
                <a:solidFill>
                  <a:srgbClr val="F2F5F4"/>
                </a:solidFill>
              </a:defRPr>
            </a:lvl6pPr>
            <a:lvl7pPr algn="l">
              <a:defRPr sz="1500" b="0">
                <a:solidFill>
                  <a:srgbClr val="F2F5F4"/>
                </a:solidFill>
              </a:defRPr>
            </a:lvl7pPr>
            <a:lvl8pPr algn="l">
              <a:defRPr sz="1500" b="0">
                <a:solidFill>
                  <a:srgbClr val="F2F5F4"/>
                </a:solidFill>
              </a:defRPr>
            </a:lvl8pPr>
            <a:lvl9pPr algn="l">
              <a:defRPr sz="1500" b="0">
                <a:solidFill>
                  <a:srgbClr val="F2F5F4"/>
                </a:solidFill>
              </a:defRPr>
            </a:lvl9pPr>
          </a:lstStyle>
          <a:p xmlns:a="http://schemas.openxmlformats.org/drawingml/2006/main">
            <a:pPr algn="l">
              <a:defRPr sz="1500" b="0">
                <a:solidFill>
                  <a:srgbClr val="F2F5F4"/>
                </a:solidFill>
              </a:defRPr>
            </a:pPr>
            <a:r>
              <a:rPr sz="1500" b="0">
                <a:solidFill>
                  <a:srgbClr val="F2F5F4"/>
                </a:solidFill>
              </a:rPr>
              <a:t>같은 사건의 태도·대사·행동 묘사 변화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DC18756-EFED-48FD-85EE-7847CE981F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572000"/>
            <a:ext cx="10287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383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34F40C1-BAFC-4FB1-B77F-164422D765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24400"/>
            <a:ext cx="200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425" b="1">
                <a:solidFill>
                  <a:srgbClr val="38D6C4"/>
                </a:solidFill>
              </a:defRPr>
            </a:defPPr>
            <a:lvl1pPr algn="l">
              <a:defRPr sz="1425" b="1">
                <a:solidFill>
                  <a:srgbClr val="38D6C4"/>
                </a:solidFill>
              </a:defRPr>
            </a:lvl1pPr>
            <a:lvl2pPr algn="l">
              <a:defRPr sz="1425" b="1">
                <a:solidFill>
                  <a:srgbClr val="38D6C4"/>
                </a:solidFill>
              </a:defRPr>
            </a:lvl2pPr>
            <a:lvl3pPr algn="l">
              <a:defRPr sz="1425" b="1">
                <a:solidFill>
                  <a:srgbClr val="38D6C4"/>
                </a:solidFill>
              </a:defRPr>
            </a:lvl3pPr>
            <a:lvl4pPr algn="l">
              <a:defRPr sz="1425" b="1">
                <a:solidFill>
                  <a:srgbClr val="38D6C4"/>
                </a:solidFill>
              </a:defRPr>
            </a:lvl4pPr>
            <a:lvl5pPr algn="l">
              <a:defRPr sz="1425" b="1">
                <a:solidFill>
                  <a:srgbClr val="38D6C4"/>
                </a:solidFill>
              </a:defRPr>
            </a:lvl5pPr>
            <a:lvl6pPr algn="l">
              <a:defRPr sz="1425" b="1">
                <a:solidFill>
                  <a:srgbClr val="38D6C4"/>
                </a:solidFill>
              </a:defRPr>
            </a:lvl6pPr>
            <a:lvl7pPr algn="l">
              <a:defRPr sz="1425" b="1">
                <a:solidFill>
                  <a:srgbClr val="38D6C4"/>
                </a:solidFill>
              </a:defRPr>
            </a:lvl7pPr>
            <a:lvl8pPr algn="l">
              <a:defRPr sz="1425" b="1">
                <a:solidFill>
                  <a:srgbClr val="38D6C4"/>
                </a:solidFill>
              </a:defRPr>
            </a:lvl8pPr>
            <a:lvl9pPr algn="l">
              <a:defRPr sz="1425" b="1">
                <a:solidFill>
                  <a:srgbClr val="38D6C4"/>
                </a:solidFill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38D6C4"/>
                </a:solidFill>
              </a:defRPr>
            </a:pPr>
            <a:r>
              <a:rPr sz="1425" b="1">
                <a:solidFill>
                  <a:srgbClr val="38D6C4"/>
                </a:solidFill>
              </a:rPr>
              <a:t>대인 반응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29E52D9-7BCB-44A0-B0A1-3E8356126E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4724400"/>
            <a:ext cx="8096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00" b="0">
                <a:solidFill>
                  <a:srgbClr val="F2F5F4"/>
                </a:solidFill>
              </a:defRPr>
            </a:defPPr>
            <a:lvl1pPr algn="l">
              <a:defRPr sz="1500" b="0">
                <a:solidFill>
                  <a:srgbClr val="F2F5F4"/>
                </a:solidFill>
              </a:defRPr>
            </a:lvl1pPr>
            <a:lvl2pPr algn="l">
              <a:defRPr sz="1500" b="0">
                <a:solidFill>
                  <a:srgbClr val="F2F5F4"/>
                </a:solidFill>
              </a:defRPr>
            </a:lvl2pPr>
            <a:lvl3pPr algn="l">
              <a:defRPr sz="1500" b="0">
                <a:solidFill>
                  <a:srgbClr val="F2F5F4"/>
                </a:solidFill>
              </a:defRPr>
            </a:lvl3pPr>
            <a:lvl4pPr algn="l">
              <a:defRPr sz="1500" b="0">
                <a:solidFill>
                  <a:srgbClr val="F2F5F4"/>
                </a:solidFill>
              </a:defRPr>
            </a:lvl4pPr>
            <a:lvl5pPr algn="l">
              <a:defRPr sz="1500" b="0">
                <a:solidFill>
                  <a:srgbClr val="F2F5F4"/>
                </a:solidFill>
              </a:defRPr>
            </a:lvl5pPr>
            <a:lvl6pPr algn="l">
              <a:defRPr sz="1500" b="0">
                <a:solidFill>
                  <a:srgbClr val="F2F5F4"/>
                </a:solidFill>
              </a:defRPr>
            </a:lvl6pPr>
            <a:lvl7pPr algn="l">
              <a:defRPr sz="1500" b="0">
                <a:solidFill>
                  <a:srgbClr val="F2F5F4"/>
                </a:solidFill>
              </a:defRPr>
            </a:lvl7pPr>
            <a:lvl8pPr algn="l">
              <a:defRPr sz="1500" b="0">
                <a:solidFill>
                  <a:srgbClr val="F2F5F4"/>
                </a:solidFill>
              </a:defRPr>
            </a:lvl8pPr>
            <a:lvl9pPr algn="l">
              <a:defRPr sz="1500" b="0">
                <a:solidFill>
                  <a:srgbClr val="F2F5F4"/>
                </a:solidFill>
              </a:defRPr>
            </a:lvl9pPr>
          </a:lstStyle>
          <a:p xmlns:a="http://schemas.openxmlformats.org/drawingml/2006/main">
            <a:pPr algn="l">
              <a:defRPr sz="1500" b="0">
                <a:solidFill>
                  <a:srgbClr val="F2F5F4"/>
                </a:solidFill>
              </a:defRPr>
            </a:pPr>
            <a:r>
              <a:rPr sz="1500" b="0">
                <a:solidFill>
                  <a:srgbClr val="F2F5F4"/>
                </a:solidFill>
              </a:rPr>
              <a:t>상대의 성격과 관계 기록을 함께 참조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124DFA6-17C5-4EF1-8D91-5E8AD3021C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38750"/>
            <a:ext cx="10287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383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02C68EE-05A6-43C8-9254-A302201191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657850"/>
            <a:ext cx="11049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500" b="1">
                <a:solidFill>
                  <a:srgbClr val="E9C46A"/>
                </a:solidFill>
              </a:defRPr>
            </a:defPPr>
            <a:lvl1pPr algn="ctr">
              <a:defRPr sz="1500" b="1">
                <a:solidFill>
                  <a:srgbClr val="E9C46A"/>
                </a:solidFill>
              </a:defRPr>
            </a:lvl1pPr>
            <a:lvl2pPr algn="ctr">
              <a:defRPr sz="1500" b="1">
                <a:solidFill>
                  <a:srgbClr val="E9C46A"/>
                </a:solidFill>
              </a:defRPr>
            </a:lvl2pPr>
            <a:lvl3pPr algn="ctr">
              <a:defRPr sz="1500" b="1">
                <a:solidFill>
                  <a:srgbClr val="E9C46A"/>
                </a:solidFill>
              </a:defRPr>
            </a:lvl3pPr>
            <a:lvl4pPr algn="ctr">
              <a:defRPr sz="1500" b="1">
                <a:solidFill>
                  <a:srgbClr val="E9C46A"/>
                </a:solidFill>
              </a:defRPr>
            </a:lvl4pPr>
            <a:lvl5pPr algn="ctr">
              <a:defRPr sz="1500" b="1">
                <a:solidFill>
                  <a:srgbClr val="E9C46A"/>
                </a:solidFill>
              </a:defRPr>
            </a:lvl5pPr>
            <a:lvl6pPr algn="ctr">
              <a:defRPr sz="1500" b="1">
                <a:solidFill>
                  <a:srgbClr val="E9C46A"/>
                </a:solidFill>
              </a:defRPr>
            </a:lvl6pPr>
            <a:lvl7pPr algn="ctr">
              <a:defRPr sz="1500" b="1">
                <a:solidFill>
                  <a:srgbClr val="E9C46A"/>
                </a:solidFill>
              </a:defRPr>
            </a:lvl7pPr>
            <a:lvl8pPr algn="ctr">
              <a:defRPr sz="1500" b="1">
                <a:solidFill>
                  <a:srgbClr val="E9C46A"/>
                </a:solidFill>
              </a:defRPr>
            </a:lvl8pPr>
            <a:lvl9pPr algn="ctr">
              <a:defRPr sz="1500" b="1">
                <a:solidFill>
                  <a:srgbClr val="E9C46A"/>
                </a:solidFill>
              </a:defRPr>
            </a:lvl9pPr>
          </a:lstStyle>
          <a:p xmlns:a="http://schemas.openxmlformats.org/drawingml/2006/main">
            <a:pPr algn="ctr">
              <a:defRPr sz="1500" b="1">
                <a:solidFill>
                  <a:srgbClr val="E9C46A"/>
                </a:solidFill>
              </a:defRPr>
            </a:pPr>
            <a:r>
              <a:rPr sz="1500" b="1">
                <a:solidFill>
                  <a:srgbClr val="E9C46A"/>
                </a:solidFill>
              </a:rPr>
              <a:t>플레이어의 사전 방침이 행동 범위를 정하고, 성격은 범위 안에서 구체 행동을 선택한다.</a:t>
            </a:r>
          </a:p>
        </p:txBody>
      </p:sp>
    </p:spTree>
    <p:extLst>
      <p:ext uri="{BB962C8B-B14F-4D97-AF65-F5344CB8AC3E}">
        <p14:creationId xmlns:p14="http://schemas.microsoft.com/office/powerpoint/2010/main" val="854879327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0A0E0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16D7966F-86F6-4F8B-AF65-E8B4858266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333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D6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92566AF-E503-4CBA-B5B1-272A66930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8575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900" b="1">
                <a:solidFill>
                  <a:srgbClr val="38D6C4"/>
                </a:solidFill>
              </a:defRPr>
            </a:defPPr>
            <a:lvl1pPr algn="l">
              <a:defRPr sz="900" b="1">
                <a:solidFill>
                  <a:srgbClr val="38D6C4"/>
                </a:solidFill>
              </a:defRPr>
            </a:lvl1pPr>
            <a:lvl2pPr algn="l">
              <a:defRPr sz="900" b="1">
                <a:solidFill>
                  <a:srgbClr val="38D6C4"/>
                </a:solidFill>
              </a:defRPr>
            </a:lvl2pPr>
            <a:lvl3pPr algn="l">
              <a:defRPr sz="900" b="1">
                <a:solidFill>
                  <a:srgbClr val="38D6C4"/>
                </a:solidFill>
              </a:defRPr>
            </a:lvl3pPr>
            <a:lvl4pPr algn="l">
              <a:defRPr sz="900" b="1">
                <a:solidFill>
                  <a:srgbClr val="38D6C4"/>
                </a:solidFill>
              </a:defRPr>
            </a:lvl4pPr>
            <a:lvl5pPr algn="l">
              <a:defRPr sz="900" b="1">
                <a:solidFill>
                  <a:srgbClr val="38D6C4"/>
                </a:solidFill>
              </a:defRPr>
            </a:lvl5pPr>
            <a:lvl6pPr algn="l">
              <a:defRPr sz="900" b="1">
                <a:solidFill>
                  <a:srgbClr val="38D6C4"/>
                </a:solidFill>
              </a:defRPr>
            </a:lvl6pPr>
            <a:lvl7pPr algn="l">
              <a:defRPr sz="900" b="1">
                <a:solidFill>
                  <a:srgbClr val="38D6C4"/>
                </a:solidFill>
              </a:defRPr>
            </a:lvl7pPr>
            <a:lvl8pPr algn="l">
              <a:defRPr sz="900" b="1">
                <a:solidFill>
                  <a:srgbClr val="38D6C4"/>
                </a:solidFill>
              </a:defRPr>
            </a:lvl8pPr>
            <a:lvl9pPr algn="l">
              <a:defRPr sz="900" b="1">
                <a:solidFill>
                  <a:srgbClr val="38D6C4"/>
                </a:solidFill>
              </a:defRPr>
            </a:lvl9pPr>
          </a:lstStyle>
          <a:p xmlns:a="http://schemas.openxmlformats.org/drawingml/2006/main">
            <a:pPr algn="l">
              <a:defRPr sz="900" b="1">
                <a:solidFill>
                  <a:srgbClr val="38D6C4"/>
                </a:solidFill>
              </a:defRPr>
            </a:pPr>
            <a:r>
              <a:rPr sz="900" b="1">
                <a:solidFill>
                  <a:srgbClr val="38D6C4"/>
                </a:solidFill>
              </a:rPr>
              <a:t>PERSONALITY KEYWORDS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63DF25E-80AE-4158-8091-5F40C3B334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71500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550" b="1">
                <a:solidFill>
                  <a:srgbClr val="F2F5F4"/>
                </a:solidFill>
              </a:defRPr>
            </a:defPPr>
            <a:lvl1pPr algn="l">
              <a:defRPr sz="2550" b="1">
                <a:solidFill>
                  <a:srgbClr val="F2F5F4"/>
                </a:solidFill>
              </a:defRPr>
            </a:lvl1pPr>
            <a:lvl2pPr algn="l">
              <a:defRPr sz="2550" b="1">
                <a:solidFill>
                  <a:srgbClr val="F2F5F4"/>
                </a:solidFill>
              </a:defRPr>
            </a:lvl2pPr>
            <a:lvl3pPr algn="l">
              <a:defRPr sz="2550" b="1">
                <a:solidFill>
                  <a:srgbClr val="F2F5F4"/>
                </a:solidFill>
              </a:defRPr>
            </a:lvl3pPr>
            <a:lvl4pPr algn="l">
              <a:defRPr sz="2550" b="1">
                <a:solidFill>
                  <a:srgbClr val="F2F5F4"/>
                </a:solidFill>
              </a:defRPr>
            </a:lvl4pPr>
            <a:lvl5pPr algn="l">
              <a:defRPr sz="2550" b="1">
                <a:solidFill>
                  <a:srgbClr val="F2F5F4"/>
                </a:solidFill>
              </a:defRPr>
            </a:lvl5pPr>
            <a:lvl6pPr algn="l">
              <a:defRPr sz="2550" b="1">
                <a:solidFill>
                  <a:srgbClr val="F2F5F4"/>
                </a:solidFill>
              </a:defRPr>
            </a:lvl6pPr>
            <a:lvl7pPr algn="l">
              <a:defRPr sz="2550" b="1">
                <a:solidFill>
                  <a:srgbClr val="F2F5F4"/>
                </a:solidFill>
              </a:defRPr>
            </a:lvl7pPr>
            <a:lvl8pPr algn="l">
              <a:defRPr sz="2550" b="1">
                <a:solidFill>
                  <a:srgbClr val="F2F5F4"/>
                </a:solidFill>
              </a:defRPr>
            </a:lvl8pPr>
            <a:lvl9pPr algn="l">
              <a:defRPr sz="2550" b="1">
                <a:solidFill>
                  <a:srgbClr val="F2F5F4"/>
                </a:solidFill>
              </a:defRPr>
            </a:lvl9pPr>
          </a:lstStyle>
          <a:p xmlns:a="http://schemas.openxmlformats.org/drawingml/2006/main">
            <a:pPr algn="l">
              <a:defRPr sz="2550" b="1">
                <a:solidFill>
                  <a:srgbClr val="F2F5F4"/>
                </a:solidFill>
              </a:defRPr>
            </a:pPr>
            <a:r>
              <a:rPr sz="2550" b="1">
                <a:solidFill>
                  <a:srgbClr val="F2F5F4"/>
                </a:solidFill>
              </a:rPr>
              <a:t>성격 키워드 1/3 · 관계와 돌봄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45659AA-5F5C-4ED1-8E8C-EB36768283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200150"/>
            <a:ext cx="11201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383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EA63AA1-F385-4DEE-8F31-B2424901C0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28575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900" b="1">
                <a:solidFill>
                  <a:srgbClr val="A2AFAC"/>
                </a:solidFill>
              </a:defRPr>
            </a:defPPr>
            <a:lvl1pPr algn="r">
              <a:defRPr sz="900" b="1">
                <a:solidFill>
                  <a:srgbClr val="A2AFAC"/>
                </a:solidFill>
              </a:defRPr>
            </a:lvl1pPr>
            <a:lvl2pPr algn="r">
              <a:defRPr sz="900" b="1">
                <a:solidFill>
                  <a:srgbClr val="A2AFAC"/>
                </a:solidFill>
              </a:defRPr>
            </a:lvl2pPr>
            <a:lvl3pPr algn="r">
              <a:defRPr sz="900" b="1">
                <a:solidFill>
                  <a:srgbClr val="A2AFAC"/>
                </a:solidFill>
              </a:defRPr>
            </a:lvl3pPr>
            <a:lvl4pPr algn="r">
              <a:defRPr sz="900" b="1">
                <a:solidFill>
                  <a:srgbClr val="A2AFAC"/>
                </a:solidFill>
              </a:defRPr>
            </a:lvl4pPr>
            <a:lvl5pPr algn="r">
              <a:defRPr sz="900" b="1">
                <a:solidFill>
                  <a:srgbClr val="A2AFAC"/>
                </a:solidFill>
              </a:defRPr>
            </a:lvl5pPr>
            <a:lvl6pPr algn="r">
              <a:defRPr sz="900" b="1">
                <a:solidFill>
                  <a:srgbClr val="A2AFAC"/>
                </a:solidFill>
              </a:defRPr>
            </a:lvl6pPr>
            <a:lvl7pPr algn="r">
              <a:defRPr sz="900" b="1">
                <a:solidFill>
                  <a:srgbClr val="A2AFAC"/>
                </a:solidFill>
              </a:defRPr>
            </a:lvl7pPr>
            <a:lvl8pPr algn="r">
              <a:defRPr sz="900" b="1">
                <a:solidFill>
                  <a:srgbClr val="A2AFAC"/>
                </a:solidFill>
              </a:defRPr>
            </a:lvl8pPr>
            <a:lvl9pPr algn="r">
              <a:defRPr sz="900" b="1">
                <a:solidFill>
                  <a:srgbClr val="A2AFAC"/>
                </a:solidFill>
              </a:defRPr>
            </a:lvl9pPr>
          </a:lstStyle>
          <a:p xmlns:a="http://schemas.openxmlformats.org/drawingml/2006/main">
            <a:pPr algn="r">
              <a:defRPr sz="900" b="1">
                <a:solidFill>
                  <a:srgbClr val="A2AFAC"/>
                </a:solidFill>
              </a:defRPr>
            </a:pPr>
            <a:r>
              <a:rPr sz="900" b="1">
                <a:solidFill>
                  <a:srgbClr val="A2AFAC"/>
                </a:solidFill>
              </a:rPr>
              <a:t>09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C8D5E6A-B59C-4AEC-8057-7D1FCA604D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47800"/>
            <a:ext cx="2000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425" b="1">
                <a:solidFill>
                  <a:srgbClr val="F2F5F4"/>
                </a:solidFill>
              </a:defRPr>
            </a:defPPr>
            <a:lvl1pPr algn="l">
              <a:defRPr sz="1425" b="1">
                <a:solidFill>
                  <a:srgbClr val="F2F5F4"/>
                </a:solidFill>
              </a:defRPr>
            </a:lvl1pPr>
            <a:lvl2pPr algn="l">
              <a:defRPr sz="1425" b="1">
                <a:solidFill>
                  <a:srgbClr val="F2F5F4"/>
                </a:solidFill>
              </a:defRPr>
            </a:lvl2pPr>
            <a:lvl3pPr algn="l">
              <a:defRPr sz="1425" b="1">
                <a:solidFill>
                  <a:srgbClr val="F2F5F4"/>
                </a:solidFill>
              </a:defRPr>
            </a:lvl3pPr>
            <a:lvl4pPr algn="l">
              <a:defRPr sz="1425" b="1">
                <a:solidFill>
                  <a:srgbClr val="F2F5F4"/>
                </a:solidFill>
              </a:defRPr>
            </a:lvl4pPr>
            <a:lvl5pPr algn="l">
              <a:defRPr sz="1425" b="1">
                <a:solidFill>
                  <a:srgbClr val="F2F5F4"/>
                </a:solidFill>
              </a:defRPr>
            </a:lvl5pPr>
            <a:lvl6pPr algn="l">
              <a:defRPr sz="1425" b="1">
                <a:solidFill>
                  <a:srgbClr val="F2F5F4"/>
                </a:solidFill>
              </a:defRPr>
            </a:lvl6pPr>
            <a:lvl7pPr algn="l">
              <a:defRPr sz="1425" b="1">
                <a:solidFill>
                  <a:srgbClr val="F2F5F4"/>
                </a:solidFill>
              </a:defRPr>
            </a:lvl7pPr>
            <a:lvl8pPr algn="l">
              <a:defRPr sz="1425" b="1">
                <a:solidFill>
                  <a:srgbClr val="F2F5F4"/>
                </a:solidFill>
              </a:defRPr>
            </a:lvl8pPr>
            <a:lvl9pPr algn="l">
              <a:defRPr sz="1425" b="1">
                <a:solidFill>
                  <a:srgbClr val="F2F5F4"/>
                </a:solidFill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F2F5F4"/>
                </a:solidFill>
              </a:defRPr>
            </a:pPr>
            <a:r>
              <a:rPr sz="1425" b="1">
                <a:solidFill>
                  <a:srgbClr val="F2F5F4"/>
                </a:solidFill>
              </a:rPr>
              <a:t>이타적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8A66E44-4D42-4F0B-AC7D-026BCAEF92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1447800"/>
            <a:ext cx="1619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75" b="1">
                <a:solidFill>
                  <a:srgbClr val="38D6C4"/>
                </a:solidFill>
              </a:defRPr>
            </a:defPPr>
            <a:lvl1pPr algn="l">
              <a:defRPr sz="1275" b="1">
                <a:solidFill>
                  <a:srgbClr val="38D6C4"/>
                </a:solidFill>
              </a:defRPr>
            </a:lvl1pPr>
            <a:lvl2pPr algn="l">
              <a:defRPr sz="1275" b="1">
                <a:solidFill>
                  <a:srgbClr val="38D6C4"/>
                </a:solidFill>
              </a:defRPr>
            </a:lvl2pPr>
            <a:lvl3pPr algn="l">
              <a:defRPr sz="1275" b="1">
                <a:solidFill>
                  <a:srgbClr val="38D6C4"/>
                </a:solidFill>
              </a:defRPr>
            </a:lvl3pPr>
            <a:lvl4pPr algn="l">
              <a:defRPr sz="1275" b="1">
                <a:solidFill>
                  <a:srgbClr val="38D6C4"/>
                </a:solidFill>
              </a:defRPr>
            </a:lvl4pPr>
            <a:lvl5pPr algn="l">
              <a:defRPr sz="1275" b="1">
                <a:solidFill>
                  <a:srgbClr val="38D6C4"/>
                </a:solidFill>
              </a:defRPr>
            </a:lvl5pPr>
            <a:lvl6pPr algn="l">
              <a:defRPr sz="1275" b="1">
                <a:solidFill>
                  <a:srgbClr val="38D6C4"/>
                </a:solidFill>
              </a:defRPr>
            </a:lvl6pPr>
            <a:lvl7pPr algn="l">
              <a:defRPr sz="1275" b="1">
                <a:solidFill>
                  <a:srgbClr val="38D6C4"/>
                </a:solidFill>
              </a:defRPr>
            </a:lvl7pPr>
            <a:lvl8pPr algn="l">
              <a:defRPr sz="1275" b="1">
                <a:solidFill>
                  <a:srgbClr val="38D6C4"/>
                </a:solidFill>
              </a:defRPr>
            </a:lvl8pPr>
            <a:lvl9pPr algn="l">
              <a:defRPr sz="1275" b="1">
                <a:solidFill>
                  <a:srgbClr val="38D6C4"/>
                </a:solidFill>
              </a:defRPr>
            </a:lvl9pPr>
          </a:lstStyle>
          <a:p xmlns:a="http://schemas.openxmlformats.org/drawingml/2006/main">
            <a:pPr algn="l">
              <a:defRPr sz="1275" b="1">
                <a:solidFill>
                  <a:srgbClr val="38D6C4"/>
                </a:solidFill>
              </a:defRPr>
            </a:pPr>
            <a:r>
              <a:rPr sz="1275" b="1">
                <a:solidFill>
                  <a:srgbClr val="38D6C4"/>
                </a:solidFill>
              </a:rPr>
              <a:t>용기 +1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D305B14-3640-4865-BFDE-288E3AB1F0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1447800"/>
            <a:ext cx="7048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75" b="0">
                <a:solidFill>
                  <a:srgbClr val="A2AFAC"/>
                </a:solidFill>
              </a:defRPr>
            </a:defPPr>
            <a:lvl1pPr algn="l">
              <a:defRPr sz="1275" b="0">
                <a:solidFill>
                  <a:srgbClr val="A2AFAC"/>
                </a:solidFill>
              </a:defRPr>
            </a:lvl1pPr>
            <a:lvl2pPr algn="l">
              <a:defRPr sz="1275" b="0">
                <a:solidFill>
                  <a:srgbClr val="A2AFAC"/>
                </a:solidFill>
              </a:defRPr>
            </a:lvl2pPr>
            <a:lvl3pPr algn="l">
              <a:defRPr sz="1275" b="0">
                <a:solidFill>
                  <a:srgbClr val="A2AFAC"/>
                </a:solidFill>
              </a:defRPr>
            </a:lvl3pPr>
            <a:lvl4pPr algn="l">
              <a:defRPr sz="1275" b="0">
                <a:solidFill>
                  <a:srgbClr val="A2AFAC"/>
                </a:solidFill>
              </a:defRPr>
            </a:lvl4pPr>
            <a:lvl5pPr algn="l">
              <a:defRPr sz="1275" b="0">
                <a:solidFill>
                  <a:srgbClr val="A2AFAC"/>
                </a:solidFill>
              </a:defRPr>
            </a:lvl5pPr>
            <a:lvl6pPr algn="l">
              <a:defRPr sz="1275" b="0">
                <a:solidFill>
                  <a:srgbClr val="A2AFAC"/>
                </a:solidFill>
              </a:defRPr>
            </a:lvl6pPr>
            <a:lvl7pPr algn="l">
              <a:defRPr sz="1275" b="0">
                <a:solidFill>
                  <a:srgbClr val="A2AFAC"/>
                </a:solidFill>
              </a:defRPr>
            </a:lvl7pPr>
            <a:lvl8pPr algn="l">
              <a:defRPr sz="1275" b="0">
                <a:solidFill>
                  <a:srgbClr val="A2AFAC"/>
                </a:solidFill>
              </a:defRPr>
            </a:lvl8pPr>
            <a:lvl9pPr algn="l">
              <a:defRPr sz="1275" b="0">
                <a:solidFill>
                  <a:srgbClr val="A2AFAC"/>
                </a:solidFill>
              </a:defRPr>
            </a:lvl9pPr>
          </a:lstStyle>
          <a:p xmlns:a="http://schemas.openxmlformats.org/drawingml/2006/main">
            <a:pPr algn="l">
              <a:defRPr sz="1275" b="0">
                <a:solidFill>
                  <a:srgbClr val="A2AFAC"/>
                </a:solidFill>
              </a:defRPr>
            </a:pPr>
            <a:r>
              <a:rPr sz="1275" b="0">
                <a:solidFill>
                  <a:srgbClr val="A2AFAC"/>
                </a:solidFill>
              </a:rPr>
              <a:t>부상자와 약자를 먼저 돕는다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922C775-FBD2-4294-ABAC-98DD1D6B1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828800"/>
            <a:ext cx="11201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383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C03CC22-50DC-4300-A854-EB5CB0B68B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847850"/>
            <a:ext cx="2000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425" b="1">
                <a:solidFill>
                  <a:srgbClr val="F2F5F4"/>
                </a:solidFill>
              </a:defRPr>
            </a:defPPr>
            <a:lvl1pPr algn="l">
              <a:defRPr sz="1425" b="1">
                <a:solidFill>
                  <a:srgbClr val="F2F5F4"/>
                </a:solidFill>
              </a:defRPr>
            </a:lvl1pPr>
            <a:lvl2pPr algn="l">
              <a:defRPr sz="1425" b="1">
                <a:solidFill>
                  <a:srgbClr val="F2F5F4"/>
                </a:solidFill>
              </a:defRPr>
            </a:lvl2pPr>
            <a:lvl3pPr algn="l">
              <a:defRPr sz="1425" b="1">
                <a:solidFill>
                  <a:srgbClr val="F2F5F4"/>
                </a:solidFill>
              </a:defRPr>
            </a:lvl3pPr>
            <a:lvl4pPr algn="l">
              <a:defRPr sz="1425" b="1">
                <a:solidFill>
                  <a:srgbClr val="F2F5F4"/>
                </a:solidFill>
              </a:defRPr>
            </a:lvl4pPr>
            <a:lvl5pPr algn="l">
              <a:defRPr sz="1425" b="1">
                <a:solidFill>
                  <a:srgbClr val="F2F5F4"/>
                </a:solidFill>
              </a:defRPr>
            </a:lvl5pPr>
            <a:lvl6pPr algn="l">
              <a:defRPr sz="1425" b="1">
                <a:solidFill>
                  <a:srgbClr val="F2F5F4"/>
                </a:solidFill>
              </a:defRPr>
            </a:lvl6pPr>
            <a:lvl7pPr algn="l">
              <a:defRPr sz="1425" b="1">
                <a:solidFill>
                  <a:srgbClr val="F2F5F4"/>
                </a:solidFill>
              </a:defRPr>
            </a:lvl7pPr>
            <a:lvl8pPr algn="l">
              <a:defRPr sz="1425" b="1">
                <a:solidFill>
                  <a:srgbClr val="F2F5F4"/>
                </a:solidFill>
              </a:defRPr>
            </a:lvl8pPr>
            <a:lvl9pPr algn="l">
              <a:defRPr sz="1425" b="1">
                <a:solidFill>
                  <a:srgbClr val="F2F5F4"/>
                </a:solidFill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F2F5F4"/>
                </a:solidFill>
              </a:defRPr>
            </a:pPr>
            <a:r>
              <a:rPr sz="1425" b="1">
                <a:solidFill>
                  <a:srgbClr val="F2F5F4"/>
                </a:solidFill>
              </a:rPr>
              <a:t>용감한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F0E8F5F-7BE9-4A45-A04A-999FFE0F6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1847850"/>
            <a:ext cx="1619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75" b="1">
                <a:solidFill>
                  <a:srgbClr val="38D6C4"/>
                </a:solidFill>
              </a:defRPr>
            </a:defPPr>
            <a:lvl1pPr algn="l">
              <a:defRPr sz="1275" b="1">
                <a:solidFill>
                  <a:srgbClr val="38D6C4"/>
                </a:solidFill>
              </a:defRPr>
            </a:lvl1pPr>
            <a:lvl2pPr algn="l">
              <a:defRPr sz="1275" b="1">
                <a:solidFill>
                  <a:srgbClr val="38D6C4"/>
                </a:solidFill>
              </a:defRPr>
            </a:lvl2pPr>
            <a:lvl3pPr algn="l">
              <a:defRPr sz="1275" b="1">
                <a:solidFill>
                  <a:srgbClr val="38D6C4"/>
                </a:solidFill>
              </a:defRPr>
            </a:lvl3pPr>
            <a:lvl4pPr algn="l">
              <a:defRPr sz="1275" b="1">
                <a:solidFill>
                  <a:srgbClr val="38D6C4"/>
                </a:solidFill>
              </a:defRPr>
            </a:lvl4pPr>
            <a:lvl5pPr algn="l">
              <a:defRPr sz="1275" b="1">
                <a:solidFill>
                  <a:srgbClr val="38D6C4"/>
                </a:solidFill>
              </a:defRPr>
            </a:lvl5pPr>
            <a:lvl6pPr algn="l">
              <a:defRPr sz="1275" b="1">
                <a:solidFill>
                  <a:srgbClr val="38D6C4"/>
                </a:solidFill>
              </a:defRPr>
            </a:lvl6pPr>
            <a:lvl7pPr algn="l">
              <a:defRPr sz="1275" b="1">
                <a:solidFill>
                  <a:srgbClr val="38D6C4"/>
                </a:solidFill>
              </a:defRPr>
            </a:lvl7pPr>
            <a:lvl8pPr algn="l">
              <a:defRPr sz="1275" b="1">
                <a:solidFill>
                  <a:srgbClr val="38D6C4"/>
                </a:solidFill>
              </a:defRPr>
            </a:lvl8pPr>
            <a:lvl9pPr algn="l">
              <a:defRPr sz="1275" b="1">
                <a:solidFill>
                  <a:srgbClr val="38D6C4"/>
                </a:solidFill>
              </a:defRPr>
            </a:lvl9pPr>
          </a:lstStyle>
          <a:p xmlns:a="http://schemas.openxmlformats.org/drawingml/2006/main">
            <a:pPr algn="l">
              <a:defRPr sz="1275" b="1">
                <a:solidFill>
                  <a:srgbClr val="38D6C4"/>
                </a:solidFill>
              </a:defRPr>
            </a:pPr>
            <a:r>
              <a:rPr sz="1275" b="1">
                <a:solidFill>
                  <a:srgbClr val="38D6C4"/>
                </a:solidFill>
              </a:rPr>
              <a:t>용기 +1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4FC9136-8623-4D76-B0E5-71AAD9FD52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1847850"/>
            <a:ext cx="7048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75" b="0">
                <a:solidFill>
                  <a:srgbClr val="A2AFAC"/>
                </a:solidFill>
              </a:defRPr>
            </a:defPPr>
            <a:lvl1pPr algn="l">
              <a:defRPr sz="1275" b="0">
                <a:solidFill>
                  <a:srgbClr val="A2AFAC"/>
                </a:solidFill>
              </a:defRPr>
            </a:lvl1pPr>
            <a:lvl2pPr algn="l">
              <a:defRPr sz="1275" b="0">
                <a:solidFill>
                  <a:srgbClr val="A2AFAC"/>
                </a:solidFill>
              </a:defRPr>
            </a:lvl2pPr>
            <a:lvl3pPr algn="l">
              <a:defRPr sz="1275" b="0">
                <a:solidFill>
                  <a:srgbClr val="A2AFAC"/>
                </a:solidFill>
              </a:defRPr>
            </a:lvl3pPr>
            <a:lvl4pPr algn="l">
              <a:defRPr sz="1275" b="0">
                <a:solidFill>
                  <a:srgbClr val="A2AFAC"/>
                </a:solidFill>
              </a:defRPr>
            </a:lvl4pPr>
            <a:lvl5pPr algn="l">
              <a:defRPr sz="1275" b="0">
                <a:solidFill>
                  <a:srgbClr val="A2AFAC"/>
                </a:solidFill>
              </a:defRPr>
            </a:lvl5pPr>
            <a:lvl6pPr algn="l">
              <a:defRPr sz="1275" b="0">
                <a:solidFill>
                  <a:srgbClr val="A2AFAC"/>
                </a:solidFill>
              </a:defRPr>
            </a:lvl6pPr>
            <a:lvl7pPr algn="l">
              <a:defRPr sz="1275" b="0">
                <a:solidFill>
                  <a:srgbClr val="A2AFAC"/>
                </a:solidFill>
              </a:defRPr>
            </a:lvl7pPr>
            <a:lvl8pPr algn="l">
              <a:defRPr sz="1275" b="0">
                <a:solidFill>
                  <a:srgbClr val="A2AFAC"/>
                </a:solidFill>
              </a:defRPr>
            </a:lvl8pPr>
            <a:lvl9pPr algn="l">
              <a:defRPr sz="1275" b="0">
                <a:solidFill>
                  <a:srgbClr val="A2AFAC"/>
                </a:solidFill>
              </a:defRPr>
            </a:lvl9pPr>
          </a:lstStyle>
          <a:p xmlns:a="http://schemas.openxmlformats.org/drawingml/2006/main">
            <a:pPr algn="l">
              <a:defRPr sz="1275" b="0">
                <a:solidFill>
                  <a:srgbClr val="A2AFAC"/>
                </a:solidFill>
              </a:defRPr>
            </a:pPr>
            <a:r>
              <a:rPr sz="1275" b="0">
                <a:solidFill>
                  <a:srgbClr val="A2AFAC"/>
                </a:solidFill>
              </a:rPr>
              <a:t>위험한 선행 행동을 자원한다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F3C7BAC-6727-409C-94B3-C8C2570E7E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228850"/>
            <a:ext cx="11201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383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B1EBFCF-790B-46A8-A54D-000BC9379A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47900"/>
            <a:ext cx="2000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425" b="1">
                <a:solidFill>
                  <a:srgbClr val="F2F5F4"/>
                </a:solidFill>
              </a:defRPr>
            </a:defPPr>
            <a:lvl1pPr algn="l">
              <a:defRPr sz="1425" b="1">
                <a:solidFill>
                  <a:srgbClr val="F2F5F4"/>
                </a:solidFill>
              </a:defRPr>
            </a:lvl1pPr>
            <a:lvl2pPr algn="l">
              <a:defRPr sz="1425" b="1">
                <a:solidFill>
                  <a:srgbClr val="F2F5F4"/>
                </a:solidFill>
              </a:defRPr>
            </a:lvl2pPr>
            <a:lvl3pPr algn="l">
              <a:defRPr sz="1425" b="1">
                <a:solidFill>
                  <a:srgbClr val="F2F5F4"/>
                </a:solidFill>
              </a:defRPr>
            </a:lvl3pPr>
            <a:lvl4pPr algn="l">
              <a:defRPr sz="1425" b="1">
                <a:solidFill>
                  <a:srgbClr val="F2F5F4"/>
                </a:solidFill>
              </a:defRPr>
            </a:lvl4pPr>
            <a:lvl5pPr algn="l">
              <a:defRPr sz="1425" b="1">
                <a:solidFill>
                  <a:srgbClr val="F2F5F4"/>
                </a:solidFill>
              </a:defRPr>
            </a:lvl5pPr>
            <a:lvl6pPr algn="l">
              <a:defRPr sz="1425" b="1">
                <a:solidFill>
                  <a:srgbClr val="F2F5F4"/>
                </a:solidFill>
              </a:defRPr>
            </a:lvl6pPr>
            <a:lvl7pPr algn="l">
              <a:defRPr sz="1425" b="1">
                <a:solidFill>
                  <a:srgbClr val="F2F5F4"/>
                </a:solidFill>
              </a:defRPr>
            </a:lvl7pPr>
            <a:lvl8pPr algn="l">
              <a:defRPr sz="1425" b="1">
                <a:solidFill>
                  <a:srgbClr val="F2F5F4"/>
                </a:solidFill>
              </a:defRPr>
            </a:lvl8pPr>
            <a:lvl9pPr algn="l">
              <a:defRPr sz="1425" b="1">
                <a:solidFill>
                  <a:srgbClr val="F2F5F4"/>
                </a:solidFill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F2F5F4"/>
                </a:solidFill>
              </a:defRPr>
            </a:pPr>
            <a:r>
              <a:rPr sz="1425" b="1">
                <a:solidFill>
                  <a:srgbClr val="F2F5F4"/>
                </a:solidFill>
              </a:rPr>
              <a:t>협조적인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9572B18-4D29-4485-8AB3-238179377F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2247900"/>
            <a:ext cx="1619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75" b="1">
                <a:solidFill>
                  <a:srgbClr val="38D6C4"/>
                </a:solidFill>
              </a:defRPr>
            </a:defPPr>
            <a:lvl1pPr algn="l">
              <a:defRPr sz="1275" b="1">
                <a:solidFill>
                  <a:srgbClr val="38D6C4"/>
                </a:solidFill>
              </a:defRPr>
            </a:lvl1pPr>
            <a:lvl2pPr algn="l">
              <a:defRPr sz="1275" b="1">
                <a:solidFill>
                  <a:srgbClr val="38D6C4"/>
                </a:solidFill>
              </a:defRPr>
            </a:lvl2pPr>
            <a:lvl3pPr algn="l">
              <a:defRPr sz="1275" b="1">
                <a:solidFill>
                  <a:srgbClr val="38D6C4"/>
                </a:solidFill>
              </a:defRPr>
            </a:lvl3pPr>
            <a:lvl4pPr algn="l">
              <a:defRPr sz="1275" b="1">
                <a:solidFill>
                  <a:srgbClr val="38D6C4"/>
                </a:solidFill>
              </a:defRPr>
            </a:lvl4pPr>
            <a:lvl5pPr algn="l">
              <a:defRPr sz="1275" b="1">
                <a:solidFill>
                  <a:srgbClr val="38D6C4"/>
                </a:solidFill>
              </a:defRPr>
            </a:lvl5pPr>
            <a:lvl6pPr algn="l">
              <a:defRPr sz="1275" b="1">
                <a:solidFill>
                  <a:srgbClr val="38D6C4"/>
                </a:solidFill>
              </a:defRPr>
            </a:lvl6pPr>
            <a:lvl7pPr algn="l">
              <a:defRPr sz="1275" b="1">
                <a:solidFill>
                  <a:srgbClr val="38D6C4"/>
                </a:solidFill>
              </a:defRPr>
            </a:lvl7pPr>
            <a:lvl8pPr algn="l">
              <a:defRPr sz="1275" b="1">
                <a:solidFill>
                  <a:srgbClr val="38D6C4"/>
                </a:solidFill>
              </a:defRPr>
            </a:lvl8pPr>
            <a:lvl9pPr algn="l">
              <a:defRPr sz="1275" b="1">
                <a:solidFill>
                  <a:srgbClr val="38D6C4"/>
                </a:solidFill>
              </a:defRPr>
            </a:lvl9pPr>
          </a:lstStyle>
          <a:p xmlns:a="http://schemas.openxmlformats.org/drawingml/2006/main">
            <a:pPr algn="l">
              <a:defRPr sz="1275" b="1">
                <a:solidFill>
                  <a:srgbClr val="38D6C4"/>
                </a:solidFill>
              </a:defRPr>
            </a:pPr>
            <a:r>
              <a:rPr sz="1275" b="1">
                <a:solidFill>
                  <a:srgbClr val="38D6C4"/>
                </a:solidFill>
              </a:rPr>
              <a:t>지능 +1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04C4332-7587-4EC9-ACD4-7259617AC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247900"/>
            <a:ext cx="7048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75" b="0">
                <a:solidFill>
                  <a:srgbClr val="A2AFAC"/>
                </a:solidFill>
              </a:defRPr>
            </a:defPPr>
            <a:lvl1pPr algn="l">
              <a:defRPr sz="1275" b="0">
                <a:solidFill>
                  <a:srgbClr val="A2AFAC"/>
                </a:solidFill>
              </a:defRPr>
            </a:lvl1pPr>
            <a:lvl2pPr algn="l">
              <a:defRPr sz="1275" b="0">
                <a:solidFill>
                  <a:srgbClr val="A2AFAC"/>
                </a:solidFill>
              </a:defRPr>
            </a:lvl2pPr>
            <a:lvl3pPr algn="l">
              <a:defRPr sz="1275" b="0">
                <a:solidFill>
                  <a:srgbClr val="A2AFAC"/>
                </a:solidFill>
              </a:defRPr>
            </a:lvl3pPr>
            <a:lvl4pPr algn="l">
              <a:defRPr sz="1275" b="0">
                <a:solidFill>
                  <a:srgbClr val="A2AFAC"/>
                </a:solidFill>
              </a:defRPr>
            </a:lvl4pPr>
            <a:lvl5pPr algn="l">
              <a:defRPr sz="1275" b="0">
                <a:solidFill>
                  <a:srgbClr val="A2AFAC"/>
                </a:solidFill>
              </a:defRPr>
            </a:lvl5pPr>
            <a:lvl6pPr algn="l">
              <a:defRPr sz="1275" b="0">
                <a:solidFill>
                  <a:srgbClr val="A2AFAC"/>
                </a:solidFill>
              </a:defRPr>
            </a:lvl6pPr>
            <a:lvl7pPr algn="l">
              <a:defRPr sz="1275" b="0">
                <a:solidFill>
                  <a:srgbClr val="A2AFAC"/>
                </a:solidFill>
              </a:defRPr>
            </a:lvl7pPr>
            <a:lvl8pPr algn="l">
              <a:defRPr sz="1275" b="0">
                <a:solidFill>
                  <a:srgbClr val="A2AFAC"/>
                </a:solidFill>
              </a:defRPr>
            </a:lvl8pPr>
            <a:lvl9pPr algn="l">
              <a:defRPr sz="1275" b="0">
                <a:solidFill>
                  <a:srgbClr val="A2AFAC"/>
                </a:solidFill>
              </a:defRPr>
            </a:lvl9pPr>
          </a:lstStyle>
          <a:p xmlns:a="http://schemas.openxmlformats.org/drawingml/2006/main">
            <a:pPr algn="l">
              <a:defRPr sz="1275" b="0">
                <a:solidFill>
                  <a:srgbClr val="A2AFAC"/>
                </a:solidFill>
              </a:defRPr>
            </a:pPr>
            <a:r>
              <a:rPr sz="1275" b="0">
                <a:solidFill>
                  <a:srgbClr val="A2AFAC"/>
                </a:solidFill>
              </a:rPr>
              <a:t>팀의 계획과 역할 분담을 따른다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AFB6F55-C7C3-46F2-898F-D1D25B5243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628900"/>
            <a:ext cx="11201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383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27016DC-E80C-4011-96E2-E6FA1846C2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647950"/>
            <a:ext cx="2000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425" b="1">
                <a:solidFill>
                  <a:srgbClr val="F2F5F4"/>
                </a:solidFill>
              </a:defRPr>
            </a:defPPr>
            <a:lvl1pPr algn="l">
              <a:defRPr sz="1425" b="1">
                <a:solidFill>
                  <a:srgbClr val="F2F5F4"/>
                </a:solidFill>
              </a:defRPr>
            </a:lvl1pPr>
            <a:lvl2pPr algn="l">
              <a:defRPr sz="1425" b="1">
                <a:solidFill>
                  <a:srgbClr val="F2F5F4"/>
                </a:solidFill>
              </a:defRPr>
            </a:lvl2pPr>
            <a:lvl3pPr algn="l">
              <a:defRPr sz="1425" b="1">
                <a:solidFill>
                  <a:srgbClr val="F2F5F4"/>
                </a:solidFill>
              </a:defRPr>
            </a:lvl3pPr>
            <a:lvl4pPr algn="l">
              <a:defRPr sz="1425" b="1">
                <a:solidFill>
                  <a:srgbClr val="F2F5F4"/>
                </a:solidFill>
              </a:defRPr>
            </a:lvl4pPr>
            <a:lvl5pPr algn="l">
              <a:defRPr sz="1425" b="1">
                <a:solidFill>
                  <a:srgbClr val="F2F5F4"/>
                </a:solidFill>
              </a:defRPr>
            </a:lvl5pPr>
            <a:lvl6pPr algn="l">
              <a:defRPr sz="1425" b="1">
                <a:solidFill>
                  <a:srgbClr val="F2F5F4"/>
                </a:solidFill>
              </a:defRPr>
            </a:lvl6pPr>
            <a:lvl7pPr algn="l">
              <a:defRPr sz="1425" b="1">
                <a:solidFill>
                  <a:srgbClr val="F2F5F4"/>
                </a:solidFill>
              </a:defRPr>
            </a:lvl7pPr>
            <a:lvl8pPr algn="l">
              <a:defRPr sz="1425" b="1">
                <a:solidFill>
                  <a:srgbClr val="F2F5F4"/>
                </a:solidFill>
              </a:defRPr>
            </a:lvl8pPr>
            <a:lvl9pPr algn="l">
              <a:defRPr sz="1425" b="1">
                <a:solidFill>
                  <a:srgbClr val="F2F5F4"/>
                </a:solidFill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F2F5F4"/>
                </a:solidFill>
              </a:defRPr>
            </a:pPr>
            <a:r>
              <a:rPr sz="1425" b="1">
                <a:solidFill>
                  <a:srgbClr val="F2F5F4"/>
                </a:solidFill>
              </a:rPr>
              <a:t>충성스러운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6914D71-B341-41E3-AF2C-F5F5653646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2647950"/>
            <a:ext cx="1619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75" b="1">
                <a:solidFill>
                  <a:srgbClr val="38D6C4"/>
                </a:solidFill>
              </a:defRPr>
            </a:defPPr>
            <a:lvl1pPr algn="l">
              <a:defRPr sz="1275" b="1">
                <a:solidFill>
                  <a:srgbClr val="38D6C4"/>
                </a:solidFill>
              </a:defRPr>
            </a:lvl1pPr>
            <a:lvl2pPr algn="l">
              <a:defRPr sz="1275" b="1">
                <a:solidFill>
                  <a:srgbClr val="38D6C4"/>
                </a:solidFill>
              </a:defRPr>
            </a:lvl2pPr>
            <a:lvl3pPr algn="l">
              <a:defRPr sz="1275" b="1">
                <a:solidFill>
                  <a:srgbClr val="38D6C4"/>
                </a:solidFill>
              </a:defRPr>
            </a:lvl3pPr>
            <a:lvl4pPr algn="l">
              <a:defRPr sz="1275" b="1">
                <a:solidFill>
                  <a:srgbClr val="38D6C4"/>
                </a:solidFill>
              </a:defRPr>
            </a:lvl4pPr>
            <a:lvl5pPr algn="l">
              <a:defRPr sz="1275" b="1">
                <a:solidFill>
                  <a:srgbClr val="38D6C4"/>
                </a:solidFill>
              </a:defRPr>
            </a:lvl5pPr>
            <a:lvl6pPr algn="l">
              <a:defRPr sz="1275" b="1">
                <a:solidFill>
                  <a:srgbClr val="38D6C4"/>
                </a:solidFill>
              </a:defRPr>
            </a:lvl6pPr>
            <a:lvl7pPr algn="l">
              <a:defRPr sz="1275" b="1">
                <a:solidFill>
                  <a:srgbClr val="38D6C4"/>
                </a:solidFill>
              </a:defRPr>
            </a:lvl7pPr>
            <a:lvl8pPr algn="l">
              <a:defRPr sz="1275" b="1">
                <a:solidFill>
                  <a:srgbClr val="38D6C4"/>
                </a:solidFill>
              </a:defRPr>
            </a:lvl8pPr>
            <a:lvl9pPr algn="l">
              <a:defRPr sz="1275" b="1">
                <a:solidFill>
                  <a:srgbClr val="38D6C4"/>
                </a:solidFill>
              </a:defRPr>
            </a:lvl9pPr>
          </a:lstStyle>
          <a:p xmlns:a="http://schemas.openxmlformats.org/drawingml/2006/main">
            <a:pPr algn="l">
              <a:defRPr sz="1275" b="1">
                <a:solidFill>
                  <a:srgbClr val="38D6C4"/>
                </a:solidFill>
              </a:defRPr>
            </a:pPr>
            <a:r>
              <a:rPr sz="1275" b="1">
                <a:solidFill>
                  <a:srgbClr val="38D6C4"/>
                </a:solidFill>
              </a:rPr>
              <a:t>정신력 +1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A12C053-ED2F-4E82-B252-65087C0EA9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647950"/>
            <a:ext cx="7048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75" b="0">
                <a:solidFill>
                  <a:srgbClr val="A2AFAC"/>
                </a:solidFill>
              </a:defRPr>
            </a:defPPr>
            <a:lvl1pPr algn="l">
              <a:defRPr sz="1275" b="0">
                <a:solidFill>
                  <a:srgbClr val="A2AFAC"/>
                </a:solidFill>
              </a:defRPr>
            </a:lvl1pPr>
            <a:lvl2pPr algn="l">
              <a:defRPr sz="1275" b="0">
                <a:solidFill>
                  <a:srgbClr val="A2AFAC"/>
                </a:solidFill>
              </a:defRPr>
            </a:lvl2pPr>
            <a:lvl3pPr algn="l">
              <a:defRPr sz="1275" b="0">
                <a:solidFill>
                  <a:srgbClr val="A2AFAC"/>
                </a:solidFill>
              </a:defRPr>
            </a:lvl3pPr>
            <a:lvl4pPr algn="l">
              <a:defRPr sz="1275" b="0">
                <a:solidFill>
                  <a:srgbClr val="A2AFAC"/>
                </a:solidFill>
              </a:defRPr>
            </a:lvl4pPr>
            <a:lvl5pPr algn="l">
              <a:defRPr sz="1275" b="0">
                <a:solidFill>
                  <a:srgbClr val="A2AFAC"/>
                </a:solidFill>
              </a:defRPr>
            </a:lvl5pPr>
            <a:lvl6pPr algn="l">
              <a:defRPr sz="1275" b="0">
                <a:solidFill>
                  <a:srgbClr val="A2AFAC"/>
                </a:solidFill>
              </a:defRPr>
            </a:lvl6pPr>
            <a:lvl7pPr algn="l">
              <a:defRPr sz="1275" b="0">
                <a:solidFill>
                  <a:srgbClr val="A2AFAC"/>
                </a:solidFill>
              </a:defRPr>
            </a:lvl7pPr>
            <a:lvl8pPr algn="l">
              <a:defRPr sz="1275" b="0">
                <a:solidFill>
                  <a:srgbClr val="A2AFAC"/>
                </a:solidFill>
              </a:defRPr>
            </a:lvl8pPr>
            <a:lvl9pPr algn="l">
              <a:defRPr sz="1275" b="0">
                <a:solidFill>
                  <a:srgbClr val="A2AFAC"/>
                </a:solidFill>
              </a:defRPr>
            </a:lvl9pPr>
          </a:lstStyle>
          <a:p xmlns:a="http://schemas.openxmlformats.org/drawingml/2006/main">
            <a:pPr algn="l">
              <a:defRPr sz="1275" b="0">
                <a:solidFill>
                  <a:srgbClr val="A2AFAC"/>
                </a:solidFill>
              </a:defRPr>
            </a:pPr>
            <a:r>
              <a:rPr sz="1275" b="0">
                <a:solidFill>
                  <a:srgbClr val="A2AFAC"/>
                </a:solidFill>
              </a:rPr>
              <a:t>신뢰하는 대원을 쉽게 버리지 않는다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7692989-5814-434E-AFBA-4B10FED493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028950"/>
            <a:ext cx="11201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383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D7C83B5-0D13-40A2-86E4-788A9D928D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048000"/>
            <a:ext cx="2000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425" b="1">
                <a:solidFill>
                  <a:srgbClr val="F2F5F4"/>
                </a:solidFill>
              </a:defRPr>
            </a:defPPr>
            <a:lvl1pPr algn="l">
              <a:defRPr sz="1425" b="1">
                <a:solidFill>
                  <a:srgbClr val="F2F5F4"/>
                </a:solidFill>
              </a:defRPr>
            </a:lvl1pPr>
            <a:lvl2pPr algn="l">
              <a:defRPr sz="1425" b="1">
                <a:solidFill>
                  <a:srgbClr val="F2F5F4"/>
                </a:solidFill>
              </a:defRPr>
            </a:lvl2pPr>
            <a:lvl3pPr algn="l">
              <a:defRPr sz="1425" b="1">
                <a:solidFill>
                  <a:srgbClr val="F2F5F4"/>
                </a:solidFill>
              </a:defRPr>
            </a:lvl3pPr>
            <a:lvl4pPr algn="l">
              <a:defRPr sz="1425" b="1">
                <a:solidFill>
                  <a:srgbClr val="F2F5F4"/>
                </a:solidFill>
              </a:defRPr>
            </a:lvl4pPr>
            <a:lvl5pPr algn="l">
              <a:defRPr sz="1425" b="1">
                <a:solidFill>
                  <a:srgbClr val="F2F5F4"/>
                </a:solidFill>
              </a:defRPr>
            </a:lvl5pPr>
            <a:lvl6pPr algn="l">
              <a:defRPr sz="1425" b="1">
                <a:solidFill>
                  <a:srgbClr val="F2F5F4"/>
                </a:solidFill>
              </a:defRPr>
            </a:lvl6pPr>
            <a:lvl7pPr algn="l">
              <a:defRPr sz="1425" b="1">
                <a:solidFill>
                  <a:srgbClr val="F2F5F4"/>
                </a:solidFill>
              </a:defRPr>
            </a:lvl7pPr>
            <a:lvl8pPr algn="l">
              <a:defRPr sz="1425" b="1">
                <a:solidFill>
                  <a:srgbClr val="F2F5F4"/>
                </a:solidFill>
              </a:defRPr>
            </a:lvl8pPr>
            <a:lvl9pPr algn="l">
              <a:defRPr sz="1425" b="1">
                <a:solidFill>
                  <a:srgbClr val="F2F5F4"/>
                </a:solidFill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F2F5F4"/>
                </a:solidFill>
              </a:defRPr>
            </a:pPr>
            <a:r>
              <a:rPr sz="1425" b="1">
                <a:solidFill>
                  <a:srgbClr val="F2F5F4"/>
                </a:solidFill>
              </a:rPr>
              <a:t>사교적인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43EAA66-A274-481F-B881-F86F4D537A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3048000"/>
            <a:ext cx="1619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75" b="1">
                <a:solidFill>
                  <a:srgbClr val="38D6C4"/>
                </a:solidFill>
              </a:defRPr>
            </a:defPPr>
            <a:lvl1pPr algn="l">
              <a:defRPr sz="1275" b="1">
                <a:solidFill>
                  <a:srgbClr val="38D6C4"/>
                </a:solidFill>
              </a:defRPr>
            </a:lvl1pPr>
            <a:lvl2pPr algn="l">
              <a:defRPr sz="1275" b="1">
                <a:solidFill>
                  <a:srgbClr val="38D6C4"/>
                </a:solidFill>
              </a:defRPr>
            </a:lvl2pPr>
            <a:lvl3pPr algn="l">
              <a:defRPr sz="1275" b="1">
                <a:solidFill>
                  <a:srgbClr val="38D6C4"/>
                </a:solidFill>
              </a:defRPr>
            </a:lvl3pPr>
            <a:lvl4pPr algn="l">
              <a:defRPr sz="1275" b="1">
                <a:solidFill>
                  <a:srgbClr val="38D6C4"/>
                </a:solidFill>
              </a:defRPr>
            </a:lvl4pPr>
            <a:lvl5pPr algn="l">
              <a:defRPr sz="1275" b="1">
                <a:solidFill>
                  <a:srgbClr val="38D6C4"/>
                </a:solidFill>
              </a:defRPr>
            </a:lvl5pPr>
            <a:lvl6pPr algn="l">
              <a:defRPr sz="1275" b="1">
                <a:solidFill>
                  <a:srgbClr val="38D6C4"/>
                </a:solidFill>
              </a:defRPr>
            </a:lvl6pPr>
            <a:lvl7pPr algn="l">
              <a:defRPr sz="1275" b="1">
                <a:solidFill>
                  <a:srgbClr val="38D6C4"/>
                </a:solidFill>
              </a:defRPr>
            </a:lvl7pPr>
            <a:lvl8pPr algn="l">
              <a:defRPr sz="1275" b="1">
                <a:solidFill>
                  <a:srgbClr val="38D6C4"/>
                </a:solidFill>
              </a:defRPr>
            </a:lvl8pPr>
            <a:lvl9pPr algn="l">
              <a:defRPr sz="1275" b="1">
                <a:solidFill>
                  <a:srgbClr val="38D6C4"/>
                </a:solidFill>
              </a:defRPr>
            </a:lvl9pPr>
          </a:lstStyle>
          <a:p xmlns:a="http://schemas.openxmlformats.org/drawingml/2006/main">
            <a:pPr algn="l">
              <a:defRPr sz="1275" b="1">
                <a:solidFill>
                  <a:srgbClr val="38D6C4"/>
                </a:solidFill>
              </a:defRPr>
            </a:pPr>
            <a:r>
              <a:rPr sz="1275" b="1">
                <a:solidFill>
                  <a:srgbClr val="38D6C4"/>
                </a:solidFill>
              </a:rPr>
              <a:t>행운 +1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78BA060-214D-49F2-9172-266EB72BE8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3048000"/>
            <a:ext cx="7048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75" b="0">
                <a:solidFill>
                  <a:srgbClr val="A2AFAC"/>
                </a:solidFill>
              </a:defRPr>
            </a:defPPr>
            <a:lvl1pPr algn="l">
              <a:defRPr sz="1275" b="0">
                <a:solidFill>
                  <a:srgbClr val="A2AFAC"/>
                </a:solidFill>
              </a:defRPr>
            </a:lvl1pPr>
            <a:lvl2pPr algn="l">
              <a:defRPr sz="1275" b="0">
                <a:solidFill>
                  <a:srgbClr val="A2AFAC"/>
                </a:solidFill>
              </a:defRPr>
            </a:lvl2pPr>
            <a:lvl3pPr algn="l">
              <a:defRPr sz="1275" b="0">
                <a:solidFill>
                  <a:srgbClr val="A2AFAC"/>
                </a:solidFill>
              </a:defRPr>
            </a:lvl3pPr>
            <a:lvl4pPr algn="l">
              <a:defRPr sz="1275" b="0">
                <a:solidFill>
                  <a:srgbClr val="A2AFAC"/>
                </a:solidFill>
              </a:defRPr>
            </a:lvl4pPr>
            <a:lvl5pPr algn="l">
              <a:defRPr sz="1275" b="0">
                <a:solidFill>
                  <a:srgbClr val="A2AFAC"/>
                </a:solidFill>
              </a:defRPr>
            </a:lvl5pPr>
            <a:lvl6pPr algn="l">
              <a:defRPr sz="1275" b="0">
                <a:solidFill>
                  <a:srgbClr val="A2AFAC"/>
                </a:solidFill>
              </a:defRPr>
            </a:lvl6pPr>
            <a:lvl7pPr algn="l">
              <a:defRPr sz="1275" b="0">
                <a:solidFill>
                  <a:srgbClr val="A2AFAC"/>
                </a:solidFill>
              </a:defRPr>
            </a:lvl7pPr>
            <a:lvl8pPr algn="l">
              <a:defRPr sz="1275" b="0">
                <a:solidFill>
                  <a:srgbClr val="A2AFAC"/>
                </a:solidFill>
              </a:defRPr>
            </a:lvl8pPr>
            <a:lvl9pPr algn="l">
              <a:defRPr sz="1275" b="0">
                <a:solidFill>
                  <a:srgbClr val="A2AFAC"/>
                </a:solidFill>
              </a:defRPr>
            </a:lvl9pPr>
          </a:lstStyle>
          <a:p xmlns:a="http://schemas.openxmlformats.org/drawingml/2006/main">
            <a:pPr algn="l">
              <a:defRPr sz="1275" b="0">
                <a:solidFill>
                  <a:srgbClr val="A2AFAC"/>
                </a:solidFill>
              </a:defRPr>
            </a:pPr>
            <a:r>
              <a:rPr sz="1275" b="0">
                <a:solidFill>
                  <a:srgbClr val="A2AFAC"/>
                </a:solidFill>
              </a:rPr>
              <a:t>먼저 말을 걸고 긴장을 낮춘다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7F314F2-30B9-4926-976A-8022EF355C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429000"/>
            <a:ext cx="11201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383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5692826-9623-49A1-95ED-BEA7F893D3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448050"/>
            <a:ext cx="2000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425" b="1">
                <a:solidFill>
                  <a:srgbClr val="F2F5F4"/>
                </a:solidFill>
              </a:defRPr>
            </a:defPPr>
            <a:lvl1pPr algn="l">
              <a:defRPr sz="1425" b="1">
                <a:solidFill>
                  <a:srgbClr val="F2F5F4"/>
                </a:solidFill>
              </a:defRPr>
            </a:lvl1pPr>
            <a:lvl2pPr algn="l">
              <a:defRPr sz="1425" b="1">
                <a:solidFill>
                  <a:srgbClr val="F2F5F4"/>
                </a:solidFill>
              </a:defRPr>
            </a:lvl2pPr>
            <a:lvl3pPr algn="l">
              <a:defRPr sz="1425" b="1">
                <a:solidFill>
                  <a:srgbClr val="F2F5F4"/>
                </a:solidFill>
              </a:defRPr>
            </a:lvl3pPr>
            <a:lvl4pPr algn="l">
              <a:defRPr sz="1425" b="1">
                <a:solidFill>
                  <a:srgbClr val="F2F5F4"/>
                </a:solidFill>
              </a:defRPr>
            </a:lvl4pPr>
            <a:lvl5pPr algn="l">
              <a:defRPr sz="1425" b="1">
                <a:solidFill>
                  <a:srgbClr val="F2F5F4"/>
                </a:solidFill>
              </a:defRPr>
            </a:lvl5pPr>
            <a:lvl6pPr algn="l">
              <a:defRPr sz="1425" b="1">
                <a:solidFill>
                  <a:srgbClr val="F2F5F4"/>
                </a:solidFill>
              </a:defRPr>
            </a:lvl6pPr>
            <a:lvl7pPr algn="l">
              <a:defRPr sz="1425" b="1">
                <a:solidFill>
                  <a:srgbClr val="F2F5F4"/>
                </a:solidFill>
              </a:defRPr>
            </a:lvl7pPr>
            <a:lvl8pPr algn="l">
              <a:defRPr sz="1425" b="1">
                <a:solidFill>
                  <a:srgbClr val="F2F5F4"/>
                </a:solidFill>
              </a:defRPr>
            </a:lvl8pPr>
            <a:lvl9pPr algn="l">
              <a:defRPr sz="1425" b="1">
                <a:solidFill>
                  <a:srgbClr val="F2F5F4"/>
                </a:solidFill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F2F5F4"/>
                </a:solidFill>
              </a:defRPr>
            </a:pPr>
            <a:r>
              <a:rPr sz="1425" b="1">
                <a:solidFill>
                  <a:srgbClr val="F2F5F4"/>
                </a:solidFill>
              </a:rPr>
              <a:t>공감적인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01A895A-09A3-40C9-844F-004D327872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3448050"/>
            <a:ext cx="1619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75" b="1">
                <a:solidFill>
                  <a:srgbClr val="38D6C4"/>
                </a:solidFill>
              </a:defRPr>
            </a:defPPr>
            <a:lvl1pPr algn="l">
              <a:defRPr sz="1275" b="1">
                <a:solidFill>
                  <a:srgbClr val="38D6C4"/>
                </a:solidFill>
              </a:defRPr>
            </a:lvl1pPr>
            <a:lvl2pPr algn="l">
              <a:defRPr sz="1275" b="1">
                <a:solidFill>
                  <a:srgbClr val="38D6C4"/>
                </a:solidFill>
              </a:defRPr>
            </a:lvl2pPr>
            <a:lvl3pPr algn="l">
              <a:defRPr sz="1275" b="1">
                <a:solidFill>
                  <a:srgbClr val="38D6C4"/>
                </a:solidFill>
              </a:defRPr>
            </a:lvl3pPr>
            <a:lvl4pPr algn="l">
              <a:defRPr sz="1275" b="1">
                <a:solidFill>
                  <a:srgbClr val="38D6C4"/>
                </a:solidFill>
              </a:defRPr>
            </a:lvl4pPr>
            <a:lvl5pPr algn="l">
              <a:defRPr sz="1275" b="1">
                <a:solidFill>
                  <a:srgbClr val="38D6C4"/>
                </a:solidFill>
              </a:defRPr>
            </a:lvl5pPr>
            <a:lvl6pPr algn="l">
              <a:defRPr sz="1275" b="1">
                <a:solidFill>
                  <a:srgbClr val="38D6C4"/>
                </a:solidFill>
              </a:defRPr>
            </a:lvl6pPr>
            <a:lvl7pPr algn="l">
              <a:defRPr sz="1275" b="1">
                <a:solidFill>
                  <a:srgbClr val="38D6C4"/>
                </a:solidFill>
              </a:defRPr>
            </a:lvl7pPr>
            <a:lvl8pPr algn="l">
              <a:defRPr sz="1275" b="1">
                <a:solidFill>
                  <a:srgbClr val="38D6C4"/>
                </a:solidFill>
              </a:defRPr>
            </a:lvl8pPr>
            <a:lvl9pPr algn="l">
              <a:defRPr sz="1275" b="1">
                <a:solidFill>
                  <a:srgbClr val="38D6C4"/>
                </a:solidFill>
              </a:defRPr>
            </a:lvl9pPr>
          </a:lstStyle>
          <a:p xmlns:a="http://schemas.openxmlformats.org/drawingml/2006/main">
            <a:pPr algn="l">
              <a:defRPr sz="1275" b="1">
                <a:solidFill>
                  <a:srgbClr val="38D6C4"/>
                </a:solidFill>
              </a:defRPr>
            </a:pPr>
            <a:r>
              <a:rPr sz="1275" b="1">
                <a:solidFill>
                  <a:srgbClr val="38D6C4"/>
                </a:solidFill>
              </a:rPr>
              <a:t>지능 +1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2877DE7-47E1-4F1E-8FD0-504197025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3448050"/>
            <a:ext cx="7048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75" b="0">
                <a:solidFill>
                  <a:srgbClr val="A2AFAC"/>
                </a:solidFill>
              </a:defRPr>
            </a:defPPr>
            <a:lvl1pPr algn="l">
              <a:defRPr sz="1275" b="0">
                <a:solidFill>
                  <a:srgbClr val="A2AFAC"/>
                </a:solidFill>
              </a:defRPr>
            </a:lvl1pPr>
            <a:lvl2pPr algn="l">
              <a:defRPr sz="1275" b="0">
                <a:solidFill>
                  <a:srgbClr val="A2AFAC"/>
                </a:solidFill>
              </a:defRPr>
            </a:lvl2pPr>
            <a:lvl3pPr algn="l">
              <a:defRPr sz="1275" b="0">
                <a:solidFill>
                  <a:srgbClr val="A2AFAC"/>
                </a:solidFill>
              </a:defRPr>
            </a:lvl3pPr>
            <a:lvl4pPr algn="l">
              <a:defRPr sz="1275" b="0">
                <a:solidFill>
                  <a:srgbClr val="A2AFAC"/>
                </a:solidFill>
              </a:defRPr>
            </a:lvl4pPr>
            <a:lvl5pPr algn="l">
              <a:defRPr sz="1275" b="0">
                <a:solidFill>
                  <a:srgbClr val="A2AFAC"/>
                </a:solidFill>
              </a:defRPr>
            </a:lvl5pPr>
            <a:lvl6pPr algn="l">
              <a:defRPr sz="1275" b="0">
                <a:solidFill>
                  <a:srgbClr val="A2AFAC"/>
                </a:solidFill>
              </a:defRPr>
            </a:lvl6pPr>
            <a:lvl7pPr algn="l">
              <a:defRPr sz="1275" b="0">
                <a:solidFill>
                  <a:srgbClr val="A2AFAC"/>
                </a:solidFill>
              </a:defRPr>
            </a:lvl7pPr>
            <a:lvl8pPr algn="l">
              <a:defRPr sz="1275" b="0">
                <a:solidFill>
                  <a:srgbClr val="A2AFAC"/>
                </a:solidFill>
              </a:defRPr>
            </a:lvl8pPr>
            <a:lvl9pPr algn="l">
              <a:defRPr sz="1275" b="0">
                <a:solidFill>
                  <a:srgbClr val="A2AFAC"/>
                </a:solidFill>
              </a:defRPr>
            </a:lvl9pPr>
          </a:lstStyle>
          <a:p xmlns:a="http://schemas.openxmlformats.org/drawingml/2006/main">
            <a:pPr algn="l">
              <a:defRPr sz="1275" b="0">
                <a:solidFill>
                  <a:srgbClr val="A2AFAC"/>
                </a:solidFill>
              </a:defRPr>
            </a:pPr>
            <a:r>
              <a:rPr sz="1275" b="0">
                <a:solidFill>
                  <a:srgbClr val="A2AFAC"/>
                </a:solidFill>
              </a:rPr>
              <a:t>상대의 불안과 의도를 빠르게 읽는다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272829F-5033-4799-ABFD-EDC207C168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829050"/>
            <a:ext cx="11201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383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6A52BE3-FF15-4A72-9E6F-EBAF66A6F0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848100"/>
            <a:ext cx="2000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425" b="1">
                <a:solidFill>
                  <a:srgbClr val="F2F5F4"/>
                </a:solidFill>
              </a:defRPr>
            </a:defPPr>
            <a:lvl1pPr algn="l">
              <a:defRPr sz="1425" b="1">
                <a:solidFill>
                  <a:srgbClr val="F2F5F4"/>
                </a:solidFill>
              </a:defRPr>
            </a:lvl1pPr>
            <a:lvl2pPr algn="l">
              <a:defRPr sz="1425" b="1">
                <a:solidFill>
                  <a:srgbClr val="F2F5F4"/>
                </a:solidFill>
              </a:defRPr>
            </a:lvl2pPr>
            <a:lvl3pPr algn="l">
              <a:defRPr sz="1425" b="1">
                <a:solidFill>
                  <a:srgbClr val="F2F5F4"/>
                </a:solidFill>
              </a:defRPr>
            </a:lvl3pPr>
            <a:lvl4pPr algn="l">
              <a:defRPr sz="1425" b="1">
                <a:solidFill>
                  <a:srgbClr val="F2F5F4"/>
                </a:solidFill>
              </a:defRPr>
            </a:lvl4pPr>
            <a:lvl5pPr algn="l">
              <a:defRPr sz="1425" b="1">
                <a:solidFill>
                  <a:srgbClr val="F2F5F4"/>
                </a:solidFill>
              </a:defRPr>
            </a:lvl5pPr>
            <a:lvl6pPr algn="l">
              <a:defRPr sz="1425" b="1">
                <a:solidFill>
                  <a:srgbClr val="F2F5F4"/>
                </a:solidFill>
              </a:defRPr>
            </a:lvl6pPr>
            <a:lvl7pPr algn="l">
              <a:defRPr sz="1425" b="1">
                <a:solidFill>
                  <a:srgbClr val="F2F5F4"/>
                </a:solidFill>
              </a:defRPr>
            </a:lvl7pPr>
            <a:lvl8pPr algn="l">
              <a:defRPr sz="1425" b="1">
                <a:solidFill>
                  <a:srgbClr val="F2F5F4"/>
                </a:solidFill>
              </a:defRPr>
            </a:lvl8pPr>
            <a:lvl9pPr algn="l">
              <a:defRPr sz="1425" b="1">
                <a:solidFill>
                  <a:srgbClr val="F2F5F4"/>
                </a:solidFill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F2F5F4"/>
                </a:solidFill>
              </a:defRPr>
            </a:pPr>
            <a:r>
              <a:rPr sz="1425" b="1">
                <a:solidFill>
                  <a:srgbClr val="F2F5F4"/>
                </a:solidFill>
              </a:rPr>
              <a:t>보호적인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00CEF79D-FCCB-45C0-B261-253A2BD1E8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3848100"/>
            <a:ext cx="1619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75" b="1">
                <a:solidFill>
                  <a:srgbClr val="38D6C4"/>
                </a:solidFill>
              </a:defRPr>
            </a:defPPr>
            <a:lvl1pPr algn="l">
              <a:defRPr sz="1275" b="1">
                <a:solidFill>
                  <a:srgbClr val="38D6C4"/>
                </a:solidFill>
              </a:defRPr>
            </a:lvl1pPr>
            <a:lvl2pPr algn="l">
              <a:defRPr sz="1275" b="1">
                <a:solidFill>
                  <a:srgbClr val="38D6C4"/>
                </a:solidFill>
              </a:defRPr>
            </a:lvl2pPr>
            <a:lvl3pPr algn="l">
              <a:defRPr sz="1275" b="1">
                <a:solidFill>
                  <a:srgbClr val="38D6C4"/>
                </a:solidFill>
              </a:defRPr>
            </a:lvl3pPr>
            <a:lvl4pPr algn="l">
              <a:defRPr sz="1275" b="1">
                <a:solidFill>
                  <a:srgbClr val="38D6C4"/>
                </a:solidFill>
              </a:defRPr>
            </a:lvl4pPr>
            <a:lvl5pPr algn="l">
              <a:defRPr sz="1275" b="1">
                <a:solidFill>
                  <a:srgbClr val="38D6C4"/>
                </a:solidFill>
              </a:defRPr>
            </a:lvl5pPr>
            <a:lvl6pPr algn="l">
              <a:defRPr sz="1275" b="1">
                <a:solidFill>
                  <a:srgbClr val="38D6C4"/>
                </a:solidFill>
              </a:defRPr>
            </a:lvl6pPr>
            <a:lvl7pPr algn="l">
              <a:defRPr sz="1275" b="1">
                <a:solidFill>
                  <a:srgbClr val="38D6C4"/>
                </a:solidFill>
              </a:defRPr>
            </a:lvl7pPr>
            <a:lvl8pPr algn="l">
              <a:defRPr sz="1275" b="1">
                <a:solidFill>
                  <a:srgbClr val="38D6C4"/>
                </a:solidFill>
              </a:defRPr>
            </a:lvl8pPr>
            <a:lvl9pPr algn="l">
              <a:defRPr sz="1275" b="1">
                <a:solidFill>
                  <a:srgbClr val="38D6C4"/>
                </a:solidFill>
              </a:defRPr>
            </a:lvl9pPr>
          </a:lstStyle>
          <a:p xmlns:a="http://schemas.openxmlformats.org/drawingml/2006/main">
            <a:pPr algn="l">
              <a:defRPr sz="1275" b="1">
                <a:solidFill>
                  <a:srgbClr val="38D6C4"/>
                </a:solidFill>
              </a:defRPr>
            </a:pPr>
            <a:r>
              <a:rPr sz="1275" b="1">
                <a:solidFill>
                  <a:srgbClr val="38D6C4"/>
                </a:solidFill>
              </a:rPr>
              <a:t>근력 +1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EDE4B91-2850-41E7-8AD6-E783010F27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3848100"/>
            <a:ext cx="7048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75" b="0">
                <a:solidFill>
                  <a:srgbClr val="A2AFAC"/>
                </a:solidFill>
              </a:defRPr>
            </a:defPPr>
            <a:lvl1pPr algn="l">
              <a:defRPr sz="1275" b="0">
                <a:solidFill>
                  <a:srgbClr val="A2AFAC"/>
                </a:solidFill>
              </a:defRPr>
            </a:lvl1pPr>
            <a:lvl2pPr algn="l">
              <a:defRPr sz="1275" b="0">
                <a:solidFill>
                  <a:srgbClr val="A2AFAC"/>
                </a:solidFill>
              </a:defRPr>
            </a:lvl2pPr>
            <a:lvl3pPr algn="l">
              <a:defRPr sz="1275" b="0">
                <a:solidFill>
                  <a:srgbClr val="A2AFAC"/>
                </a:solidFill>
              </a:defRPr>
            </a:lvl3pPr>
            <a:lvl4pPr algn="l">
              <a:defRPr sz="1275" b="0">
                <a:solidFill>
                  <a:srgbClr val="A2AFAC"/>
                </a:solidFill>
              </a:defRPr>
            </a:lvl4pPr>
            <a:lvl5pPr algn="l">
              <a:defRPr sz="1275" b="0">
                <a:solidFill>
                  <a:srgbClr val="A2AFAC"/>
                </a:solidFill>
              </a:defRPr>
            </a:lvl5pPr>
            <a:lvl6pPr algn="l">
              <a:defRPr sz="1275" b="0">
                <a:solidFill>
                  <a:srgbClr val="A2AFAC"/>
                </a:solidFill>
              </a:defRPr>
            </a:lvl6pPr>
            <a:lvl7pPr algn="l">
              <a:defRPr sz="1275" b="0">
                <a:solidFill>
                  <a:srgbClr val="A2AFAC"/>
                </a:solidFill>
              </a:defRPr>
            </a:lvl7pPr>
            <a:lvl8pPr algn="l">
              <a:defRPr sz="1275" b="0">
                <a:solidFill>
                  <a:srgbClr val="A2AFAC"/>
                </a:solidFill>
              </a:defRPr>
            </a:lvl8pPr>
            <a:lvl9pPr algn="l">
              <a:defRPr sz="1275" b="0">
                <a:solidFill>
                  <a:srgbClr val="A2AFAC"/>
                </a:solidFill>
              </a:defRPr>
            </a:lvl9pPr>
          </a:lstStyle>
          <a:p xmlns:a="http://schemas.openxmlformats.org/drawingml/2006/main">
            <a:pPr algn="l">
              <a:defRPr sz="1275" b="0">
                <a:solidFill>
                  <a:srgbClr val="A2AFAC"/>
                </a:solidFill>
              </a:defRPr>
            </a:pPr>
            <a:r>
              <a:rPr sz="1275" b="0">
                <a:solidFill>
                  <a:srgbClr val="A2AFAC"/>
                </a:solidFill>
              </a:rPr>
              <a:t>위험과 동료 사이에 선다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6FA41977-0C11-4CF5-BC2E-DEF2D0FF51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229100"/>
            <a:ext cx="11201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383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6DBE1DEA-F554-401C-8267-518BC4CC4A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48150"/>
            <a:ext cx="2000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425" b="1">
                <a:solidFill>
                  <a:srgbClr val="F2F5F4"/>
                </a:solidFill>
              </a:defRPr>
            </a:defPPr>
            <a:lvl1pPr algn="l">
              <a:defRPr sz="1425" b="1">
                <a:solidFill>
                  <a:srgbClr val="F2F5F4"/>
                </a:solidFill>
              </a:defRPr>
            </a:lvl1pPr>
            <a:lvl2pPr algn="l">
              <a:defRPr sz="1425" b="1">
                <a:solidFill>
                  <a:srgbClr val="F2F5F4"/>
                </a:solidFill>
              </a:defRPr>
            </a:lvl2pPr>
            <a:lvl3pPr algn="l">
              <a:defRPr sz="1425" b="1">
                <a:solidFill>
                  <a:srgbClr val="F2F5F4"/>
                </a:solidFill>
              </a:defRPr>
            </a:lvl3pPr>
            <a:lvl4pPr algn="l">
              <a:defRPr sz="1425" b="1">
                <a:solidFill>
                  <a:srgbClr val="F2F5F4"/>
                </a:solidFill>
              </a:defRPr>
            </a:lvl4pPr>
            <a:lvl5pPr algn="l">
              <a:defRPr sz="1425" b="1">
                <a:solidFill>
                  <a:srgbClr val="F2F5F4"/>
                </a:solidFill>
              </a:defRPr>
            </a:lvl5pPr>
            <a:lvl6pPr algn="l">
              <a:defRPr sz="1425" b="1">
                <a:solidFill>
                  <a:srgbClr val="F2F5F4"/>
                </a:solidFill>
              </a:defRPr>
            </a:lvl6pPr>
            <a:lvl7pPr algn="l">
              <a:defRPr sz="1425" b="1">
                <a:solidFill>
                  <a:srgbClr val="F2F5F4"/>
                </a:solidFill>
              </a:defRPr>
            </a:lvl7pPr>
            <a:lvl8pPr algn="l">
              <a:defRPr sz="1425" b="1">
                <a:solidFill>
                  <a:srgbClr val="F2F5F4"/>
                </a:solidFill>
              </a:defRPr>
            </a:lvl8pPr>
            <a:lvl9pPr algn="l">
              <a:defRPr sz="1425" b="1">
                <a:solidFill>
                  <a:srgbClr val="F2F5F4"/>
                </a:solidFill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F2F5F4"/>
                </a:solidFill>
              </a:defRPr>
            </a:pPr>
            <a:r>
              <a:rPr sz="1425" b="1">
                <a:solidFill>
                  <a:srgbClr val="F2F5F4"/>
                </a:solidFill>
              </a:rPr>
              <a:t>자기희생적인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ADF69E03-DE4F-45D5-9A0E-F58699B320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4248150"/>
            <a:ext cx="1619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75" b="1">
                <a:solidFill>
                  <a:srgbClr val="38D6C4"/>
                </a:solidFill>
              </a:defRPr>
            </a:defPPr>
            <a:lvl1pPr algn="l">
              <a:defRPr sz="1275" b="1">
                <a:solidFill>
                  <a:srgbClr val="38D6C4"/>
                </a:solidFill>
              </a:defRPr>
            </a:lvl1pPr>
            <a:lvl2pPr algn="l">
              <a:defRPr sz="1275" b="1">
                <a:solidFill>
                  <a:srgbClr val="38D6C4"/>
                </a:solidFill>
              </a:defRPr>
            </a:lvl2pPr>
            <a:lvl3pPr algn="l">
              <a:defRPr sz="1275" b="1">
                <a:solidFill>
                  <a:srgbClr val="38D6C4"/>
                </a:solidFill>
              </a:defRPr>
            </a:lvl3pPr>
            <a:lvl4pPr algn="l">
              <a:defRPr sz="1275" b="1">
                <a:solidFill>
                  <a:srgbClr val="38D6C4"/>
                </a:solidFill>
              </a:defRPr>
            </a:lvl4pPr>
            <a:lvl5pPr algn="l">
              <a:defRPr sz="1275" b="1">
                <a:solidFill>
                  <a:srgbClr val="38D6C4"/>
                </a:solidFill>
              </a:defRPr>
            </a:lvl5pPr>
            <a:lvl6pPr algn="l">
              <a:defRPr sz="1275" b="1">
                <a:solidFill>
                  <a:srgbClr val="38D6C4"/>
                </a:solidFill>
              </a:defRPr>
            </a:lvl6pPr>
            <a:lvl7pPr algn="l">
              <a:defRPr sz="1275" b="1">
                <a:solidFill>
                  <a:srgbClr val="38D6C4"/>
                </a:solidFill>
              </a:defRPr>
            </a:lvl7pPr>
            <a:lvl8pPr algn="l">
              <a:defRPr sz="1275" b="1">
                <a:solidFill>
                  <a:srgbClr val="38D6C4"/>
                </a:solidFill>
              </a:defRPr>
            </a:lvl8pPr>
            <a:lvl9pPr algn="l">
              <a:defRPr sz="1275" b="1">
                <a:solidFill>
                  <a:srgbClr val="38D6C4"/>
                </a:solidFill>
              </a:defRPr>
            </a:lvl9pPr>
          </a:lstStyle>
          <a:p xmlns:a="http://schemas.openxmlformats.org/drawingml/2006/main">
            <a:pPr algn="l">
              <a:defRPr sz="1275" b="1">
                <a:solidFill>
                  <a:srgbClr val="38D6C4"/>
                </a:solidFill>
              </a:defRPr>
            </a:pPr>
            <a:r>
              <a:rPr sz="1275" b="1">
                <a:solidFill>
                  <a:srgbClr val="38D6C4"/>
                </a:solidFill>
              </a:rPr>
              <a:t>지구력 +1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3C50E2BB-3669-459B-B10C-B3099BBD4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4248150"/>
            <a:ext cx="7048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75" b="0">
                <a:solidFill>
                  <a:srgbClr val="A2AFAC"/>
                </a:solidFill>
              </a:defRPr>
            </a:defPPr>
            <a:lvl1pPr algn="l">
              <a:defRPr sz="1275" b="0">
                <a:solidFill>
                  <a:srgbClr val="A2AFAC"/>
                </a:solidFill>
              </a:defRPr>
            </a:lvl1pPr>
            <a:lvl2pPr algn="l">
              <a:defRPr sz="1275" b="0">
                <a:solidFill>
                  <a:srgbClr val="A2AFAC"/>
                </a:solidFill>
              </a:defRPr>
            </a:lvl2pPr>
            <a:lvl3pPr algn="l">
              <a:defRPr sz="1275" b="0">
                <a:solidFill>
                  <a:srgbClr val="A2AFAC"/>
                </a:solidFill>
              </a:defRPr>
            </a:lvl3pPr>
            <a:lvl4pPr algn="l">
              <a:defRPr sz="1275" b="0">
                <a:solidFill>
                  <a:srgbClr val="A2AFAC"/>
                </a:solidFill>
              </a:defRPr>
            </a:lvl4pPr>
            <a:lvl5pPr algn="l">
              <a:defRPr sz="1275" b="0">
                <a:solidFill>
                  <a:srgbClr val="A2AFAC"/>
                </a:solidFill>
              </a:defRPr>
            </a:lvl5pPr>
            <a:lvl6pPr algn="l">
              <a:defRPr sz="1275" b="0">
                <a:solidFill>
                  <a:srgbClr val="A2AFAC"/>
                </a:solidFill>
              </a:defRPr>
            </a:lvl6pPr>
            <a:lvl7pPr algn="l">
              <a:defRPr sz="1275" b="0">
                <a:solidFill>
                  <a:srgbClr val="A2AFAC"/>
                </a:solidFill>
              </a:defRPr>
            </a:lvl7pPr>
            <a:lvl8pPr algn="l">
              <a:defRPr sz="1275" b="0">
                <a:solidFill>
                  <a:srgbClr val="A2AFAC"/>
                </a:solidFill>
              </a:defRPr>
            </a:lvl8pPr>
            <a:lvl9pPr algn="l">
              <a:defRPr sz="1275" b="0">
                <a:solidFill>
                  <a:srgbClr val="A2AFAC"/>
                </a:solidFill>
              </a:defRPr>
            </a:lvl9pPr>
          </a:lstStyle>
          <a:p xmlns:a="http://schemas.openxmlformats.org/drawingml/2006/main">
            <a:pPr algn="l">
              <a:defRPr sz="1275" b="0">
                <a:solidFill>
                  <a:srgbClr val="A2AFAC"/>
                </a:solidFill>
              </a:defRPr>
            </a:pPr>
            <a:r>
              <a:rPr sz="1275" b="0">
                <a:solidFill>
                  <a:srgbClr val="A2AFAC"/>
                </a:solidFill>
              </a:rPr>
              <a:t>본인의 자원을 써서 타인을 살린다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24D50E76-7BBE-4257-BDDA-0C876F3C1A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629150"/>
            <a:ext cx="11201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383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D3150EE9-2F9A-4F61-A39C-540A5962DD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648200"/>
            <a:ext cx="2000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425" b="1">
                <a:solidFill>
                  <a:srgbClr val="F2F5F4"/>
                </a:solidFill>
              </a:defRPr>
            </a:defPPr>
            <a:lvl1pPr algn="l">
              <a:defRPr sz="1425" b="1">
                <a:solidFill>
                  <a:srgbClr val="F2F5F4"/>
                </a:solidFill>
              </a:defRPr>
            </a:lvl1pPr>
            <a:lvl2pPr algn="l">
              <a:defRPr sz="1425" b="1">
                <a:solidFill>
                  <a:srgbClr val="F2F5F4"/>
                </a:solidFill>
              </a:defRPr>
            </a:lvl2pPr>
            <a:lvl3pPr algn="l">
              <a:defRPr sz="1425" b="1">
                <a:solidFill>
                  <a:srgbClr val="F2F5F4"/>
                </a:solidFill>
              </a:defRPr>
            </a:lvl3pPr>
            <a:lvl4pPr algn="l">
              <a:defRPr sz="1425" b="1">
                <a:solidFill>
                  <a:srgbClr val="F2F5F4"/>
                </a:solidFill>
              </a:defRPr>
            </a:lvl4pPr>
            <a:lvl5pPr algn="l">
              <a:defRPr sz="1425" b="1">
                <a:solidFill>
                  <a:srgbClr val="F2F5F4"/>
                </a:solidFill>
              </a:defRPr>
            </a:lvl5pPr>
            <a:lvl6pPr algn="l">
              <a:defRPr sz="1425" b="1">
                <a:solidFill>
                  <a:srgbClr val="F2F5F4"/>
                </a:solidFill>
              </a:defRPr>
            </a:lvl6pPr>
            <a:lvl7pPr algn="l">
              <a:defRPr sz="1425" b="1">
                <a:solidFill>
                  <a:srgbClr val="F2F5F4"/>
                </a:solidFill>
              </a:defRPr>
            </a:lvl7pPr>
            <a:lvl8pPr algn="l">
              <a:defRPr sz="1425" b="1">
                <a:solidFill>
                  <a:srgbClr val="F2F5F4"/>
                </a:solidFill>
              </a:defRPr>
            </a:lvl8pPr>
            <a:lvl9pPr algn="l">
              <a:defRPr sz="1425" b="1">
                <a:solidFill>
                  <a:srgbClr val="F2F5F4"/>
                </a:solidFill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F2F5F4"/>
                </a:solidFill>
              </a:defRPr>
            </a:pPr>
            <a:r>
              <a:rPr sz="1425" b="1">
                <a:solidFill>
                  <a:srgbClr val="F2F5F4"/>
                </a:solidFill>
              </a:rPr>
              <a:t>유머러스한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7C0EBDE5-6EB2-40FE-93F5-7042BB31BB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4648200"/>
            <a:ext cx="1619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75" b="1">
                <a:solidFill>
                  <a:srgbClr val="38D6C4"/>
                </a:solidFill>
              </a:defRPr>
            </a:defPPr>
            <a:lvl1pPr algn="l">
              <a:defRPr sz="1275" b="1">
                <a:solidFill>
                  <a:srgbClr val="38D6C4"/>
                </a:solidFill>
              </a:defRPr>
            </a:lvl1pPr>
            <a:lvl2pPr algn="l">
              <a:defRPr sz="1275" b="1">
                <a:solidFill>
                  <a:srgbClr val="38D6C4"/>
                </a:solidFill>
              </a:defRPr>
            </a:lvl2pPr>
            <a:lvl3pPr algn="l">
              <a:defRPr sz="1275" b="1">
                <a:solidFill>
                  <a:srgbClr val="38D6C4"/>
                </a:solidFill>
              </a:defRPr>
            </a:lvl3pPr>
            <a:lvl4pPr algn="l">
              <a:defRPr sz="1275" b="1">
                <a:solidFill>
                  <a:srgbClr val="38D6C4"/>
                </a:solidFill>
              </a:defRPr>
            </a:lvl4pPr>
            <a:lvl5pPr algn="l">
              <a:defRPr sz="1275" b="1">
                <a:solidFill>
                  <a:srgbClr val="38D6C4"/>
                </a:solidFill>
              </a:defRPr>
            </a:lvl5pPr>
            <a:lvl6pPr algn="l">
              <a:defRPr sz="1275" b="1">
                <a:solidFill>
                  <a:srgbClr val="38D6C4"/>
                </a:solidFill>
              </a:defRPr>
            </a:lvl6pPr>
            <a:lvl7pPr algn="l">
              <a:defRPr sz="1275" b="1">
                <a:solidFill>
                  <a:srgbClr val="38D6C4"/>
                </a:solidFill>
              </a:defRPr>
            </a:lvl7pPr>
            <a:lvl8pPr algn="l">
              <a:defRPr sz="1275" b="1">
                <a:solidFill>
                  <a:srgbClr val="38D6C4"/>
                </a:solidFill>
              </a:defRPr>
            </a:lvl8pPr>
            <a:lvl9pPr algn="l">
              <a:defRPr sz="1275" b="1">
                <a:solidFill>
                  <a:srgbClr val="38D6C4"/>
                </a:solidFill>
              </a:defRPr>
            </a:lvl9pPr>
          </a:lstStyle>
          <a:p xmlns:a="http://schemas.openxmlformats.org/drawingml/2006/main">
            <a:pPr algn="l">
              <a:defRPr sz="1275" b="1">
                <a:solidFill>
                  <a:srgbClr val="38D6C4"/>
                </a:solidFill>
              </a:defRPr>
            </a:pPr>
            <a:r>
              <a:rPr sz="1275" b="1">
                <a:solidFill>
                  <a:srgbClr val="38D6C4"/>
                </a:solidFill>
              </a:rPr>
              <a:t>행운 +1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DDC7746F-EA91-47C3-A6C6-296D572337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4648200"/>
            <a:ext cx="7048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75" b="0">
                <a:solidFill>
                  <a:srgbClr val="A2AFAC"/>
                </a:solidFill>
              </a:defRPr>
            </a:defPPr>
            <a:lvl1pPr algn="l">
              <a:defRPr sz="1275" b="0">
                <a:solidFill>
                  <a:srgbClr val="A2AFAC"/>
                </a:solidFill>
              </a:defRPr>
            </a:lvl1pPr>
            <a:lvl2pPr algn="l">
              <a:defRPr sz="1275" b="0">
                <a:solidFill>
                  <a:srgbClr val="A2AFAC"/>
                </a:solidFill>
              </a:defRPr>
            </a:lvl2pPr>
            <a:lvl3pPr algn="l">
              <a:defRPr sz="1275" b="0">
                <a:solidFill>
                  <a:srgbClr val="A2AFAC"/>
                </a:solidFill>
              </a:defRPr>
            </a:lvl3pPr>
            <a:lvl4pPr algn="l">
              <a:defRPr sz="1275" b="0">
                <a:solidFill>
                  <a:srgbClr val="A2AFAC"/>
                </a:solidFill>
              </a:defRPr>
            </a:lvl4pPr>
            <a:lvl5pPr algn="l">
              <a:defRPr sz="1275" b="0">
                <a:solidFill>
                  <a:srgbClr val="A2AFAC"/>
                </a:solidFill>
              </a:defRPr>
            </a:lvl5pPr>
            <a:lvl6pPr algn="l">
              <a:defRPr sz="1275" b="0">
                <a:solidFill>
                  <a:srgbClr val="A2AFAC"/>
                </a:solidFill>
              </a:defRPr>
            </a:lvl6pPr>
            <a:lvl7pPr algn="l">
              <a:defRPr sz="1275" b="0">
                <a:solidFill>
                  <a:srgbClr val="A2AFAC"/>
                </a:solidFill>
              </a:defRPr>
            </a:lvl7pPr>
            <a:lvl8pPr algn="l">
              <a:defRPr sz="1275" b="0">
                <a:solidFill>
                  <a:srgbClr val="A2AFAC"/>
                </a:solidFill>
              </a:defRPr>
            </a:lvl8pPr>
            <a:lvl9pPr algn="l">
              <a:defRPr sz="1275" b="0">
                <a:solidFill>
                  <a:srgbClr val="A2AFAC"/>
                </a:solidFill>
              </a:defRPr>
            </a:lvl9pPr>
          </a:lstStyle>
          <a:p xmlns:a="http://schemas.openxmlformats.org/drawingml/2006/main">
            <a:pPr algn="l">
              <a:defRPr sz="1275" b="0">
                <a:solidFill>
                  <a:srgbClr val="A2AFAC"/>
                </a:solidFill>
              </a:defRPr>
            </a:pPr>
            <a:r>
              <a:rPr sz="1275" b="0">
                <a:solidFill>
                  <a:srgbClr val="A2AFAC"/>
                </a:solidFill>
              </a:rPr>
              <a:t>공포 상황에서 농담으로 분위기를 바꾼다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6770DDFC-6AFD-4C9E-9593-2D1EF9C0B2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029200"/>
            <a:ext cx="11201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383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855B6CE1-98E7-48D3-877E-67F00F9F75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0"/>
            <a:ext cx="2000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425" b="1">
                <a:solidFill>
                  <a:srgbClr val="F2F5F4"/>
                </a:solidFill>
              </a:defRPr>
            </a:defPPr>
            <a:lvl1pPr algn="l">
              <a:defRPr sz="1425" b="1">
                <a:solidFill>
                  <a:srgbClr val="F2F5F4"/>
                </a:solidFill>
              </a:defRPr>
            </a:lvl1pPr>
            <a:lvl2pPr algn="l">
              <a:defRPr sz="1425" b="1">
                <a:solidFill>
                  <a:srgbClr val="F2F5F4"/>
                </a:solidFill>
              </a:defRPr>
            </a:lvl2pPr>
            <a:lvl3pPr algn="l">
              <a:defRPr sz="1425" b="1">
                <a:solidFill>
                  <a:srgbClr val="F2F5F4"/>
                </a:solidFill>
              </a:defRPr>
            </a:lvl3pPr>
            <a:lvl4pPr algn="l">
              <a:defRPr sz="1425" b="1">
                <a:solidFill>
                  <a:srgbClr val="F2F5F4"/>
                </a:solidFill>
              </a:defRPr>
            </a:lvl4pPr>
            <a:lvl5pPr algn="l">
              <a:defRPr sz="1425" b="1">
                <a:solidFill>
                  <a:srgbClr val="F2F5F4"/>
                </a:solidFill>
              </a:defRPr>
            </a:lvl5pPr>
            <a:lvl6pPr algn="l">
              <a:defRPr sz="1425" b="1">
                <a:solidFill>
                  <a:srgbClr val="F2F5F4"/>
                </a:solidFill>
              </a:defRPr>
            </a:lvl6pPr>
            <a:lvl7pPr algn="l">
              <a:defRPr sz="1425" b="1">
                <a:solidFill>
                  <a:srgbClr val="F2F5F4"/>
                </a:solidFill>
              </a:defRPr>
            </a:lvl7pPr>
            <a:lvl8pPr algn="l">
              <a:defRPr sz="1425" b="1">
                <a:solidFill>
                  <a:srgbClr val="F2F5F4"/>
                </a:solidFill>
              </a:defRPr>
            </a:lvl8pPr>
            <a:lvl9pPr algn="l">
              <a:defRPr sz="1425" b="1">
                <a:solidFill>
                  <a:srgbClr val="F2F5F4"/>
                </a:solidFill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F2F5F4"/>
                </a:solidFill>
              </a:defRPr>
            </a:pPr>
            <a:r>
              <a:rPr sz="1425" b="1">
                <a:solidFill>
                  <a:srgbClr val="F2F5F4"/>
                </a:solidFill>
              </a:rPr>
              <a:t>낙관적인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205D21FE-20FB-4054-8F8D-E5688C68AA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5048250"/>
            <a:ext cx="1619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75" b="1">
                <a:solidFill>
                  <a:srgbClr val="38D6C4"/>
                </a:solidFill>
              </a:defRPr>
            </a:defPPr>
            <a:lvl1pPr algn="l">
              <a:defRPr sz="1275" b="1">
                <a:solidFill>
                  <a:srgbClr val="38D6C4"/>
                </a:solidFill>
              </a:defRPr>
            </a:lvl1pPr>
            <a:lvl2pPr algn="l">
              <a:defRPr sz="1275" b="1">
                <a:solidFill>
                  <a:srgbClr val="38D6C4"/>
                </a:solidFill>
              </a:defRPr>
            </a:lvl2pPr>
            <a:lvl3pPr algn="l">
              <a:defRPr sz="1275" b="1">
                <a:solidFill>
                  <a:srgbClr val="38D6C4"/>
                </a:solidFill>
              </a:defRPr>
            </a:lvl3pPr>
            <a:lvl4pPr algn="l">
              <a:defRPr sz="1275" b="1">
                <a:solidFill>
                  <a:srgbClr val="38D6C4"/>
                </a:solidFill>
              </a:defRPr>
            </a:lvl4pPr>
            <a:lvl5pPr algn="l">
              <a:defRPr sz="1275" b="1">
                <a:solidFill>
                  <a:srgbClr val="38D6C4"/>
                </a:solidFill>
              </a:defRPr>
            </a:lvl5pPr>
            <a:lvl6pPr algn="l">
              <a:defRPr sz="1275" b="1">
                <a:solidFill>
                  <a:srgbClr val="38D6C4"/>
                </a:solidFill>
              </a:defRPr>
            </a:lvl6pPr>
            <a:lvl7pPr algn="l">
              <a:defRPr sz="1275" b="1">
                <a:solidFill>
                  <a:srgbClr val="38D6C4"/>
                </a:solidFill>
              </a:defRPr>
            </a:lvl7pPr>
            <a:lvl8pPr algn="l">
              <a:defRPr sz="1275" b="1">
                <a:solidFill>
                  <a:srgbClr val="38D6C4"/>
                </a:solidFill>
              </a:defRPr>
            </a:lvl8pPr>
            <a:lvl9pPr algn="l">
              <a:defRPr sz="1275" b="1">
                <a:solidFill>
                  <a:srgbClr val="38D6C4"/>
                </a:solidFill>
              </a:defRPr>
            </a:lvl9pPr>
          </a:lstStyle>
          <a:p xmlns:a="http://schemas.openxmlformats.org/drawingml/2006/main">
            <a:pPr algn="l">
              <a:defRPr sz="1275" b="1">
                <a:solidFill>
                  <a:srgbClr val="38D6C4"/>
                </a:solidFill>
              </a:defRPr>
            </a:pPr>
            <a:r>
              <a:rPr sz="1275" b="1">
                <a:solidFill>
                  <a:srgbClr val="38D6C4"/>
                </a:solidFill>
              </a:rPr>
              <a:t>정신력 +1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158428C0-3891-4217-80FF-7B29118EFC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5048250"/>
            <a:ext cx="7048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75" b="0">
                <a:solidFill>
                  <a:srgbClr val="A2AFAC"/>
                </a:solidFill>
              </a:defRPr>
            </a:defPPr>
            <a:lvl1pPr algn="l">
              <a:defRPr sz="1275" b="0">
                <a:solidFill>
                  <a:srgbClr val="A2AFAC"/>
                </a:solidFill>
              </a:defRPr>
            </a:lvl1pPr>
            <a:lvl2pPr algn="l">
              <a:defRPr sz="1275" b="0">
                <a:solidFill>
                  <a:srgbClr val="A2AFAC"/>
                </a:solidFill>
              </a:defRPr>
            </a:lvl2pPr>
            <a:lvl3pPr algn="l">
              <a:defRPr sz="1275" b="0">
                <a:solidFill>
                  <a:srgbClr val="A2AFAC"/>
                </a:solidFill>
              </a:defRPr>
            </a:lvl3pPr>
            <a:lvl4pPr algn="l">
              <a:defRPr sz="1275" b="0">
                <a:solidFill>
                  <a:srgbClr val="A2AFAC"/>
                </a:solidFill>
              </a:defRPr>
            </a:lvl4pPr>
            <a:lvl5pPr algn="l">
              <a:defRPr sz="1275" b="0">
                <a:solidFill>
                  <a:srgbClr val="A2AFAC"/>
                </a:solidFill>
              </a:defRPr>
            </a:lvl5pPr>
            <a:lvl6pPr algn="l">
              <a:defRPr sz="1275" b="0">
                <a:solidFill>
                  <a:srgbClr val="A2AFAC"/>
                </a:solidFill>
              </a:defRPr>
            </a:lvl6pPr>
            <a:lvl7pPr algn="l">
              <a:defRPr sz="1275" b="0">
                <a:solidFill>
                  <a:srgbClr val="A2AFAC"/>
                </a:solidFill>
              </a:defRPr>
            </a:lvl7pPr>
            <a:lvl8pPr algn="l">
              <a:defRPr sz="1275" b="0">
                <a:solidFill>
                  <a:srgbClr val="A2AFAC"/>
                </a:solidFill>
              </a:defRPr>
            </a:lvl8pPr>
            <a:lvl9pPr algn="l">
              <a:defRPr sz="1275" b="0">
                <a:solidFill>
                  <a:srgbClr val="A2AFAC"/>
                </a:solidFill>
              </a:defRPr>
            </a:lvl9pPr>
          </a:lstStyle>
          <a:p xmlns:a="http://schemas.openxmlformats.org/drawingml/2006/main">
            <a:pPr algn="l">
              <a:defRPr sz="1275" b="0">
                <a:solidFill>
                  <a:srgbClr val="A2AFAC"/>
                </a:solidFill>
              </a:defRPr>
            </a:pPr>
            <a:r>
              <a:rPr sz="1275" b="0">
                <a:solidFill>
                  <a:srgbClr val="A2AFAC"/>
                </a:solidFill>
              </a:rPr>
              <a:t>실패 뒤에도 전진 가능성을 찾는다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3173A599-6FBC-4461-82E4-B95FAFC0B2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429250"/>
            <a:ext cx="11201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383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A04124C7-C71E-4C5C-950C-86880CF2DF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448300"/>
            <a:ext cx="2000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425" b="1">
                <a:solidFill>
                  <a:srgbClr val="F2F5F4"/>
                </a:solidFill>
              </a:defRPr>
            </a:defPPr>
            <a:lvl1pPr algn="l">
              <a:defRPr sz="1425" b="1">
                <a:solidFill>
                  <a:srgbClr val="F2F5F4"/>
                </a:solidFill>
              </a:defRPr>
            </a:lvl1pPr>
            <a:lvl2pPr algn="l">
              <a:defRPr sz="1425" b="1">
                <a:solidFill>
                  <a:srgbClr val="F2F5F4"/>
                </a:solidFill>
              </a:defRPr>
            </a:lvl2pPr>
            <a:lvl3pPr algn="l">
              <a:defRPr sz="1425" b="1">
                <a:solidFill>
                  <a:srgbClr val="F2F5F4"/>
                </a:solidFill>
              </a:defRPr>
            </a:lvl3pPr>
            <a:lvl4pPr algn="l">
              <a:defRPr sz="1425" b="1">
                <a:solidFill>
                  <a:srgbClr val="F2F5F4"/>
                </a:solidFill>
              </a:defRPr>
            </a:lvl4pPr>
            <a:lvl5pPr algn="l">
              <a:defRPr sz="1425" b="1">
                <a:solidFill>
                  <a:srgbClr val="F2F5F4"/>
                </a:solidFill>
              </a:defRPr>
            </a:lvl5pPr>
            <a:lvl6pPr algn="l">
              <a:defRPr sz="1425" b="1">
                <a:solidFill>
                  <a:srgbClr val="F2F5F4"/>
                </a:solidFill>
              </a:defRPr>
            </a:lvl6pPr>
            <a:lvl7pPr algn="l">
              <a:defRPr sz="1425" b="1">
                <a:solidFill>
                  <a:srgbClr val="F2F5F4"/>
                </a:solidFill>
              </a:defRPr>
            </a:lvl7pPr>
            <a:lvl8pPr algn="l">
              <a:defRPr sz="1425" b="1">
                <a:solidFill>
                  <a:srgbClr val="F2F5F4"/>
                </a:solidFill>
              </a:defRPr>
            </a:lvl8pPr>
            <a:lvl9pPr algn="l">
              <a:defRPr sz="1425" b="1">
                <a:solidFill>
                  <a:srgbClr val="F2F5F4"/>
                </a:solidFill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F2F5F4"/>
                </a:solidFill>
              </a:defRPr>
            </a:pPr>
            <a:r>
              <a:rPr sz="1425" b="1">
                <a:solidFill>
                  <a:srgbClr val="F2F5F4"/>
                </a:solidFill>
              </a:rPr>
              <a:t>인내심 있는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AA176EBA-45E2-40EF-BB08-E6D5E37CB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5448300"/>
            <a:ext cx="1619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75" b="1">
                <a:solidFill>
                  <a:srgbClr val="38D6C4"/>
                </a:solidFill>
              </a:defRPr>
            </a:defPPr>
            <a:lvl1pPr algn="l">
              <a:defRPr sz="1275" b="1">
                <a:solidFill>
                  <a:srgbClr val="38D6C4"/>
                </a:solidFill>
              </a:defRPr>
            </a:lvl1pPr>
            <a:lvl2pPr algn="l">
              <a:defRPr sz="1275" b="1">
                <a:solidFill>
                  <a:srgbClr val="38D6C4"/>
                </a:solidFill>
              </a:defRPr>
            </a:lvl2pPr>
            <a:lvl3pPr algn="l">
              <a:defRPr sz="1275" b="1">
                <a:solidFill>
                  <a:srgbClr val="38D6C4"/>
                </a:solidFill>
              </a:defRPr>
            </a:lvl3pPr>
            <a:lvl4pPr algn="l">
              <a:defRPr sz="1275" b="1">
                <a:solidFill>
                  <a:srgbClr val="38D6C4"/>
                </a:solidFill>
              </a:defRPr>
            </a:lvl4pPr>
            <a:lvl5pPr algn="l">
              <a:defRPr sz="1275" b="1">
                <a:solidFill>
                  <a:srgbClr val="38D6C4"/>
                </a:solidFill>
              </a:defRPr>
            </a:lvl5pPr>
            <a:lvl6pPr algn="l">
              <a:defRPr sz="1275" b="1">
                <a:solidFill>
                  <a:srgbClr val="38D6C4"/>
                </a:solidFill>
              </a:defRPr>
            </a:lvl6pPr>
            <a:lvl7pPr algn="l">
              <a:defRPr sz="1275" b="1">
                <a:solidFill>
                  <a:srgbClr val="38D6C4"/>
                </a:solidFill>
              </a:defRPr>
            </a:lvl7pPr>
            <a:lvl8pPr algn="l">
              <a:defRPr sz="1275" b="1">
                <a:solidFill>
                  <a:srgbClr val="38D6C4"/>
                </a:solidFill>
              </a:defRPr>
            </a:lvl8pPr>
            <a:lvl9pPr algn="l">
              <a:defRPr sz="1275" b="1">
                <a:solidFill>
                  <a:srgbClr val="38D6C4"/>
                </a:solidFill>
              </a:defRPr>
            </a:lvl9pPr>
          </a:lstStyle>
          <a:p xmlns:a="http://schemas.openxmlformats.org/drawingml/2006/main">
            <a:pPr algn="l">
              <a:defRPr sz="1275" b="1">
                <a:solidFill>
                  <a:srgbClr val="38D6C4"/>
                </a:solidFill>
              </a:defRPr>
            </a:pPr>
            <a:r>
              <a:rPr sz="1275" b="1">
                <a:solidFill>
                  <a:srgbClr val="38D6C4"/>
                </a:solidFill>
              </a:rPr>
              <a:t>지구력 +1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DD5721E9-F96E-4335-B567-EF24939749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5448300"/>
            <a:ext cx="7048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75" b="0">
                <a:solidFill>
                  <a:srgbClr val="A2AFAC"/>
                </a:solidFill>
              </a:defRPr>
            </a:defPPr>
            <a:lvl1pPr algn="l">
              <a:defRPr sz="1275" b="0">
                <a:solidFill>
                  <a:srgbClr val="A2AFAC"/>
                </a:solidFill>
              </a:defRPr>
            </a:lvl1pPr>
            <a:lvl2pPr algn="l">
              <a:defRPr sz="1275" b="0">
                <a:solidFill>
                  <a:srgbClr val="A2AFAC"/>
                </a:solidFill>
              </a:defRPr>
            </a:lvl2pPr>
            <a:lvl3pPr algn="l">
              <a:defRPr sz="1275" b="0">
                <a:solidFill>
                  <a:srgbClr val="A2AFAC"/>
                </a:solidFill>
              </a:defRPr>
            </a:lvl3pPr>
            <a:lvl4pPr algn="l">
              <a:defRPr sz="1275" b="0">
                <a:solidFill>
                  <a:srgbClr val="A2AFAC"/>
                </a:solidFill>
              </a:defRPr>
            </a:lvl4pPr>
            <a:lvl5pPr algn="l">
              <a:defRPr sz="1275" b="0">
                <a:solidFill>
                  <a:srgbClr val="A2AFAC"/>
                </a:solidFill>
              </a:defRPr>
            </a:lvl5pPr>
            <a:lvl6pPr algn="l">
              <a:defRPr sz="1275" b="0">
                <a:solidFill>
                  <a:srgbClr val="A2AFAC"/>
                </a:solidFill>
              </a:defRPr>
            </a:lvl6pPr>
            <a:lvl7pPr algn="l">
              <a:defRPr sz="1275" b="0">
                <a:solidFill>
                  <a:srgbClr val="A2AFAC"/>
                </a:solidFill>
              </a:defRPr>
            </a:lvl7pPr>
            <a:lvl8pPr algn="l">
              <a:defRPr sz="1275" b="0">
                <a:solidFill>
                  <a:srgbClr val="A2AFAC"/>
                </a:solidFill>
              </a:defRPr>
            </a:lvl8pPr>
            <a:lvl9pPr algn="l">
              <a:defRPr sz="1275" b="0">
                <a:solidFill>
                  <a:srgbClr val="A2AFAC"/>
                </a:solidFill>
              </a:defRPr>
            </a:lvl9pPr>
          </a:lstStyle>
          <a:p xmlns:a="http://schemas.openxmlformats.org/drawingml/2006/main">
            <a:pPr algn="l">
              <a:defRPr sz="1275" b="0">
                <a:solidFill>
                  <a:srgbClr val="A2AFAC"/>
                </a:solidFill>
              </a:defRPr>
            </a:pPr>
            <a:r>
              <a:rPr sz="1275" b="0">
                <a:solidFill>
                  <a:srgbClr val="A2AFAC"/>
                </a:solidFill>
              </a:rPr>
              <a:t>느린 절차와 대기를 견딘다</a:t>
            </a:r>
          </a:p>
        </p:txBody>
      </p:sp>
    </p:spTree>
    <p:extLst>
      <p:ext uri="{BB962C8B-B14F-4D97-AF65-F5344CB8AC3E}">
        <p14:creationId xmlns:p14="http://schemas.microsoft.com/office/powerpoint/2010/main" val="571768693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0A0E0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5F8A4A9A-371A-48BF-A044-D07C714C5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333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D6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8D70DED-C998-4B33-A2B5-965A8FE552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8575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900" b="1">
                <a:solidFill>
                  <a:srgbClr val="38D6C4"/>
                </a:solidFill>
              </a:defRPr>
            </a:defPPr>
            <a:lvl1pPr algn="l">
              <a:defRPr sz="900" b="1">
                <a:solidFill>
                  <a:srgbClr val="38D6C4"/>
                </a:solidFill>
              </a:defRPr>
            </a:lvl1pPr>
            <a:lvl2pPr algn="l">
              <a:defRPr sz="900" b="1">
                <a:solidFill>
                  <a:srgbClr val="38D6C4"/>
                </a:solidFill>
              </a:defRPr>
            </a:lvl2pPr>
            <a:lvl3pPr algn="l">
              <a:defRPr sz="900" b="1">
                <a:solidFill>
                  <a:srgbClr val="38D6C4"/>
                </a:solidFill>
              </a:defRPr>
            </a:lvl3pPr>
            <a:lvl4pPr algn="l">
              <a:defRPr sz="900" b="1">
                <a:solidFill>
                  <a:srgbClr val="38D6C4"/>
                </a:solidFill>
              </a:defRPr>
            </a:lvl4pPr>
            <a:lvl5pPr algn="l">
              <a:defRPr sz="900" b="1">
                <a:solidFill>
                  <a:srgbClr val="38D6C4"/>
                </a:solidFill>
              </a:defRPr>
            </a:lvl5pPr>
            <a:lvl6pPr algn="l">
              <a:defRPr sz="900" b="1">
                <a:solidFill>
                  <a:srgbClr val="38D6C4"/>
                </a:solidFill>
              </a:defRPr>
            </a:lvl6pPr>
            <a:lvl7pPr algn="l">
              <a:defRPr sz="900" b="1">
                <a:solidFill>
                  <a:srgbClr val="38D6C4"/>
                </a:solidFill>
              </a:defRPr>
            </a:lvl7pPr>
            <a:lvl8pPr algn="l">
              <a:defRPr sz="900" b="1">
                <a:solidFill>
                  <a:srgbClr val="38D6C4"/>
                </a:solidFill>
              </a:defRPr>
            </a:lvl8pPr>
            <a:lvl9pPr algn="l">
              <a:defRPr sz="900" b="1">
                <a:solidFill>
                  <a:srgbClr val="38D6C4"/>
                </a:solidFill>
              </a:defRPr>
            </a:lvl9pPr>
          </a:lstStyle>
          <a:p xmlns:a="http://schemas.openxmlformats.org/drawingml/2006/main">
            <a:pPr algn="l">
              <a:defRPr sz="900" b="1">
                <a:solidFill>
                  <a:srgbClr val="38D6C4"/>
                </a:solidFill>
              </a:defRPr>
            </a:pPr>
            <a:r>
              <a:rPr sz="900" b="1">
                <a:solidFill>
                  <a:srgbClr val="38D6C4"/>
                </a:solidFill>
              </a:rPr>
              <a:t>PERSONALITY KEYWORDS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250B888-5EE0-4310-A6F4-22FF7E3715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71500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550" b="1">
                <a:solidFill>
                  <a:srgbClr val="F2F5F4"/>
                </a:solidFill>
              </a:defRPr>
            </a:defPPr>
            <a:lvl1pPr algn="l">
              <a:defRPr sz="2550" b="1">
                <a:solidFill>
                  <a:srgbClr val="F2F5F4"/>
                </a:solidFill>
              </a:defRPr>
            </a:lvl1pPr>
            <a:lvl2pPr algn="l">
              <a:defRPr sz="2550" b="1">
                <a:solidFill>
                  <a:srgbClr val="F2F5F4"/>
                </a:solidFill>
              </a:defRPr>
            </a:lvl2pPr>
            <a:lvl3pPr algn="l">
              <a:defRPr sz="2550" b="1">
                <a:solidFill>
                  <a:srgbClr val="F2F5F4"/>
                </a:solidFill>
              </a:defRPr>
            </a:lvl3pPr>
            <a:lvl4pPr algn="l">
              <a:defRPr sz="2550" b="1">
                <a:solidFill>
                  <a:srgbClr val="F2F5F4"/>
                </a:solidFill>
              </a:defRPr>
            </a:lvl4pPr>
            <a:lvl5pPr algn="l">
              <a:defRPr sz="2550" b="1">
                <a:solidFill>
                  <a:srgbClr val="F2F5F4"/>
                </a:solidFill>
              </a:defRPr>
            </a:lvl5pPr>
            <a:lvl6pPr algn="l">
              <a:defRPr sz="2550" b="1">
                <a:solidFill>
                  <a:srgbClr val="F2F5F4"/>
                </a:solidFill>
              </a:defRPr>
            </a:lvl6pPr>
            <a:lvl7pPr algn="l">
              <a:defRPr sz="2550" b="1">
                <a:solidFill>
                  <a:srgbClr val="F2F5F4"/>
                </a:solidFill>
              </a:defRPr>
            </a:lvl7pPr>
            <a:lvl8pPr algn="l">
              <a:defRPr sz="2550" b="1">
                <a:solidFill>
                  <a:srgbClr val="F2F5F4"/>
                </a:solidFill>
              </a:defRPr>
            </a:lvl8pPr>
            <a:lvl9pPr algn="l">
              <a:defRPr sz="2550" b="1">
                <a:solidFill>
                  <a:srgbClr val="F2F5F4"/>
                </a:solidFill>
              </a:defRPr>
            </a:lvl9pPr>
          </a:lstStyle>
          <a:p xmlns:a="http://schemas.openxmlformats.org/drawingml/2006/main">
            <a:pPr algn="l">
              <a:defRPr sz="2550" b="1">
                <a:solidFill>
                  <a:srgbClr val="F2F5F4"/>
                </a:solidFill>
              </a:defRPr>
            </a:pPr>
            <a:r>
              <a:rPr sz="2550" b="1">
                <a:solidFill>
                  <a:srgbClr val="F2F5F4"/>
                </a:solidFill>
              </a:rPr>
              <a:t>성격 키워드 2/3 · 판단과 통제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A7D18DD-30E7-4EC4-9055-E8FB362541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200150"/>
            <a:ext cx="11201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383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4B50F4C-5F09-4282-AF5D-D21634F13E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28575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900" b="1">
                <a:solidFill>
                  <a:srgbClr val="A2AFAC"/>
                </a:solidFill>
              </a:defRPr>
            </a:defPPr>
            <a:lvl1pPr algn="r">
              <a:defRPr sz="900" b="1">
                <a:solidFill>
                  <a:srgbClr val="A2AFAC"/>
                </a:solidFill>
              </a:defRPr>
            </a:lvl1pPr>
            <a:lvl2pPr algn="r">
              <a:defRPr sz="900" b="1">
                <a:solidFill>
                  <a:srgbClr val="A2AFAC"/>
                </a:solidFill>
              </a:defRPr>
            </a:lvl2pPr>
            <a:lvl3pPr algn="r">
              <a:defRPr sz="900" b="1">
                <a:solidFill>
                  <a:srgbClr val="A2AFAC"/>
                </a:solidFill>
              </a:defRPr>
            </a:lvl3pPr>
            <a:lvl4pPr algn="r">
              <a:defRPr sz="900" b="1">
                <a:solidFill>
                  <a:srgbClr val="A2AFAC"/>
                </a:solidFill>
              </a:defRPr>
            </a:lvl4pPr>
            <a:lvl5pPr algn="r">
              <a:defRPr sz="900" b="1">
                <a:solidFill>
                  <a:srgbClr val="A2AFAC"/>
                </a:solidFill>
              </a:defRPr>
            </a:lvl5pPr>
            <a:lvl6pPr algn="r">
              <a:defRPr sz="900" b="1">
                <a:solidFill>
                  <a:srgbClr val="A2AFAC"/>
                </a:solidFill>
              </a:defRPr>
            </a:lvl6pPr>
            <a:lvl7pPr algn="r">
              <a:defRPr sz="900" b="1">
                <a:solidFill>
                  <a:srgbClr val="A2AFAC"/>
                </a:solidFill>
              </a:defRPr>
            </a:lvl7pPr>
            <a:lvl8pPr algn="r">
              <a:defRPr sz="900" b="1">
                <a:solidFill>
                  <a:srgbClr val="A2AFAC"/>
                </a:solidFill>
              </a:defRPr>
            </a:lvl8pPr>
            <a:lvl9pPr algn="r">
              <a:defRPr sz="900" b="1">
                <a:solidFill>
                  <a:srgbClr val="A2AFAC"/>
                </a:solidFill>
              </a:defRPr>
            </a:lvl9pPr>
          </a:lstStyle>
          <a:p xmlns:a="http://schemas.openxmlformats.org/drawingml/2006/main">
            <a:pPr algn="r">
              <a:defRPr sz="900" b="1">
                <a:solidFill>
                  <a:srgbClr val="A2AFAC"/>
                </a:solidFill>
              </a:defRPr>
            </a:pPr>
            <a:r>
              <a:rPr sz="900" b="1">
                <a:solidFill>
                  <a:srgbClr val="A2AFAC"/>
                </a:solidFill>
              </a:rPr>
              <a:t>10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BE6138B-5640-4F59-8205-7EBB9B8693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47800"/>
            <a:ext cx="2000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425" b="1">
                <a:solidFill>
                  <a:srgbClr val="F2F5F4"/>
                </a:solidFill>
              </a:defRPr>
            </a:defPPr>
            <a:lvl1pPr algn="l">
              <a:defRPr sz="1425" b="1">
                <a:solidFill>
                  <a:srgbClr val="F2F5F4"/>
                </a:solidFill>
              </a:defRPr>
            </a:lvl1pPr>
            <a:lvl2pPr algn="l">
              <a:defRPr sz="1425" b="1">
                <a:solidFill>
                  <a:srgbClr val="F2F5F4"/>
                </a:solidFill>
              </a:defRPr>
            </a:lvl2pPr>
            <a:lvl3pPr algn="l">
              <a:defRPr sz="1425" b="1">
                <a:solidFill>
                  <a:srgbClr val="F2F5F4"/>
                </a:solidFill>
              </a:defRPr>
            </a:lvl3pPr>
            <a:lvl4pPr algn="l">
              <a:defRPr sz="1425" b="1">
                <a:solidFill>
                  <a:srgbClr val="F2F5F4"/>
                </a:solidFill>
              </a:defRPr>
            </a:lvl4pPr>
            <a:lvl5pPr algn="l">
              <a:defRPr sz="1425" b="1">
                <a:solidFill>
                  <a:srgbClr val="F2F5F4"/>
                </a:solidFill>
              </a:defRPr>
            </a:lvl5pPr>
            <a:lvl6pPr algn="l">
              <a:defRPr sz="1425" b="1">
                <a:solidFill>
                  <a:srgbClr val="F2F5F4"/>
                </a:solidFill>
              </a:defRPr>
            </a:lvl6pPr>
            <a:lvl7pPr algn="l">
              <a:defRPr sz="1425" b="1">
                <a:solidFill>
                  <a:srgbClr val="F2F5F4"/>
                </a:solidFill>
              </a:defRPr>
            </a:lvl7pPr>
            <a:lvl8pPr algn="l">
              <a:defRPr sz="1425" b="1">
                <a:solidFill>
                  <a:srgbClr val="F2F5F4"/>
                </a:solidFill>
              </a:defRPr>
            </a:lvl8pPr>
            <a:lvl9pPr algn="l">
              <a:defRPr sz="1425" b="1">
                <a:solidFill>
                  <a:srgbClr val="F2F5F4"/>
                </a:solidFill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F2F5F4"/>
                </a:solidFill>
              </a:defRPr>
            </a:pPr>
            <a:r>
              <a:rPr sz="1425" b="1">
                <a:solidFill>
                  <a:srgbClr val="F2F5F4"/>
                </a:solidFill>
              </a:rPr>
              <a:t>신중한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59C4DD6-98BF-4EFB-928C-3E434F92D2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1447800"/>
            <a:ext cx="1619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75" b="1">
                <a:solidFill>
                  <a:srgbClr val="38D6C4"/>
                </a:solidFill>
              </a:defRPr>
            </a:defPPr>
            <a:lvl1pPr algn="l">
              <a:defRPr sz="1275" b="1">
                <a:solidFill>
                  <a:srgbClr val="38D6C4"/>
                </a:solidFill>
              </a:defRPr>
            </a:lvl1pPr>
            <a:lvl2pPr algn="l">
              <a:defRPr sz="1275" b="1">
                <a:solidFill>
                  <a:srgbClr val="38D6C4"/>
                </a:solidFill>
              </a:defRPr>
            </a:lvl2pPr>
            <a:lvl3pPr algn="l">
              <a:defRPr sz="1275" b="1">
                <a:solidFill>
                  <a:srgbClr val="38D6C4"/>
                </a:solidFill>
              </a:defRPr>
            </a:lvl3pPr>
            <a:lvl4pPr algn="l">
              <a:defRPr sz="1275" b="1">
                <a:solidFill>
                  <a:srgbClr val="38D6C4"/>
                </a:solidFill>
              </a:defRPr>
            </a:lvl4pPr>
            <a:lvl5pPr algn="l">
              <a:defRPr sz="1275" b="1">
                <a:solidFill>
                  <a:srgbClr val="38D6C4"/>
                </a:solidFill>
              </a:defRPr>
            </a:lvl5pPr>
            <a:lvl6pPr algn="l">
              <a:defRPr sz="1275" b="1">
                <a:solidFill>
                  <a:srgbClr val="38D6C4"/>
                </a:solidFill>
              </a:defRPr>
            </a:lvl6pPr>
            <a:lvl7pPr algn="l">
              <a:defRPr sz="1275" b="1">
                <a:solidFill>
                  <a:srgbClr val="38D6C4"/>
                </a:solidFill>
              </a:defRPr>
            </a:lvl7pPr>
            <a:lvl8pPr algn="l">
              <a:defRPr sz="1275" b="1">
                <a:solidFill>
                  <a:srgbClr val="38D6C4"/>
                </a:solidFill>
              </a:defRPr>
            </a:lvl8pPr>
            <a:lvl9pPr algn="l">
              <a:defRPr sz="1275" b="1">
                <a:solidFill>
                  <a:srgbClr val="38D6C4"/>
                </a:solidFill>
              </a:defRPr>
            </a:lvl9pPr>
          </a:lstStyle>
          <a:p xmlns:a="http://schemas.openxmlformats.org/drawingml/2006/main">
            <a:pPr algn="l">
              <a:defRPr sz="1275" b="1">
                <a:solidFill>
                  <a:srgbClr val="38D6C4"/>
                </a:solidFill>
              </a:defRPr>
            </a:pPr>
            <a:r>
              <a:rPr sz="1275" b="1">
                <a:solidFill>
                  <a:srgbClr val="38D6C4"/>
                </a:solidFill>
              </a:rPr>
              <a:t>지능 +1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DFFB4C4-73AF-4D76-881D-B1B890B462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1447800"/>
            <a:ext cx="7048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75" b="0">
                <a:solidFill>
                  <a:srgbClr val="A2AFAC"/>
                </a:solidFill>
              </a:defRPr>
            </a:defPPr>
            <a:lvl1pPr algn="l">
              <a:defRPr sz="1275" b="0">
                <a:solidFill>
                  <a:srgbClr val="A2AFAC"/>
                </a:solidFill>
              </a:defRPr>
            </a:lvl1pPr>
            <a:lvl2pPr algn="l">
              <a:defRPr sz="1275" b="0">
                <a:solidFill>
                  <a:srgbClr val="A2AFAC"/>
                </a:solidFill>
              </a:defRPr>
            </a:lvl2pPr>
            <a:lvl3pPr algn="l">
              <a:defRPr sz="1275" b="0">
                <a:solidFill>
                  <a:srgbClr val="A2AFAC"/>
                </a:solidFill>
              </a:defRPr>
            </a:lvl3pPr>
            <a:lvl4pPr algn="l">
              <a:defRPr sz="1275" b="0">
                <a:solidFill>
                  <a:srgbClr val="A2AFAC"/>
                </a:solidFill>
              </a:defRPr>
            </a:lvl4pPr>
            <a:lvl5pPr algn="l">
              <a:defRPr sz="1275" b="0">
                <a:solidFill>
                  <a:srgbClr val="A2AFAC"/>
                </a:solidFill>
              </a:defRPr>
            </a:lvl5pPr>
            <a:lvl6pPr algn="l">
              <a:defRPr sz="1275" b="0">
                <a:solidFill>
                  <a:srgbClr val="A2AFAC"/>
                </a:solidFill>
              </a:defRPr>
            </a:lvl6pPr>
            <a:lvl7pPr algn="l">
              <a:defRPr sz="1275" b="0">
                <a:solidFill>
                  <a:srgbClr val="A2AFAC"/>
                </a:solidFill>
              </a:defRPr>
            </a:lvl7pPr>
            <a:lvl8pPr algn="l">
              <a:defRPr sz="1275" b="0">
                <a:solidFill>
                  <a:srgbClr val="A2AFAC"/>
                </a:solidFill>
              </a:defRPr>
            </a:lvl8pPr>
            <a:lvl9pPr algn="l">
              <a:defRPr sz="1275" b="0">
                <a:solidFill>
                  <a:srgbClr val="A2AFAC"/>
                </a:solidFill>
              </a:defRPr>
            </a:lvl9pPr>
          </a:lstStyle>
          <a:p xmlns:a="http://schemas.openxmlformats.org/drawingml/2006/main">
            <a:pPr algn="l">
              <a:defRPr sz="1275" b="0">
                <a:solidFill>
                  <a:srgbClr val="A2AFAC"/>
                </a:solidFill>
              </a:defRPr>
            </a:pPr>
            <a:r>
              <a:rPr sz="1275" b="0">
                <a:solidFill>
                  <a:srgbClr val="A2AFAC"/>
                </a:solidFill>
              </a:rPr>
              <a:t>위험 전 장비와 탈출로를 확인한다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F49851E-0C2F-4C5C-9A55-37C9B0DBAE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828800"/>
            <a:ext cx="11201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383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937E921-B26A-465F-97AF-C1AD140136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847850"/>
            <a:ext cx="2000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425" b="1">
                <a:solidFill>
                  <a:srgbClr val="F2F5F4"/>
                </a:solidFill>
              </a:defRPr>
            </a:defPPr>
            <a:lvl1pPr algn="l">
              <a:defRPr sz="1425" b="1">
                <a:solidFill>
                  <a:srgbClr val="F2F5F4"/>
                </a:solidFill>
              </a:defRPr>
            </a:lvl1pPr>
            <a:lvl2pPr algn="l">
              <a:defRPr sz="1425" b="1">
                <a:solidFill>
                  <a:srgbClr val="F2F5F4"/>
                </a:solidFill>
              </a:defRPr>
            </a:lvl2pPr>
            <a:lvl3pPr algn="l">
              <a:defRPr sz="1425" b="1">
                <a:solidFill>
                  <a:srgbClr val="F2F5F4"/>
                </a:solidFill>
              </a:defRPr>
            </a:lvl3pPr>
            <a:lvl4pPr algn="l">
              <a:defRPr sz="1425" b="1">
                <a:solidFill>
                  <a:srgbClr val="F2F5F4"/>
                </a:solidFill>
              </a:defRPr>
            </a:lvl4pPr>
            <a:lvl5pPr algn="l">
              <a:defRPr sz="1425" b="1">
                <a:solidFill>
                  <a:srgbClr val="F2F5F4"/>
                </a:solidFill>
              </a:defRPr>
            </a:lvl5pPr>
            <a:lvl6pPr algn="l">
              <a:defRPr sz="1425" b="1">
                <a:solidFill>
                  <a:srgbClr val="F2F5F4"/>
                </a:solidFill>
              </a:defRPr>
            </a:lvl6pPr>
            <a:lvl7pPr algn="l">
              <a:defRPr sz="1425" b="1">
                <a:solidFill>
                  <a:srgbClr val="F2F5F4"/>
                </a:solidFill>
              </a:defRPr>
            </a:lvl7pPr>
            <a:lvl8pPr algn="l">
              <a:defRPr sz="1425" b="1">
                <a:solidFill>
                  <a:srgbClr val="F2F5F4"/>
                </a:solidFill>
              </a:defRPr>
            </a:lvl8pPr>
            <a:lvl9pPr algn="l">
              <a:defRPr sz="1425" b="1">
                <a:solidFill>
                  <a:srgbClr val="F2F5F4"/>
                </a:solidFill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F2F5F4"/>
                </a:solidFill>
              </a:defRPr>
            </a:pPr>
            <a:r>
              <a:rPr sz="1425" b="1">
                <a:solidFill>
                  <a:srgbClr val="F2F5F4"/>
                </a:solidFill>
              </a:rPr>
              <a:t>경계심 많은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1E323BD-45A2-4AD2-B8D4-ED815D2ABA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1847850"/>
            <a:ext cx="1619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75" b="1">
                <a:solidFill>
                  <a:srgbClr val="38D6C4"/>
                </a:solidFill>
              </a:defRPr>
            </a:defPPr>
            <a:lvl1pPr algn="l">
              <a:defRPr sz="1275" b="1">
                <a:solidFill>
                  <a:srgbClr val="38D6C4"/>
                </a:solidFill>
              </a:defRPr>
            </a:lvl1pPr>
            <a:lvl2pPr algn="l">
              <a:defRPr sz="1275" b="1">
                <a:solidFill>
                  <a:srgbClr val="38D6C4"/>
                </a:solidFill>
              </a:defRPr>
            </a:lvl2pPr>
            <a:lvl3pPr algn="l">
              <a:defRPr sz="1275" b="1">
                <a:solidFill>
                  <a:srgbClr val="38D6C4"/>
                </a:solidFill>
              </a:defRPr>
            </a:lvl3pPr>
            <a:lvl4pPr algn="l">
              <a:defRPr sz="1275" b="1">
                <a:solidFill>
                  <a:srgbClr val="38D6C4"/>
                </a:solidFill>
              </a:defRPr>
            </a:lvl4pPr>
            <a:lvl5pPr algn="l">
              <a:defRPr sz="1275" b="1">
                <a:solidFill>
                  <a:srgbClr val="38D6C4"/>
                </a:solidFill>
              </a:defRPr>
            </a:lvl5pPr>
            <a:lvl6pPr algn="l">
              <a:defRPr sz="1275" b="1">
                <a:solidFill>
                  <a:srgbClr val="38D6C4"/>
                </a:solidFill>
              </a:defRPr>
            </a:lvl6pPr>
            <a:lvl7pPr algn="l">
              <a:defRPr sz="1275" b="1">
                <a:solidFill>
                  <a:srgbClr val="38D6C4"/>
                </a:solidFill>
              </a:defRPr>
            </a:lvl7pPr>
            <a:lvl8pPr algn="l">
              <a:defRPr sz="1275" b="1">
                <a:solidFill>
                  <a:srgbClr val="38D6C4"/>
                </a:solidFill>
              </a:defRPr>
            </a:lvl8pPr>
            <a:lvl9pPr algn="l">
              <a:defRPr sz="1275" b="1">
                <a:solidFill>
                  <a:srgbClr val="38D6C4"/>
                </a:solidFill>
              </a:defRPr>
            </a:lvl9pPr>
          </a:lstStyle>
          <a:p xmlns:a="http://schemas.openxmlformats.org/drawingml/2006/main">
            <a:pPr algn="l">
              <a:defRPr sz="1275" b="1">
                <a:solidFill>
                  <a:srgbClr val="38D6C4"/>
                </a:solidFill>
              </a:defRPr>
            </a:pPr>
            <a:r>
              <a:rPr sz="1275" b="1">
                <a:solidFill>
                  <a:srgbClr val="38D6C4"/>
                </a:solidFill>
              </a:rPr>
              <a:t>민첩성 +1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8EE6F00-2D7D-4139-BB1C-24B816CEF9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1847850"/>
            <a:ext cx="7048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75" b="0">
                <a:solidFill>
                  <a:srgbClr val="A2AFAC"/>
                </a:solidFill>
              </a:defRPr>
            </a:defPPr>
            <a:lvl1pPr algn="l">
              <a:defRPr sz="1275" b="0">
                <a:solidFill>
                  <a:srgbClr val="A2AFAC"/>
                </a:solidFill>
              </a:defRPr>
            </a:lvl1pPr>
            <a:lvl2pPr algn="l">
              <a:defRPr sz="1275" b="0">
                <a:solidFill>
                  <a:srgbClr val="A2AFAC"/>
                </a:solidFill>
              </a:defRPr>
            </a:lvl2pPr>
            <a:lvl3pPr algn="l">
              <a:defRPr sz="1275" b="0">
                <a:solidFill>
                  <a:srgbClr val="A2AFAC"/>
                </a:solidFill>
              </a:defRPr>
            </a:lvl3pPr>
            <a:lvl4pPr algn="l">
              <a:defRPr sz="1275" b="0">
                <a:solidFill>
                  <a:srgbClr val="A2AFAC"/>
                </a:solidFill>
              </a:defRPr>
            </a:lvl4pPr>
            <a:lvl5pPr algn="l">
              <a:defRPr sz="1275" b="0">
                <a:solidFill>
                  <a:srgbClr val="A2AFAC"/>
                </a:solidFill>
              </a:defRPr>
            </a:lvl5pPr>
            <a:lvl6pPr algn="l">
              <a:defRPr sz="1275" b="0">
                <a:solidFill>
                  <a:srgbClr val="A2AFAC"/>
                </a:solidFill>
              </a:defRPr>
            </a:lvl6pPr>
            <a:lvl7pPr algn="l">
              <a:defRPr sz="1275" b="0">
                <a:solidFill>
                  <a:srgbClr val="A2AFAC"/>
                </a:solidFill>
              </a:defRPr>
            </a:lvl7pPr>
            <a:lvl8pPr algn="l">
              <a:defRPr sz="1275" b="0">
                <a:solidFill>
                  <a:srgbClr val="A2AFAC"/>
                </a:solidFill>
              </a:defRPr>
            </a:lvl8pPr>
            <a:lvl9pPr algn="l">
              <a:defRPr sz="1275" b="0">
                <a:solidFill>
                  <a:srgbClr val="A2AFAC"/>
                </a:solidFill>
              </a:defRPr>
            </a:lvl9pPr>
          </a:lstStyle>
          <a:p xmlns:a="http://schemas.openxmlformats.org/drawingml/2006/main">
            <a:pPr algn="l">
              <a:defRPr sz="1275" b="0">
                <a:solidFill>
                  <a:srgbClr val="A2AFAC"/>
                </a:solidFill>
              </a:defRPr>
            </a:pPr>
            <a:r>
              <a:rPr sz="1275" b="0">
                <a:solidFill>
                  <a:srgbClr val="A2AFAC"/>
                </a:solidFill>
              </a:rPr>
              <a:t>작은 변화와 매복 징후에 반응한다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893785C-F420-4428-B3D7-2CAD2D5D69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228850"/>
            <a:ext cx="11201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383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32E66D2-B98A-4AAC-AE03-0073D0EE1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47900"/>
            <a:ext cx="2000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425" b="1">
                <a:solidFill>
                  <a:srgbClr val="F2F5F4"/>
                </a:solidFill>
              </a:defRPr>
            </a:defPPr>
            <a:lvl1pPr algn="l">
              <a:defRPr sz="1425" b="1">
                <a:solidFill>
                  <a:srgbClr val="F2F5F4"/>
                </a:solidFill>
              </a:defRPr>
            </a:lvl1pPr>
            <a:lvl2pPr algn="l">
              <a:defRPr sz="1425" b="1">
                <a:solidFill>
                  <a:srgbClr val="F2F5F4"/>
                </a:solidFill>
              </a:defRPr>
            </a:lvl2pPr>
            <a:lvl3pPr algn="l">
              <a:defRPr sz="1425" b="1">
                <a:solidFill>
                  <a:srgbClr val="F2F5F4"/>
                </a:solidFill>
              </a:defRPr>
            </a:lvl3pPr>
            <a:lvl4pPr algn="l">
              <a:defRPr sz="1425" b="1">
                <a:solidFill>
                  <a:srgbClr val="F2F5F4"/>
                </a:solidFill>
              </a:defRPr>
            </a:lvl4pPr>
            <a:lvl5pPr algn="l">
              <a:defRPr sz="1425" b="1">
                <a:solidFill>
                  <a:srgbClr val="F2F5F4"/>
                </a:solidFill>
              </a:defRPr>
            </a:lvl5pPr>
            <a:lvl6pPr algn="l">
              <a:defRPr sz="1425" b="1">
                <a:solidFill>
                  <a:srgbClr val="F2F5F4"/>
                </a:solidFill>
              </a:defRPr>
            </a:lvl6pPr>
            <a:lvl7pPr algn="l">
              <a:defRPr sz="1425" b="1">
                <a:solidFill>
                  <a:srgbClr val="F2F5F4"/>
                </a:solidFill>
              </a:defRPr>
            </a:lvl7pPr>
            <a:lvl8pPr algn="l">
              <a:defRPr sz="1425" b="1">
                <a:solidFill>
                  <a:srgbClr val="F2F5F4"/>
                </a:solidFill>
              </a:defRPr>
            </a:lvl8pPr>
            <a:lvl9pPr algn="l">
              <a:defRPr sz="1425" b="1">
                <a:solidFill>
                  <a:srgbClr val="F2F5F4"/>
                </a:solidFill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F2F5F4"/>
                </a:solidFill>
              </a:defRPr>
            </a:pPr>
            <a:r>
              <a:rPr sz="1425" b="1">
                <a:solidFill>
                  <a:srgbClr val="F2F5F4"/>
                </a:solidFill>
              </a:rPr>
              <a:t>호기심 많은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3296292-28D2-4302-B138-6002587B60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2247900"/>
            <a:ext cx="1619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75" b="1">
                <a:solidFill>
                  <a:srgbClr val="38D6C4"/>
                </a:solidFill>
              </a:defRPr>
            </a:defPPr>
            <a:lvl1pPr algn="l">
              <a:defRPr sz="1275" b="1">
                <a:solidFill>
                  <a:srgbClr val="38D6C4"/>
                </a:solidFill>
              </a:defRPr>
            </a:lvl1pPr>
            <a:lvl2pPr algn="l">
              <a:defRPr sz="1275" b="1">
                <a:solidFill>
                  <a:srgbClr val="38D6C4"/>
                </a:solidFill>
              </a:defRPr>
            </a:lvl2pPr>
            <a:lvl3pPr algn="l">
              <a:defRPr sz="1275" b="1">
                <a:solidFill>
                  <a:srgbClr val="38D6C4"/>
                </a:solidFill>
              </a:defRPr>
            </a:lvl3pPr>
            <a:lvl4pPr algn="l">
              <a:defRPr sz="1275" b="1">
                <a:solidFill>
                  <a:srgbClr val="38D6C4"/>
                </a:solidFill>
              </a:defRPr>
            </a:lvl4pPr>
            <a:lvl5pPr algn="l">
              <a:defRPr sz="1275" b="1">
                <a:solidFill>
                  <a:srgbClr val="38D6C4"/>
                </a:solidFill>
              </a:defRPr>
            </a:lvl5pPr>
            <a:lvl6pPr algn="l">
              <a:defRPr sz="1275" b="1">
                <a:solidFill>
                  <a:srgbClr val="38D6C4"/>
                </a:solidFill>
              </a:defRPr>
            </a:lvl6pPr>
            <a:lvl7pPr algn="l">
              <a:defRPr sz="1275" b="1">
                <a:solidFill>
                  <a:srgbClr val="38D6C4"/>
                </a:solidFill>
              </a:defRPr>
            </a:lvl7pPr>
            <a:lvl8pPr algn="l">
              <a:defRPr sz="1275" b="1">
                <a:solidFill>
                  <a:srgbClr val="38D6C4"/>
                </a:solidFill>
              </a:defRPr>
            </a:lvl8pPr>
            <a:lvl9pPr algn="l">
              <a:defRPr sz="1275" b="1">
                <a:solidFill>
                  <a:srgbClr val="38D6C4"/>
                </a:solidFill>
              </a:defRPr>
            </a:lvl9pPr>
          </a:lstStyle>
          <a:p xmlns:a="http://schemas.openxmlformats.org/drawingml/2006/main">
            <a:pPr algn="l">
              <a:defRPr sz="1275" b="1">
                <a:solidFill>
                  <a:srgbClr val="38D6C4"/>
                </a:solidFill>
              </a:defRPr>
            </a:pPr>
            <a:r>
              <a:rPr sz="1275" b="1">
                <a:solidFill>
                  <a:srgbClr val="38D6C4"/>
                </a:solidFill>
              </a:rPr>
              <a:t>행운 +1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2C30A68-CAF6-4C14-B580-052A92DB84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247900"/>
            <a:ext cx="7048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75" b="0">
                <a:solidFill>
                  <a:srgbClr val="A2AFAC"/>
                </a:solidFill>
              </a:defRPr>
            </a:defPPr>
            <a:lvl1pPr algn="l">
              <a:defRPr sz="1275" b="0">
                <a:solidFill>
                  <a:srgbClr val="A2AFAC"/>
                </a:solidFill>
              </a:defRPr>
            </a:lvl1pPr>
            <a:lvl2pPr algn="l">
              <a:defRPr sz="1275" b="0">
                <a:solidFill>
                  <a:srgbClr val="A2AFAC"/>
                </a:solidFill>
              </a:defRPr>
            </a:lvl2pPr>
            <a:lvl3pPr algn="l">
              <a:defRPr sz="1275" b="0">
                <a:solidFill>
                  <a:srgbClr val="A2AFAC"/>
                </a:solidFill>
              </a:defRPr>
            </a:lvl3pPr>
            <a:lvl4pPr algn="l">
              <a:defRPr sz="1275" b="0">
                <a:solidFill>
                  <a:srgbClr val="A2AFAC"/>
                </a:solidFill>
              </a:defRPr>
            </a:lvl4pPr>
            <a:lvl5pPr algn="l">
              <a:defRPr sz="1275" b="0">
                <a:solidFill>
                  <a:srgbClr val="A2AFAC"/>
                </a:solidFill>
              </a:defRPr>
            </a:lvl5pPr>
            <a:lvl6pPr algn="l">
              <a:defRPr sz="1275" b="0">
                <a:solidFill>
                  <a:srgbClr val="A2AFAC"/>
                </a:solidFill>
              </a:defRPr>
            </a:lvl6pPr>
            <a:lvl7pPr algn="l">
              <a:defRPr sz="1275" b="0">
                <a:solidFill>
                  <a:srgbClr val="A2AFAC"/>
                </a:solidFill>
              </a:defRPr>
            </a:lvl7pPr>
            <a:lvl8pPr algn="l">
              <a:defRPr sz="1275" b="0">
                <a:solidFill>
                  <a:srgbClr val="A2AFAC"/>
                </a:solidFill>
              </a:defRPr>
            </a:lvl8pPr>
            <a:lvl9pPr algn="l">
              <a:defRPr sz="1275" b="0">
                <a:solidFill>
                  <a:srgbClr val="A2AFAC"/>
                </a:solidFill>
              </a:defRPr>
            </a:lvl9pPr>
          </a:lstStyle>
          <a:p xmlns:a="http://schemas.openxmlformats.org/drawingml/2006/main">
            <a:pPr algn="l">
              <a:defRPr sz="1275" b="0">
                <a:solidFill>
                  <a:srgbClr val="A2AFAC"/>
                </a:solidFill>
              </a:defRPr>
            </a:pPr>
            <a:r>
              <a:rPr sz="1275" b="0">
                <a:solidFill>
                  <a:srgbClr val="A2AFAC"/>
                </a:solidFill>
              </a:rPr>
              <a:t>불명확한 현상을 가까이 조사한다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E875481-C0C1-4B7F-AB34-B90A0DD28A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628900"/>
            <a:ext cx="11201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383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EC51DFF-D4AD-47DE-8A26-FA163A268D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647950"/>
            <a:ext cx="2000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425" b="1">
                <a:solidFill>
                  <a:srgbClr val="F2F5F4"/>
                </a:solidFill>
              </a:defRPr>
            </a:defPPr>
            <a:lvl1pPr algn="l">
              <a:defRPr sz="1425" b="1">
                <a:solidFill>
                  <a:srgbClr val="F2F5F4"/>
                </a:solidFill>
              </a:defRPr>
            </a:lvl1pPr>
            <a:lvl2pPr algn="l">
              <a:defRPr sz="1425" b="1">
                <a:solidFill>
                  <a:srgbClr val="F2F5F4"/>
                </a:solidFill>
              </a:defRPr>
            </a:lvl2pPr>
            <a:lvl3pPr algn="l">
              <a:defRPr sz="1425" b="1">
                <a:solidFill>
                  <a:srgbClr val="F2F5F4"/>
                </a:solidFill>
              </a:defRPr>
            </a:lvl3pPr>
            <a:lvl4pPr algn="l">
              <a:defRPr sz="1425" b="1">
                <a:solidFill>
                  <a:srgbClr val="F2F5F4"/>
                </a:solidFill>
              </a:defRPr>
            </a:lvl4pPr>
            <a:lvl5pPr algn="l">
              <a:defRPr sz="1425" b="1">
                <a:solidFill>
                  <a:srgbClr val="F2F5F4"/>
                </a:solidFill>
              </a:defRPr>
            </a:lvl5pPr>
            <a:lvl6pPr algn="l">
              <a:defRPr sz="1425" b="1">
                <a:solidFill>
                  <a:srgbClr val="F2F5F4"/>
                </a:solidFill>
              </a:defRPr>
            </a:lvl6pPr>
            <a:lvl7pPr algn="l">
              <a:defRPr sz="1425" b="1">
                <a:solidFill>
                  <a:srgbClr val="F2F5F4"/>
                </a:solidFill>
              </a:defRPr>
            </a:lvl7pPr>
            <a:lvl8pPr algn="l">
              <a:defRPr sz="1425" b="1">
                <a:solidFill>
                  <a:srgbClr val="F2F5F4"/>
                </a:solidFill>
              </a:defRPr>
            </a:lvl8pPr>
            <a:lvl9pPr algn="l">
              <a:defRPr sz="1425" b="1">
                <a:solidFill>
                  <a:srgbClr val="F2F5F4"/>
                </a:solidFill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F2F5F4"/>
                </a:solidFill>
              </a:defRPr>
            </a:pPr>
            <a:r>
              <a:rPr sz="1425" b="1">
                <a:solidFill>
                  <a:srgbClr val="F2F5F4"/>
                </a:solidFill>
              </a:rPr>
              <a:t>분석적인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55CDAA8-8964-4DE4-91BE-1C376F2341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2647950"/>
            <a:ext cx="1619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75" b="1">
                <a:solidFill>
                  <a:srgbClr val="38D6C4"/>
                </a:solidFill>
              </a:defRPr>
            </a:defPPr>
            <a:lvl1pPr algn="l">
              <a:defRPr sz="1275" b="1">
                <a:solidFill>
                  <a:srgbClr val="38D6C4"/>
                </a:solidFill>
              </a:defRPr>
            </a:lvl1pPr>
            <a:lvl2pPr algn="l">
              <a:defRPr sz="1275" b="1">
                <a:solidFill>
                  <a:srgbClr val="38D6C4"/>
                </a:solidFill>
              </a:defRPr>
            </a:lvl2pPr>
            <a:lvl3pPr algn="l">
              <a:defRPr sz="1275" b="1">
                <a:solidFill>
                  <a:srgbClr val="38D6C4"/>
                </a:solidFill>
              </a:defRPr>
            </a:lvl3pPr>
            <a:lvl4pPr algn="l">
              <a:defRPr sz="1275" b="1">
                <a:solidFill>
                  <a:srgbClr val="38D6C4"/>
                </a:solidFill>
              </a:defRPr>
            </a:lvl4pPr>
            <a:lvl5pPr algn="l">
              <a:defRPr sz="1275" b="1">
                <a:solidFill>
                  <a:srgbClr val="38D6C4"/>
                </a:solidFill>
              </a:defRPr>
            </a:lvl5pPr>
            <a:lvl6pPr algn="l">
              <a:defRPr sz="1275" b="1">
                <a:solidFill>
                  <a:srgbClr val="38D6C4"/>
                </a:solidFill>
              </a:defRPr>
            </a:lvl6pPr>
            <a:lvl7pPr algn="l">
              <a:defRPr sz="1275" b="1">
                <a:solidFill>
                  <a:srgbClr val="38D6C4"/>
                </a:solidFill>
              </a:defRPr>
            </a:lvl7pPr>
            <a:lvl8pPr algn="l">
              <a:defRPr sz="1275" b="1">
                <a:solidFill>
                  <a:srgbClr val="38D6C4"/>
                </a:solidFill>
              </a:defRPr>
            </a:lvl8pPr>
            <a:lvl9pPr algn="l">
              <a:defRPr sz="1275" b="1">
                <a:solidFill>
                  <a:srgbClr val="38D6C4"/>
                </a:solidFill>
              </a:defRPr>
            </a:lvl9pPr>
          </a:lstStyle>
          <a:p xmlns:a="http://schemas.openxmlformats.org/drawingml/2006/main">
            <a:pPr algn="l">
              <a:defRPr sz="1275" b="1">
                <a:solidFill>
                  <a:srgbClr val="38D6C4"/>
                </a:solidFill>
              </a:defRPr>
            </a:pPr>
            <a:r>
              <a:rPr sz="1275" b="1">
                <a:solidFill>
                  <a:srgbClr val="38D6C4"/>
                </a:solidFill>
              </a:rPr>
              <a:t>지능 +1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E186481-11F6-4342-A74C-7337BD0291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647950"/>
            <a:ext cx="7048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75" b="0">
                <a:solidFill>
                  <a:srgbClr val="A2AFAC"/>
                </a:solidFill>
              </a:defRPr>
            </a:defPPr>
            <a:lvl1pPr algn="l">
              <a:defRPr sz="1275" b="0">
                <a:solidFill>
                  <a:srgbClr val="A2AFAC"/>
                </a:solidFill>
              </a:defRPr>
            </a:lvl1pPr>
            <a:lvl2pPr algn="l">
              <a:defRPr sz="1275" b="0">
                <a:solidFill>
                  <a:srgbClr val="A2AFAC"/>
                </a:solidFill>
              </a:defRPr>
            </a:lvl2pPr>
            <a:lvl3pPr algn="l">
              <a:defRPr sz="1275" b="0">
                <a:solidFill>
                  <a:srgbClr val="A2AFAC"/>
                </a:solidFill>
              </a:defRPr>
            </a:lvl3pPr>
            <a:lvl4pPr algn="l">
              <a:defRPr sz="1275" b="0">
                <a:solidFill>
                  <a:srgbClr val="A2AFAC"/>
                </a:solidFill>
              </a:defRPr>
            </a:lvl4pPr>
            <a:lvl5pPr algn="l">
              <a:defRPr sz="1275" b="0">
                <a:solidFill>
                  <a:srgbClr val="A2AFAC"/>
                </a:solidFill>
              </a:defRPr>
            </a:lvl5pPr>
            <a:lvl6pPr algn="l">
              <a:defRPr sz="1275" b="0">
                <a:solidFill>
                  <a:srgbClr val="A2AFAC"/>
                </a:solidFill>
              </a:defRPr>
            </a:lvl6pPr>
            <a:lvl7pPr algn="l">
              <a:defRPr sz="1275" b="0">
                <a:solidFill>
                  <a:srgbClr val="A2AFAC"/>
                </a:solidFill>
              </a:defRPr>
            </a:lvl7pPr>
            <a:lvl8pPr algn="l">
              <a:defRPr sz="1275" b="0">
                <a:solidFill>
                  <a:srgbClr val="A2AFAC"/>
                </a:solidFill>
              </a:defRPr>
            </a:lvl8pPr>
            <a:lvl9pPr algn="l">
              <a:defRPr sz="1275" b="0">
                <a:solidFill>
                  <a:srgbClr val="A2AFAC"/>
                </a:solidFill>
              </a:defRPr>
            </a:lvl9pPr>
          </a:lstStyle>
          <a:p xmlns:a="http://schemas.openxmlformats.org/drawingml/2006/main">
            <a:pPr algn="l">
              <a:defRPr sz="1275" b="0">
                <a:solidFill>
                  <a:srgbClr val="A2AFAC"/>
                </a:solidFill>
              </a:defRPr>
            </a:pPr>
            <a:r>
              <a:rPr sz="1275" b="0">
                <a:solidFill>
                  <a:srgbClr val="A2AFAC"/>
                </a:solidFill>
              </a:rPr>
              <a:t>기록과 규칙의 모순을 비교한다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E5D2C74-56F3-4A8E-B205-84DA7948D7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028950"/>
            <a:ext cx="11201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383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30852AF-0803-48EB-8C27-BF88A1257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048000"/>
            <a:ext cx="2000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425" b="1">
                <a:solidFill>
                  <a:srgbClr val="F2F5F4"/>
                </a:solidFill>
              </a:defRPr>
            </a:defPPr>
            <a:lvl1pPr algn="l">
              <a:defRPr sz="1425" b="1">
                <a:solidFill>
                  <a:srgbClr val="F2F5F4"/>
                </a:solidFill>
              </a:defRPr>
            </a:lvl1pPr>
            <a:lvl2pPr algn="l">
              <a:defRPr sz="1425" b="1">
                <a:solidFill>
                  <a:srgbClr val="F2F5F4"/>
                </a:solidFill>
              </a:defRPr>
            </a:lvl2pPr>
            <a:lvl3pPr algn="l">
              <a:defRPr sz="1425" b="1">
                <a:solidFill>
                  <a:srgbClr val="F2F5F4"/>
                </a:solidFill>
              </a:defRPr>
            </a:lvl3pPr>
            <a:lvl4pPr algn="l">
              <a:defRPr sz="1425" b="1">
                <a:solidFill>
                  <a:srgbClr val="F2F5F4"/>
                </a:solidFill>
              </a:defRPr>
            </a:lvl4pPr>
            <a:lvl5pPr algn="l">
              <a:defRPr sz="1425" b="1">
                <a:solidFill>
                  <a:srgbClr val="F2F5F4"/>
                </a:solidFill>
              </a:defRPr>
            </a:lvl5pPr>
            <a:lvl6pPr algn="l">
              <a:defRPr sz="1425" b="1">
                <a:solidFill>
                  <a:srgbClr val="F2F5F4"/>
                </a:solidFill>
              </a:defRPr>
            </a:lvl6pPr>
            <a:lvl7pPr algn="l">
              <a:defRPr sz="1425" b="1">
                <a:solidFill>
                  <a:srgbClr val="F2F5F4"/>
                </a:solidFill>
              </a:defRPr>
            </a:lvl7pPr>
            <a:lvl8pPr algn="l">
              <a:defRPr sz="1425" b="1">
                <a:solidFill>
                  <a:srgbClr val="F2F5F4"/>
                </a:solidFill>
              </a:defRPr>
            </a:lvl8pPr>
            <a:lvl9pPr algn="l">
              <a:defRPr sz="1425" b="1">
                <a:solidFill>
                  <a:srgbClr val="F2F5F4"/>
                </a:solidFill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F2F5F4"/>
                </a:solidFill>
              </a:defRPr>
            </a:pPr>
            <a:r>
              <a:rPr sz="1425" b="1">
                <a:solidFill>
                  <a:srgbClr val="F2F5F4"/>
                </a:solidFill>
              </a:rPr>
              <a:t>임기응변에 강한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5FDBBCC-B05D-44F4-B78F-0B2D659A9E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3048000"/>
            <a:ext cx="1619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75" b="1">
                <a:solidFill>
                  <a:srgbClr val="38D6C4"/>
                </a:solidFill>
              </a:defRPr>
            </a:defPPr>
            <a:lvl1pPr algn="l">
              <a:defRPr sz="1275" b="1">
                <a:solidFill>
                  <a:srgbClr val="38D6C4"/>
                </a:solidFill>
              </a:defRPr>
            </a:lvl1pPr>
            <a:lvl2pPr algn="l">
              <a:defRPr sz="1275" b="1">
                <a:solidFill>
                  <a:srgbClr val="38D6C4"/>
                </a:solidFill>
              </a:defRPr>
            </a:lvl2pPr>
            <a:lvl3pPr algn="l">
              <a:defRPr sz="1275" b="1">
                <a:solidFill>
                  <a:srgbClr val="38D6C4"/>
                </a:solidFill>
              </a:defRPr>
            </a:lvl3pPr>
            <a:lvl4pPr algn="l">
              <a:defRPr sz="1275" b="1">
                <a:solidFill>
                  <a:srgbClr val="38D6C4"/>
                </a:solidFill>
              </a:defRPr>
            </a:lvl4pPr>
            <a:lvl5pPr algn="l">
              <a:defRPr sz="1275" b="1">
                <a:solidFill>
                  <a:srgbClr val="38D6C4"/>
                </a:solidFill>
              </a:defRPr>
            </a:lvl5pPr>
            <a:lvl6pPr algn="l">
              <a:defRPr sz="1275" b="1">
                <a:solidFill>
                  <a:srgbClr val="38D6C4"/>
                </a:solidFill>
              </a:defRPr>
            </a:lvl6pPr>
            <a:lvl7pPr algn="l">
              <a:defRPr sz="1275" b="1">
                <a:solidFill>
                  <a:srgbClr val="38D6C4"/>
                </a:solidFill>
              </a:defRPr>
            </a:lvl7pPr>
            <a:lvl8pPr algn="l">
              <a:defRPr sz="1275" b="1">
                <a:solidFill>
                  <a:srgbClr val="38D6C4"/>
                </a:solidFill>
              </a:defRPr>
            </a:lvl8pPr>
            <a:lvl9pPr algn="l">
              <a:defRPr sz="1275" b="1">
                <a:solidFill>
                  <a:srgbClr val="38D6C4"/>
                </a:solidFill>
              </a:defRPr>
            </a:lvl9pPr>
          </a:lstStyle>
          <a:p xmlns:a="http://schemas.openxmlformats.org/drawingml/2006/main">
            <a:pPr algn="l">
              <a:defRPr sz="1275" b="1">
                <a:solidFill>
                  <a:srgbClr val="38D6C4"/>
                </a:solidFill>
              </a:defRPr>
            </a:pPr>
            <a:r>
              <a:rPr sz="1275" b="1">
                <a:solidFill>
                  <a:srgbClr val="38D6C4"/>
                </a:solidFill>
              </a:rPr>
              <a:t>유연성 +1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B30CFCF-5364-4F72-8C66-3E93F40EF9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3048000"/>
            <a:ext cx="7048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75" b="0">
                <a:solidFill>
                  <a:srgbClr val="A2AFAC"/>
                </a:solidFill>
              </a:defRPr>
            </a:defPPr>
            <a:lvl1pPr algn="l">
              <a:defRPr sz="1275" b="0">
                <a:solidFill>
                  <a:srgbClr val="A2AFAC"/>
                </a:solidFill>
              </a:defRPr>
            </a:lvl1pPr>
            <a:lvl2pPr algn="l">
              <a:defRPr sz="1275" b="0">
                <a:solidFill>
                  <a:srgbClr val="A2AFAC"/>
                </a:solidFill>
              </a:defRPr>
            </a:lvl2pPr>
            <a:lvl3pPr algn="l">
              <a:defRPr sz="1275" b="0">
                <a:solidFill>
                  <a:srgbClr val="A2AFAC"/>
                </a:solidFill>
              </a:defRPr>
            </a:lvl3pPr>
            <a:lvl4pPr algn="l">
              <a:defRPr sz="1275" b="0">
                <a:solidFill>
                  <a:srgbClr val="A2AFAC"/>
                </a:solidFill>
              </a:defRPr>
            </a:lvl4pPr>
            <a:lvl5pPr algn="l">
              <a:defRPr sz="1275" b="0">
                <a:solidFill>
                  <a:srgbClr val="A2AFAC"/>
                </a:solidFill>
              </a:defRPr>
            </a:lvl5pPr>
            <a:lvl6pPr algn="l">
              <a:defRPr sz="1275" b="0">
                <a:solidFill>
                  <a:srgbClr val="A2AFAC"/>
                </a:solidFill>
              </a:defRPr>
            </a:lvl6pPr>
            <a:lvl7pPr algn="l">
              <a:defRPr sz="1275" b="0">
                <a:solidFill>
                  <a:srgbClr val="A2AFAC"/>
                </a:solidFill>
              </a:defRPr>
            </a:lvl7pPr>
            <a:lvl8pPr algn="l">
              <a:defRPr sz="1275" b="0">
                <a:solidFill>
                  <a:srgbClr val="A2AFAC"/>
                </a:solidFill>
              </a:defRPr>
            </a:lvl8pPr>
            <a:lvl9pPr algn="l">
              <a:defRPr sz="1275" b="0">
                <a:solidFill>
                  <a:srgbClr val="A2AFAC"/>
                </a:solidFill>
              </a:defRPr>
            </a:lvl9pPr>
          </a:lstStyle>
          <a:p xmlns:a="http://schemas.openxmlformats.org/drawingml/2006/main">
            <a:pPr algn="l">
              <a:defRPr sz="1275" b="0">
                <a:solidFill>
                  <a:srgbClr val="A2AFAC"/>
                </a:solidFill>
              </a:defRPr>
            </a:pPr>
            <a:r>
              <a:rPr sz="1275" b="0">
                <a:solidFill>
                  <a:srgbClr val="A2AFAC"/>
                </a:solidFill>
              </a:rPr>
              <a:t>계획이 깨지면 대체 행동을 만든다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0AE9C53-D12A-4261-8E1B-6869912FF6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429000"/>
            <a:ext cx="11201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383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E085A5B-3685-4919-8806-CDDF45AD7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448050"/>
            <a:ext cx="2000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425" b="1">
                <a:solidFill>
                  <a:srgbClr val="F2F5F4"/>
                </a:solidFill>
              </a:defRPr>
            </a:defPPr>
            <a:lvl1pPr algn="l">
              <a:defRPr sz="1425" b="1">
                <a:solidFill>
                  <a:srgbClr val="F2F5F4"/>
                </a:solidFill>
              </a:defRPr>
            </a:lvl1pPr>
            <a:lvl2pPr algn="l">
              <a:defRPr sz="1425" b="1">
                <a:solidFill>
                  <a:srgbClr val="F2F5F4"/>
                </a:solidFill>
              </a:defRPr>
            </a:lvl2pPr>
            <a:lvl3pPr algn="l">
              <a:defRPr sz="1425" b="1">
                <a:solidFill>
                  <a:srgbClr val="F2F5F4"/>
                </a:solidFill>
              </a:defRPr>
            </a:lvl3pPr>
            <a:lvl4pPr algn="l">
              <a:defRPr sz="1425" b="1">
                <a:solidFill>
                  <a:srgbClr val="F2F5F4"/>
                </a:solidFill>
              </a:defRPr>
            </a:lvl4pPr>
            <a:lvl5pPr algn="l">
              <a:defRPr sz="1425" b="1">
                <a:solidFill>
                  <a:srgbClr val="F2F5F4"/>
                </a:solidFill>
              </a:defRPr>
            </a:lvl5pPr>
            <a:lvl6pPr algn="l">
              <a:defRPr sz="1425" b="1">
                <a:solidFill>
                  <a:srgbClr val="F2F5F4"/>
                </a:solidFill>
              </a:defRPr>
            </a:lvl6pPr>
            <a:lvl7pPr algn="l">
              <a:defRPr sz="1425" b="1">
                <a:solidFill>
                  <a:srgbClr val="F2F5F4"/>
                </a:solidFill>
              </a:defRPr>
            </a:lvl7pPr>
            <a:lvl8pPr algn="l">
              <a:defRPr sz="1425" b="1">
                <a:solidFill>
                  <a:srgbClr val="F2F5F4"/>
                </a:solidFill>
              </a:defRPr>
            </a:lvl8pPr>
            <a:lvl9pPr algn="l">
              <a:defRPr sz="1425" b="1">
                <a:solidFill>
                  <a:srgbClr val="F2F5F4"/>
                </a:solidFill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F2F5F4"/>
                </a:solidFill>
              </a:defRPr>
            </a:pPr>
            <a:r>
              <a:rPr sz="1425" b="1">
                <a:solidFill>
                  <a:srgbClr val="F2F5F4"/>
                </a:solidFill>
              </a:rPr>
              <a:t>교활한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58AFA78-8E0C-4F88-97AB-CF73D3BAB8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3448050"/>
            <a:ext cx="1619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75" b="1">
                <a:solidFill>
                  <a:srgbClr val="38D6C4"/>
                </a:solidFill>
              </a:defRPr>
            </a:defPPr>
            <a:lvl1pPr algn="l">
              <a:defRPr sz="1275" b="1">
                <a:solidFill>
                  <a:srgbClr val="38D6C4"/>
                </a:solidFill>
              </a:defRPr>
            </a:lvl1pPr>
            <a:lvl2pPr algn="l">
              <a:defRPr sz="1275" b="1">
                <a:solidFill>
                  <a:srgbClr val="38D6C4"/>
                </a:solidFill>
              </a:defRPr>
            </a:lvl2pPr>
            <a:lvl3pPr algn="l">
              <a:defRPr sz="1275" b="1">
                <a:solidFill>
                  <a:srgbClr val="38D6C4"/>
                </a:solidFill>
              </a:defRPr>
            </a:lvl3pPr>
            <a:lvl4pPr algn="l">
              <a:defRPr sz="1275" b="1">
                <a:solidFill>
                  <a:srgbClr val="38D6C4"/>
                </a:solidFill>
              </a:defRPr>
            </a:lvl4pPr>
            <a:lvl5pPr algn="l">
              <a:defRPr sz="1275" b="1">
                <a:solidFill>
                  <a:srgbClr val="38D6C4"/>
                </a:solidFill>
              </a:defRPr>
            </a:lvl5pPr>
            <a:lvl6pPr algn="l">
              <a:defRPr sz="1275" b="1">
                <a:solidFill>
                  <a:srgbClr val="38D6C4"/>
                </a:solidFill>
              </a:defRPr>
            </a:lvl6pPr>
            <a:lvl7pPr algn="l">
              <a:defRPr sz="1275" b="1">
                <a:solidFill>
                  <a:srgbClr val="38D6C4"/>
                </a:solidFill>
              </a:defRPr>
            </a:lvl7pPr>
            <a:lvl8pPr algn="l">
              <a:defRPr sz="1275" b="1">
                <a:solidFill>
                  <a:srgbClr val="38D6C4"/>
                </a:solidFill>
              </a:defRPr>
            </a:lvl8pPr>
            <a:lvl9pPr algn="l">
              <a:defRPr sz="1275" b="1">
                <a:solidFill>
                  <a:srgbClr val="38D6C4"/>
                </a:solidFill>
              </a:defRPr>
            </a:lvl9pPr>
          </a:lstStyle>
          <a:p xmlns:a="http://schemas.openxmlformats.org/drawingml/2006/main">
            <a:pPr algn="l">
              <a:defRPr sz="1275" b="1">
                <a:solidFill>
                  <a:srgbClr val="38D6C4"/>
                </a:solidFill>
              </a:defRPr>
            </a:pPr>
            <a:r>
              <a:rPr sz="1275" b="1">
                <a:solidFill>
                  <a:srgbClr val="38D6C4"/>
                </a:solidFill>
              </a:rPr>
              <a:t>교활함 +1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F62A0F6-ECF7-4BAC-9208-C5EFC64D6C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3448050"/>
            <a:ext cx="7048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75" b="0">
                <a:solidFill>
                  <a:srgbClr val="A2AFAC"/>
                </a:solidFill>
              </a:defRPr>
            </a:defPPr>
            <a:lvl1pPr algn="l">
              <a:defRPr sz="1275" b="0">
                <a:solidFill>
                  <a:srgbClr val="A2AFAC"/>
                </a:solidFill>
              </a:defRPr>
            </a:lvl1pPr>
            <a:lvl2pPr algn="l">
              <a:defRPr sz="1275" b="0">
                <a:solidFill>
                  <a:srgbClr val="A2AFAC"/>
                </a:solidFill>
              </a:defRPr>
            </a:lvl2pPr>
            <a:lvl3pPr algn="l">
              <a:defRPr sz="1275" b="0">
                <a:solidFill>
                  <a:srgbClr val="A2AFAC"/>
                </a:solidFill>
              </a:defRPr>
            </a:lvl3pPr>
            <a:lvl4pPr algn="l">
              <a:defRPr sz="1275" b="0">
                <a:solidFill>
                  <a:srgbClr val="A2AFAC"/>
                </a:solidFill>
              </a:defRPr>
            </a:lvl4pPr>
            <a:lvl5pPr algn="l">
              <a:defRPr sz="1275" b="0">
                <a:solidFill>
                  <a:srgbClr val="A2AFAC"/>
                </a:solidFill>
              </a:defRPr>
            </a:lvl5pPr>
            <a:lvl6pPr algn="l">
              <a:defRPr sz="1275" b="0">
                <a:solidFill>
                  <a:srgbClr val="A2AFAC"/>
                </a:solidFill>
              </a:defRPr>
            </a:lvl6pPr>
            <a:lvl7pPr algn="l">
              <a:defRPr sz="1275" b="0">
                <a:solidFill>
                  <a:srgbClr val="A2AFAC"/>
                </a:solidFill>
              </a:defRPr>
            </a:lvl7pPr>
            <a:lvl8pPr algn="l">
              <a:defRPr sz="1275" b="0">
                <a:solidFill>
                  <a:srgbClr val="A2AFAC"/>
                </a:solidFill>
              </a:defRPr>
            </a:lvl8pPr>
            <a:lvl9pPr algn="l">
              <a:defRPr sz="1275" b="0">
                <a:solidFill>
                  <a:srgbClr val="A2AFAC"/>
                </a:solidFill>
              </a:defRPr>
            </a:lvl9pPr>
          </a:lstStyle>
          <a:p xmlns:a="http://schemas.openxmlformats.org/drawingml/2006/main">
            <a:pPr algn="l">
              <a:defRPr sz="1275" b="0">
                <a:solidFill>
                  <a:srgbClr val="A2AFAC"/>
                </a:solidFill>
              </a:defRPr>
            </a:pPr>
            <a:r>
              <a:rPr sz="1275" b="0">
                <a:solidFill>
                  <a:srgbClr val="A2AFAC"/>
                </a:solidFill>
              </a:rPr>
              <a:t>상대와 현상을 속여 유리한 결과를 만든다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5ABF16C-56E6-4391-9080-0C80A5A3C5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829050"/>
            <a:ext cx="11201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383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0029A3A-2447-471E-8655-22C7D936E2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848100"/>
            <a:ext cx="2000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425" b="1">
                <a:solidFill>
                  <a:srgbClr val="F2F5F4"/>
                </a:solidFill>
              </a:defRPr>
            </a:defPPr>
            <a:lvl1pPr algn="l">
              <a:defRPr sz="1425" b="1">
                <a:solidFill>
                  <a:srgbClr val="F2F5F4"/>
                </a:solidFill>
              </a:defRPr>
            </a:lvl1pPr>
            <a:lvl2pPr algn="l">
              <a:defRPr sz="1425" b="1">
                <a:solidFill>
                  <a:srgbClr val="F2F5F4"/>
                </a:solidFill>
              </a:defRPr>
            </a:lvl2pPr>
            <a:lvl3pPr algn="l">
              <a:defRPr sz="1425" b="1">
                <a:solidFill>
                  <a:srgbClr val="F2F5F4"/>
                </a:solidFill>
              </a:defRPr>
            </a:lvl3pPr>
            <a:lvl4pPr algn="l">
              <a:defRPr sz="1425" b="1">
                <a:solidFill>
                  <a:srgbClr val="F2F5F4"/>
                </a:solidFill>
              </a:defRPr>
            </a:lvl4pPr>
            <a:lvl5pPr algn="l">
              <a:defRPr sz="1425" b="1">
                <a:solidFill>
                  <a:srgbClr val="F2F5F4"/>
                </a:solidFill>
              </a:defRPr>
            </a:lvl5pPr>
            <a:lvl6pPr algn="l">
              <a:defRPr sz="1425" b="1">
                <a:solidFill>
                  <a:srgbClr val="F2F5F4"/>
                </a:solidFill>
              </a:defRPr>
            </a:lvl6pPr>
            <a:lvl7pPr algn="l">
              <a:defRPr sz="1425" b="1">
                <a:solidFill>
                  <a:srgbClr val="F2F5F4"/>
                </a:solidFill>
              </a:defRPr>
            </a:lvl7pPr>
            <a:lvl8pPr algn="l">
              <a:defRPr sz="1425" b="1">
                <a:solidFill>
                  <a:srgbClr val="F2F5F4"/>
                </a:solidFill>
              </a:defRPr>
            </a:lvl8pPr>
            <a:lvl9pPr algn="l">
              <a:defRPr sz="1425" b="1">
                <a:solidFill>
                  <a:srgbClr val="F2F5F4"/>
                </a:solidFill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F2F5F4"/>
                </a:solidFill>
              </a:defRPr>
            </a:pPr>
            <a:r>
              <a:rPr sz="1425" b="1">
                <a:solidFill>
                  <a:srgbClr val="F2F5F4"/>
                </a:solidFill>
              </a:rPr>
              <a:t>의심 많은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80B18E2-2AAA-47CA-AB8D-D8AE13BBDB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3848100"/>
            <a:ext cx="1619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75" b="1">
                <a:solidFill>
                  <a:srgbClr val="38D6C4"/>
                </a:solidFill>
              </a:defRPr>
            </a:defPPr>
            <a:lvl1pPr algn="l">
              <a:defRPr sz="1275" b="1">
                <a:solidFill>
                  <a:srgbClr val="38D6C4"/>
                </a:solidFill>
              </a:defRPr>
            </a:lvl1pPr>
            <a:lvl2pPr algn="l">
              <a:defRPr sz="1275" b="1">
                <a:solidFill>
                  <a:srgbClr val="38D6C4"/>
                </a:solidFill>
              </a:defRPr>
            </a:lvl2pPr>
            <a:lvl3pPr algn="l">
              <a:defRPr sz="1275" b="1">
                <a:solidFill>
                  <a:srgbClr val="38D6C4"/>
                </a:solidFill>
              </a:defRPr>
            </a:lvl3pPr>
            <a:lvl4pPr algn="l">
              <a:defRPr sz="1275" b="1">
                <a:solidFill>
                  <a:srgbClr val="38D6C4"/>
                </a:solidFill>
              </a:defRPr>
            </a:lvl4pPr>
            <a:lvl5pPr algn="l">
              <a:defRPr sz="1275" b="1">
                <a:solidFill>
                  <a:srgbClr val="38D6C4"/>
                </a:solidFill>
              </a:defRPr>
            </a:lvl5pPr>
            <a:lvl6pPr algn="l">
              <a:defRPr sz="1275" b="1">
                <a:solidFill>
                  <a:srgbClr val="38D6C4"/>
                </a:solidFill>
              </a:defRPr>
            </a:lvl6pPr>
            <a:lvl7pPr algn="l">
              <a:defRPr sz="1275" b="1">
                <a:solidFill>
                  <a:srgbClr val="38D6C4"/>
                </a:solidFill>
              </a:defRPr>
            </a:lvl7pPr>
            <a:lvl8pPr algn="l">
              <a:defRPr sz="1275" b="1">
                <a:solidFill>
                  <a:srgbClr val="38D6C4"/>
                </a:solidFill>
              </a:defRPr>
            </a:lvl8pPr>
            <a:lvl9pPr algn="l">
              <a:defRPr sz="1275" b="1">
                <a:solidFill>
                  <a:srgbClr val="38D6C4"/>
                </a:solidFill>
              </a:defRPr>
            </a:lvl9pPr>
          </a:lstStyle>
          <a:p xmlns:a="http://schemas.openxmlformats.org/drawingml/2006/main">
            <a:pPr algn="l">
              <a:defRPr sz="1275" b="1">
                <a:solidFill>
                  <a:srgbClr val="38D6C4"/>
                </a:solidFill>
              </a:defRPr>
            </a:pPr>
            <a:r>
              <a:rPr sz="1275" b="1">
                <a:solidFill>
                  <a:srgbClr val="38D6C4"/>
                </a:solidFill>
              </a:rPr>
              <a:t>정신력 +1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6CFF399-9FD2-4150-8514-7277C486D3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3848100"/>
            <a:ext cx="7048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75" b="0">
                <a:solidFill>
                  <a:srgbClr val="A2AFAC"/>
                </a:solidFill>
              </a:defRPr>
            </a:defPPr>
            <a:lvl1pPr algn="l">
              <a:defRPr sz="1275" b="0">
                <a:solidFill>
                  <a:srgbClr val="A2AFAC"/>
                </a:solidFill>
              </a:defRPr>
            </a:lvl1pPr>
            <a:lvl2pPr algn="l">
              <a:defRPr sz="1275" b="0">
                <a:solidFill>
                  <a:srgbClr val="A2AFAC"/>
                </a:solidFill>
              </a:defRPr>
            </a:lvl2pPr>
            <a:lvl3pPr algn="l">
              <a:defRPr sz="1275" b="0">
                <a:solidFill>
                  <a:srgbClr val="A2AFAC"/>
                </a:solidFill>
              </a:defRPr>
            </a:lvl3pPr>
            <a:lvl4pPr algn="l">
              <a:defRPr sz="1275" b="0">
                <a:solidFill>
                  <a:srgbClr val="A2AFAC"/>
                </a:solidFill>
              </a:defRPr>
            </a:lvl4pPr>
            <a:lvl5pPr algn="l">
              <a:defRPr sz="1275" b="0">
                <a:solidFill>
                  <a:srgbClr val="A2AFAC"/>
                </a:solidFill>
              </a:defRPr>
            </a:lvl5pPr>
            <a:lvl6pPr algn="l">
              <a:defRPr sz="1275" b="0">
                <a:solidFill>
                  <a:srgbClr val="A2AFAC"/>
                </a:solidFill>
              </a:defRPr>
            </a:lvl6pPr>
            <a:lvl7pPr algn="l">
              <a:defRPr sz="1275" b="0">
                <a:solidFill>
                  <a:srgbClr val="A2AFAC"/>
                </a:solidFill>
              </a:defRPr>
            </a:lvl7pPr>
            <a:lvl8pPr algn="l">
              <a:defRPr sz="1275" b="0">
                <a:solidFill>
                  <a:srgbClr val="A2AFAC"/>
                </a:solidFill>
              </a:defRPr>
            </a:lvl8pPr>
            <a:lvl9pPr algn="l">
              <a:defRPr sz="1275" b="0">
                <a:solidFill>
                  <a:srgbClr val="A2AFAC"/>
                </a:solidFill>
              </a:defRPr>
            </a:lvl9pPr>
          </a:lstStyle>
          <a:p xmlns:a="http://schemas.openxmlformats.org/drawingml/2006/main">
            <a:pPr algn="l">
              <a:defRPr sz="1275" b="0">
                <a:solidFill>
                  <a:srgbClr val="A2AFAC"/>
                </a:solidFill>
              </a:defRPr>
            </a:pPr>
            <a:r>
              <a:rPr sz="1275" b="0">
                <a:solidFill>
                  <a:srgbClr val="A2AFAC"/>
                </a:solidFill>
              </a:rPr>
              <a:t>정보와 타인의 말을 바로 믿지 않는다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11DD606A-8067-4560-A3F6-B11E49A800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229100"/>
            <a:ext cx="11201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383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B1BB3EC9-65E8-48A7-8CDC-84262E66B7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48150"/>
            <a:ext cx="2000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425" b="1">
                <a:solidFill>
                  <a:srgbClr val="F2F5F4"/>
                </a:solidFill>
              </a:defRPr>
            </a:defPPr>
            <a:lvl1pPr algn="l">
              <a:defRPr sz="1425" b="1">
                <a:solidFill>
                  <a:srgbClr val="F2F5F4"/>
                </a:solidFill>
              </a:defRPr>
            </a:lvl1pPr>
            <a:lvl2pPr algn="l">
              <a:defRPr sz="1425" b="1">
                <a:solidFill>
                  <a:srgbClr val="F2F5F4"/>
                </a:solidFill>
              </a:defRPr>
            </a:lvl2pPr>
            <a:lvl3pPr algn="l">
              <a:defRPr sz="1425" b="1">
                <a:solidFill>
                  <a:srgbClr val="F2F5F4"/>
                </a:solidFill>
              </a:defRPr>
            </a:lvl3pPr>
            <a:lvl4pPr algn="l">
              <a:defRPr sz="1425" b="1">
                <a:solidFill>
                  <a:srgbClr val="F2F5F4"/>
                </a:solidFill>
              </a:defRPr>
            </a:lvl4pPr>
            <a:lvl5pPr algn="l">
              <a:defRPr sz="1425" b="1">
                <a:solidFill>
                  <a:srgbClr val="F2F5F4"/>
                </a:solidFill>
              </a:defRPr>
            </a:lvl5pPr>
            <a:lvl6pPr algn="l">
              <a:defRPr sz="1425" b="1">
                <a:solidFill>
                  <a:srgbClr val="F2F5F4"/>
                </a:solidFill>
              </a:defRPr>
            </a:lvl6pPr>
            <a:lvl7pPr algn="l">
              <a:defRPr sz="1425" b="1">
                <a:solidFill>
                  <a:srgbClr val="F2F5F4"/>
                </a:solidFill>
              </a:defRPr>
            </a:lvl7pPr>
            <a:lvl8pPr algn="l">
              <a:defRPr sz="1425" b="1">
                <a:solidFill>
                  <a:srgbClr val="F2F5F4"/>
                </a:solidFill>
              </a:defRPr>
            </a:lvl8pPr>
            <a:lvl9pPr algn="l">
              <a:defRPr sz="1425" b="1">
                <a:solidFill>
                  <a:srgbClr val="F2F5F4"/>
                </a:solidFill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F2F5F4"/>
                </a:solidFill>
              </a:defRPr>
            </a:pPr>
            <a:r>
              <a:rPr sz="1425" b="1">
                <a:solidFill>
                  <a:srgbClr val="F2F5F4"/>
                </a:solidFill>
              </a:rPr>
              <a:t>냉정한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456009A1-524E-46FE-AC30-63E6D52F6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4248150"/>
            <a:ext cx="1619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75" b="1">
                <a:solidFill>
                  <a:srgbClr val="38D6C4"/>
                </a:solidFill>
              </a:defRPr>
            </a:defPPr>
            <a:lvl1pPr algn="l">
              <a:defRPr sz="1275" b="1">
                <a:solidFill>
                  <a:srgbClr val="38D6C4"/>
                </a:solidFill>
              </a:defRPr>
            </a:lvl1pPr>
            <a:lvl2pPr algn="l">
              <a:defRPr sz="1275" b="1">
                <a:solidFill>
                  <a:srgbClr val="38D6C4"/>
                </a:solidFill>
              </a:defRPr>
            </a:lvl2pPr>
            <a:lvl3pPr algn="l">
              <a:defRPr sz="1275" b="1">
                <a:solidFill>
                  <a:srgbClr val="38D6C4"/>
                </a:solidFill>
              </a:defRPr>
            </a:lvl3pPr>
            <a:lvl4pPr algn="l">
              <a:defRPr sz="1275" b="1">
                <a:solidFill>
                  <a:srgbClr val="38D6C4"/>
                </a:solidFill>
              </a:defRPr>
            </a:lvl4pPr>
            <a:lvl5pPr algn="l">
              <a:defRPr sz="1275" b="1">
                <a:solidFill>
                  <a:srgbClr val="38D6C4"/>
                </a:solidFill>
              </a:defRPr>
            </a:lvl5pPr>
            <a:lvl6pPr algn="l">
              <a:defRPr sz="1275" b="1">
                <a:solidFill>
                  <a:srgbClr val="38D6C4"/>
                </a:solidFill>
              </a:defRPr>
            </a:lvl6pPr>
            <a:lvl7pPr algn="l">
              <a:defRPr sz="1275" b="1">
                <a:solidFill>
                  <a:srgbClr val="38D6C4"/>
                </a:solidFill>
              </a:defRPr>
            </a:lvl7pPr>
            <a:lvl8pPr algn="l">
              <a:defRPr sz="1275" b="1">
                <a:solidFill>
                  <a:srgbClr val="38D6C4"/>
                </a:solidFill>
              </a:defRPr>
            </a:lvl8pPr>
            <a:lvl9pPr algn="l">
              <a:defRPr sz="1275" b="1">
                <a:solidFill>
                  <a:srgbClr val="38D6C4"/>
                </a:solidFill>
              </a:defRPr>
            </a:lvl9pPr>
          </a:lstStyle>
          <a:p xmlns:a="http://schemas.openxmlformats.org/drawingml/2006/main">
            <a:pPr algn="l">
              <a:defRPr sz="1275" b="1">
                <a:solidFill>
                  <a:srgbClr val="38D6C4"/>
                </a:solidFill>
              </a:defRPr>
            </a:pPr>
            <a:r>
              <a:rPr sz="1275" b="1">
                <a:solidFill>
                  <a:srgbClr val="38D6C4"/>
                </a:solidFill>
              </a:rPr>
              <a:t>정신력 +1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86BEFF59-A041-4CB8-96A7-4E0596D9E4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4248150"/>
            <a:ext cx="7048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75" b="0">
                <a:solidFill>
                  <a:srgbClr val="A2AFAC"/>
                </a:solidFill>
              </a:defRPr>
            </a:defPPr>
            <a:lvl1pPr algn="l">
              <a:defRPr sz="1275" b="0">
                <a:solidFill>
                  <a:srgbClr val="A2AFAC"/>
                </a:solidFill>
              </a:defRPr>
            </a:lvl1pPr>
            <a:lvl2pPr algn="l">
              <a:defRPr sz="1275" b="0">
                <a:solidFill>
                  <a:srgbClr val="A2AFAC"/>
                </a:solidFill>
              </a:defRPr>
            </a:lvl2pPr>
            <a:lvl3pPr algn="l">
              <a:defRPr sz="1275" b="0">
                <a:solidFill>
                  <a:srgbClr val="A2AFAC"/>
                </a:solidFill>
              </a:defRPr>
            </a:lvl3pPr>
            <a:lvl4pPr algn="l">
              <a:defRPr sz="1275" b="0">
                <a:solidFill>
                  <a:srgbClr val="A2AFAC"/>
                </a:solidFill>
              </a:defRPr>
            </a:lvl4pPr>
            <a:lvl5pPr algn="l">
              <a:defRPr sz="1275" b="0">
                <a:solidFill>
                  <a:srgbClr val="A2AFAC"/>
                </a:solidFill>
              </a:defRPr>
            </a:lvl5pPr>
            <a:lvl6pPr algn="l">
              <a:defRPr sz="1275" b="0">
                <a:solidFill>
                  <a:srgbClr val="A2AFAC"/>
                </a:solidFill>
              </a:defRPr>
            </a:lvl6pPr>
            <a:lvl7pPr algn="l">
              <a:defRPr sz="1275" b="0">
                <a:solidFill>
                  <a:srgbClr val="A2AFAC"/>
                </a:solidFill>
              </a:defRPr>
            </a:lvl7pPr>
            <a:lvl8pPr algn="l">
              <a:defRPr sz="1275" b="0">
                <a:solidFill>
                  <a:srgbClr val="A2AFAC"/>
                </a:solidFill>
              </a:defRPr>
            </a:lvl8pPr>
            <a:lvl9pPr algn="l">
              <a:defRPr sz="1275" b="0">
                <a:solidFill>
                  <a:srgbClr val="A2AFAC"/>
                </a:solidFill>
              </a:defRPr>
            </a:lvl9pPr>
          </a:lstStyle>
          <a:p xmlns:a="http://schemas.openxmlformats.org/drawingml/2006/main">
            <a:pPr algn="l">
              <a:defRPr sz="1275" b="0">
                <a:solidFill>
                  <a:srgbClr val="A2AFAC"/>
                </a:solidFill>
              </a:defRPr>
            </a:pPr>
            <a:r>
              <a:rPr sz="1275" b="0">
                <a:solidFill>
                  <a:srgbClr val="A2AFAC"/>
                </a:solidFill>
              </a:rPr>
              <a:t>관계보다 생존 확률을 우선한다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001FA508-1B69-443E-BE09-3023FDD4E7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629150"/>
            <a:ext cx="11201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383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AAF2B9B0-CEB6-401B-96E3-8F52FD5F3D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648200"/>
            <a:ext cx="2000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425" b="1">
                <a:solidFill>
                  <a:srgbClr val="F2F5F4"/>
                </a:solidFill>
              </a:defRPr>
            </a:defPPr>
            <a:lvl1pPr algn="l">
              <a:defRPr sz="1425" b="1">
                <a:solidFill>
                  <a:srgbClr val="F2F5F4"/>
                </a:solidFill>
              </a:defRPr>
            </a:lvl1pPr>
            <a:lvl2pPr algn="l">
              <a:defRPr sz="1425" b="1">
                <a:solidFill>
                  <a:srgbClr val="F2F5F4"/>
                </a:solidFill>
              </a:defRPr>
            </a:lvl2pPr>
            <a:lvl3pPr algn="l">
              <a:defRPr sz="1425" b="1">
                <a:solidFill>
                  <a:srgbClr val="F2F5F4"/>
                </a:solidFill>
              </a:defRPr>
            </a:lvl3pPr>
            <a:lvl4pPr algn="l">
              <a:defRPr sz="1425" b="1">
                <a:solidFill>
                  <a:srgbClr val="F2F5F4"/>
                </a:solidFill>
              </a:defRPr>
            </a:lvl4pPr>
            <a:lvl5pPr algn="l">
              <a:defRPr sz="1425" b="1">
                <a:solidFill>
                  <a:srgbClr val="F2F5F4"/>
                </a:solidFill>
              </a:defRPr>
            </a:lvl5pPr>
            <a:lvl6pPr algn="l">
              <a:defRPr sz="1425" b="1">
                <a:solidFill>
                  <a:srgbClr val="F2F5F4"/>
                </a:solidFill>
              </a:defRPr>
            </a:lvl6pPr>
            <a:lvl7pPr algn="l">
              <a:defRPr sz="1425" b="1">
                <a:solidFill>
                  <a:srgbClr val="F2F5F4"/>
                </a:solidFill>
              </a:defRPr>
            </a:lvl7pPr>
            <a:lvl8pPr algn="l">
              <a:defRPr sz="1425" b="1">
                <a:solidFill>
                  <a:srgbClr val="F2F5F4"/>
                </a:solidFill>
              </a:defRPr>
            </a:lvl8pPr>
            <a:lvl9pPr algn="l">
              <a:defRPr sz="1425" b="1">
                <a:solidFill>
                  <a:srgbClr val="F2F5F4"/>
                </a:solidFill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F2F5F4"/>
                </a:solidFill>
              </a:defRPr>
            </a:pPr>
            <a:r>
              <a:rPr sz="1425" b="1">
                <a:solidFill>
                  <a:srgbClr val="F2F5F4"/>
                </a:solidFill>
              </a:rPr>
              <a:t>꼼꼼한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A0BFB0F6-04DB-4345-8ED3-8FD6587546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4648200"/>
            <a:ext cx="1619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75" b="1">
                <a:solidFill>
                  <a:srgbClr val="38D6C4"/>
                </a:solidFill>
              </a:defRPr>
            </a:defPPr>
            <a:lvl1pPr algn="l">
              <a:defRPr sz="1275" b="1">
                <a:solidFill>
                  <a:srgbClr val="38D6C4"/>
                </a:solidFill>
              </a:defRPr>
            </a:lvl1pPr>
            <a:lvl2pPr algn="l">
              <a:defRPr sz="1275" b="1">
                <a:solidFill>
                  <a:srgbClr val="38D6C4"/>
                </a:solidFill>
              </a:defRPr>
            </a:lvl2pPr>
            <a:lvl3pPr algn="l">
              <a:defRPr sz="1275" b="1">
                <a:solidFill>
                  <a:srgbClr val="38D6C4"/>
                </a:solidFill>
              </a:defRPr>
            </a:lvl3pPr>
            <a:lvl4pPr algn="l">
              <a:defRPr sz="1275" b="1">
                <a:solidFill>
                  <a:srgbClr val="38D6C4"/>
                </a:solidFill>
              </a:defRPr>
            </a:lvl4pPr>
            <a:lvl5pPr algn="l">
              <a:defRPr sz="1275" b="1">
                <a:solidFill>
                  <a:srgbClr val="38D6C4"/>
                </a:solidFill>
              </a:defRPr>
            </a:lvl5pPr>
            <a:lvl6pPr algn="l">
              <a:defRPr sz="1275" b="1">
                <a:solidFill>
                  <a:srgbClr val="38D6C4"/>
                </a:solidFill>
              </a:defRPr>
            </a:lvl6pPr>
            <a:lvl7pPr algn="l">
              <a:defRPr sz="1275" b="1">
                <a:solidFill>
                  <a:srgbClr val="38D6C4"/>
                </a:solidFill>
              </a:defRPr>
            </a:lvl7pPr>
            <a:lvl8pPr algn="l">
              <a:defRPr sz="1275" b="1">
                <a:solidFill>
                  <a:srgbClr val="38D6C4"/>
                </a:solidFill>
              </a:defRPr>
            </a:lvl8pPr>
            <a:lvl9pPr algn="l">
              <a:defRPr sz="1275" b="1">
                <a:solidFill>
                  <a:srgbClr val="38D6C4"/>
                </a:solidFill>
              </a:defRPr>
            </a:lvl9pPr>
          </a:lstStyle>
          <a:p xmlns:a="http://schemas.openxmlformats.org/drawingml/2006/main">
            <a:pPr algn="l">
              <a:defRPr sz="1275" b="1">
                <a:solidFill>
                  <a:srgbClr val="38D6C4"/>
                </a:solidFill>
              </a:defRPr>
            </a:pPr>
            <a:r>
              <a:rPr sz="1275" b="1">
                <a:solidFill>
                  <a:srgbClr val="38D6C4"/>
                </a:solidFill>
              </a:rPr>
              <a:t>균형감각 +1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B61CE6F6-15F4-446B-A39E-D09F865FC2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4648200"/>
            <a:ext cx="7048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75" b="0">
                <a:solidFill>
                  <a:srgbClr val="A2AFAC"/>
                </a:solidFill>
              </a:defRPr>
            </a:defPPr>
            <a:lvl1pPr algn="l">
              <a:defRPr sz="1275" b="0">
                <a:solidFill>
                  <a:srgbClr val="A2AFAC"/>
                </a:solidFill>
              </a:defRPr>
            </a:lvl1pPr>
            <a:lvl2pPr algn="l">
              <a:defRPr sz="1275" b="0">
                <a:solidFill>
                  <a:srgbClr val="A2AFAC"/>
                </a:solidFill>
              </a:defRPr>
            </a:lvl2pPr>
            <a:lvl3pPr algn="l">
              <a:defRPr sz="1275" b="0">
                <a:solidFill>
                  <a:srgbClr val="A2AFAC"/>
                </a:solidFill>
              </a:defRPr>
            </a:lvl3pPr>
            <a:lvl4pPr algn="l">
              <a:defRPr sz="1275" b="0">
                <a:solidFill>
                  <a:srgbClr val="A2AFAC"/>
                </a:solidFill>
              </a:defRPr>
            </a:lvl4pPr>
            <a:lvl5pPr algn="l">
              <a:defRPr sz="1275" b="0">
                <a:solidFill>
                  <a:srgbClr val="A2AFAC"/>
                </a:solidFill>
              </a:defRPr>
            </a:lvl5pPr>
            <a:lvl6pPr algn="l">
              <a:defRPr sz="1275" b="0">
                <a:solidFill>
                  <a:srgbClr val="A2AFAC"/>
                </a:solidFill>
              </a:defRPr>
            </a:lvl6pPr>
            <a:lvl7pPr algn="l">
              <a:defRPr sz="1275" b="0">
                <a:solidFill>
                  <a:srgbClr val="A2AFAC"/>
                </a:solidFill>
              </a:defRPr>
            </a:lvl7pPr>
            <a:lvl8pPr algn="l">
              <a:defRPr sz="1275" b="0">
                <a:solidFill>
                  <a:srgbClr val="A2AFAC"/>
                </a:solidFill>
              </a:defRPr>
            </a:lvl8pPr>
            <a:lvl9pPr algn="l">
              <a:defRPr sz="1275" b="0">
                <a:solidFill>
                  <a:srgbClr val="A2AFAC"/>
                </a:solidFill>
              </a:defRPr>
            </a:lvl9pPr>
          </a:lstStyle>
          <a:p xmlns:a="http://schemas.openxmlformats.org/drawingml/2006/main">
            <a:pPr algn="l">
              <a:defRPr sz="1275" b="0">
                <a:solidFill>
                  <a:srgbClr val="A2AFAC"/>
                </a:solidFill>
              </a:defRPr>
            </a:pPr>
            <a:r>
              <a:rPr sz="1275" b="0">
                <a:solidFill>
                  <a:srgbClr val="A2AFAC"/>
                </a:solidFill>
              </a:rPr>
              <a:t>절차와 소지품을 반복 확인한다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4FF06C24-FD99-4633-9E0F-F2948C6C00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029200"/>
            <a:ext cx="11201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383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9C90264F-6A8C-46B4-90E9-9FB0FDFEC7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0"/>
            <a:ext cx="2000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425" b="1">
                <a:solidFill>
                  <a:srgbClr val="F2F5F4"/>
                </a:solidFill>
              </a:defRPr>
            </a:defPPr>
            <a:lvl1pPr algn="l">
              <a:defRPr sz="1425" b="1">
                <a:solidFill>
                  <a:srgbClr val="F2F5F4"/>
                </a:solidFill>
              </a:defRPr>
            </a:lvl1pPr>
            <a:lvl2pPr algn="l">
              <a:defRPr sz="1425" b="1">
                <a:solidFill>
                  <a:srgbClr val="F2F5F4"/>
                </a:solidFill>
              </a:defRPr>
            </a:lvl2pPr>
            <a:lvl3pPr algn="l">
              <a:defRPr sz="1425" b="1">
                <a:solidFill>
                  <a:srgbClr val="F2F5F4"/>
                </a:solidFill>
              </a:defRPr>
            </a:lvl3pPr>
            <a:lvl4pPr algn="l">
              <a:defRPr sz="1425" b="1">
                <a:solidFill>
                  <a:srgbClr val="F2F5F4"/>
                </a:solidFill>
              </a:defRPr>
            </a:lvl4pPr>
            <a:lvl5pPr algn="l">
              <a:defRPr sz="1425" b="1">
                <a:solidFill>
                  <a:srgbClr val="F2F5F4"/>
                </a:solidFill>
              </a:defRPr>
            </a:lvl5pPr>
            <a:lvl6pPr algn="l">
              <a:defRPr sz="1425" b="1">
                <a:solidFill>
                  <a:srgbClr val="F2F5F4"/>
                </a:solidFill>
              </a:defRPr>
            </a:lvl6pPr>
            <a:lvl7pPr algn="l">
              <a:defRPr sz="1425" b="1">
                <a:solidFill>
                  <a:srgbClr val="F2F5F4"/>
                </a:solidFill>
              </a:defRPr>
            </a:lvl7pPr>
            <a:lvl8pPr algn="l">
              <a:defRPr sz="1425" b="1">
                <a:solidFill>
                  <a:srgbClr val="F2F5F4"/>
                </a:solidFill>
              </a:defRPr>
            </a:lvl8pPr>
            <a:lvl9pPr algn="l">
              <a:defRPr sz="1425" b="1">
                <a:solidFill>
                  <a:srgbClr val="F2F5F4"/>
                </a:solidFill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F2F5F4"/>
                </a:solidFill>
              </a:defRPr>
            </a:pPr>
            <a:r>
              <a:rPr sz="1425" b="1">
                <a:solidFill>
                  <a:srgbClr val="F2F5F4"/>
                </a:solidFill>
              </a:rPr>
              <a:t>질서정연한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17996A89-8497-42BF-AAE1-F9BE51654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5048250"/>
            <a:ext cx="1619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75" b="1">
                <a:solidFill>
                  <a:srgbClr val="38D6C4"/>
                </a:solidFill>
              </a:defRPr>
            </a:defPPr>
            <a:lvl1pPr algn="l">
              <a:defRPr sz="1275" b="1">
                <a:solidFill>
                  <a:srgbClr val="38D6C4"/>
                </a:solidFill>
              </a:defRPr>
            </a:lvl1pPr>
            <a:lvl2pPr algn="l">
              <a:defRPr sz="1275" b="1">
                <a:solidFill>
                  <a:srgbClr val="38D6C4"/>
                </a:solidFill>
              </a:defRPr>
            </a:lvl2pPr>
            <a:lvl3pPr algn="l">
              <a:defRPr sz="1275" b="1">
                <a:solidFill>
                  <a:srgbClr val="38D6C4"/>
                </a:solidFill>
              </a:defRPr>
            </a:lvl3pPr>
            <a:lvl4pPr algn="l">
              <a:defRPr sz="1275" b="1">
                <a:solidFill>
                  <a:srgbClr val="38D6C4"/>
                </a:solidFill>
              </a:defRPr>
            </a:lvl4pPr>
            <a:lvl5pPr algn="l">
              <a:defRPr sz="1275" b="1">
                <a:solidFill>
                  <a:srgbClr val="38D6C4"/>
                </a:solidFill>
              </a:defRPr>
            </a:lvl5pPr>
            <a:lvl6pPr algn="l">
              <a:defRPr sz="1275" b="1">
                <a:solidFill>
                  <a:srgbClr val="38D6C4"/>
                </a:solidFill>
              </a:defRPr>
            </a:lvl6pPr>
            <a:lvl7pPr algn="l">
              <a:defRPr sz="1275" b="1">
                <a:solidFill>
                  <a:srgbClr val="38D6C4"/>
                </a:solidFill>
              </a:defRPr>
            </a:lvl7pPr>
            <a:lvl8pPr algn="l">
              <a:defRPr sz="1275" b="1">
                <a:solidFill>
                  <a:srgbClr val="38D6C4"/>
                </a:solidFill>
              </a:defRPr>
            </a:lvl8pPr>
            <a:lvl9pPr algn="l">
              <a:defRPr sz="1275" b="1">
                <a:solidFill>
                  <a:srgbClr val="38D6C4"/>
                </a:solidFill>
              </a:defRPr>
            </a:lvl9pPr>
          </a:lstStyle>
          <a:p xmlns:a="http://schemas.openxmlformats.org/drawingml/2006/main">
            <a:pPr algn="l">
              <a:defRPr sz="1275" b="1">
                <a:solidFill>
                  <a:srgbClr val="38D6C4"/>
                </a:solidFill>
              </a:defRPr>
            </a:pPr>
            <a:r>
              <a:rPr sz="1275" b="1">
                <a:solidFill>
                  <a:srgbClr val="38D6C4"/>
                </a:solidFill>
              </a:rPr>
              <a:t>지능 +1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AAD0C965-8676-4A93-BAC9-8705F0FED4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5048250"/>
            <a:ext cx="7048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75" b="0">
                <a:solidFill>
                  <a:srgbClr val="A2AFAC"/>
                </a:solidFill>
              </a:defRPr>
            </a:defPPr>
            <a:lvl1pPr algn="l">
              <a:defRPr sz="1275" b="0">
                <a:solidFill>
                  <a:srgbClr val="A2AFAC"/>
                </a:solidFill>
              </a:defRPr>
            </a:lvl1pPr>
            <a:lvl2pPr algn="l">
              <a:defRPr sz="1275" b="0">
                <a:solidFill>
                  <a:srgbClr val="A2AFAC"/>
                </a:solidFill>
              </a:defRPr>
            </a:lvl2pPr>
            <a:lvl3pPr algn="l">
              <a:defRPr sz="1275" b="0">
                <a:solidFill>
                  <a:srgbClr val="A2AFAC"/>
                </a:solidFill>
              </a:defRPr>
            </a:lvl3pPr>
            <a:lvl4pPr algn="l">
              <a:defRPr sz="1275" b="0">
                <a:solidFill>
                  <a:srgbClr val="A2AFAC"/>
                </a:solidFill>
              </a:defRPr>
            </a:lvl4pPr>
            <a:lvl5pPr algn="l">
              <a:defRPr sz="1275" b="0">
                <a:solidFill>
                  <a:srgbClr val="A2AFAC"/>
                </a:solidFill>
              </a:defRPr>
            </a:lvl5pPr>
            <a:lvl6pPr algn="l">
              <a:defRPr sz="1275" b="0">
                <a:solidFill>
                  <a:srgbClr val="A2AFAC"/>
                </a:solidFill>
              </a:defRPr>
            </a:lvl6pPr>
            <a:lvl7pPr algn="l">
              <a:defRPr sz="1275" b="0">
                <a:solidFill>
                  <a:srgbClr val="A2AFAC"/>
                </a:solidFill>
              </a:defRPr>
            </a:lvl7pPr>
            <a:lvl8pPr algn="l">
              <a:defRPr sz="1275" b="0">
                <a:solidFill>
                  <a:srgbClr val="A2AFAC"/>
                </a:solidFill>
              </a:defRPr>
            </a:lvl8pPr>
            <a:lvl9pPr algn="l">
              <a:defRPr sz="1275" b="0">
                <a:solidFill>
                  <a:srgbClr val="A2AFAC"/>
                </a:solidFill>
              </a:defRPr>
            </a:lvl9pPr>
          </a:lstStyle>
          <a:p xmlns:a="http://schemas.openxmlformats.org/drawingml/2006/main">
            <a:pPr algn="l">
              <a:defRPr sz="1275" b="0">
                <a:solidFill>
                  <a:srgbClr val="A2AFAC"/>
                </a:solidFill>
              </a:defRPr>
            </a:pPr>
            <a:r>
              <a:rPr sz="1275" b="0">
                <a:solidFill>
                  <a:srgbClr val="A2AFAC"/>
                </a:solidFill>
              </a:rPr>
              <a:t>대열과 자원 분배를 정리한다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126D3E71-16ED-494F-A3C9-75C9B10AC3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429250"/>
            <a:ext cx="11201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383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25BE82A8-D1C7-4B23-8F4F-11E8B621C7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448300"/>
            <a:ext cx="2000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425" b="1">
                <a:solidFill>
                  <a:srgbClr val="F2F5F4"/>
                </a:solidFill>
              </a:defRPr>
            </a:defPPr>
            <a:lvl1pPr algn="l">
              <a:defRPr sz="1425" b="1">
                <a:solidFill>
                  <a:srgbClr val="F2F5F4"/>
                </a:solidFill>
              </a:defRPr>
            </a:lvl1pPr>
            <a:lvl2pPr algn="l">
              <a:defRPr sz="1425" b="1">
                <a:solidFill>
                  <a:srgbClr val="F2F5F4"/>
                </a:solidFill>
              </a:defRPr>
            </a:lvl2pPr>
            <a:lvl3pPr algn="l">
              <a:defRPr sz="1425" b="1">
                <a:solidFill>
                  <a:srgbClr val="F2F5F4"/>
                </a:solidFill>
              </a:defRPr>
            </a:lvl3pPr>
            <a:lvl4pPr algn="l">
              <a:defRPr sz="1425" b="1">
                <a:solidFill>
                  <a:srgbClr val="F2F5F4"/>
                </a:solidFill>
              </a:defRPr>
            </a:lvl4pPr>
            <a:lvl5pPr algn="l">
              <a:defRPr sz="1425" b="1">
                <a:solidFill>
                  <a:srgbClr val="F2F5F4"/>
                </a:solidFill>
              </a:defRPr>
            </a:lvl5pPr>
            <a:lvl6pPr algn="l">
              <a:defRPr sz="1425" b="1">
                <a:solidFill>
                  <a:srgbClr val="F2F5F4"/>
                </a:solidFill>
              </a:defRPr>
            </a:lvl6pPr>
            <a:lvl7pPr algn="l">
              <a:defRPr sz="1425" b="1">
                <a:solidFill>
                  <a:srgbClr val="F2F5F4"/>
                </a:solidFill>
              </a:defRPr>
            </a:lvl7pPr>
            <a:lvl8pPr algn="l">
              <a:defRPr sz="1425" b="1">
                <a:solidFill>
                  <a:srgbClr val="F2F5F4"/>
                </a:solidFill>
              </a:defRPr>
            </a:lvl8pPr>
            <a:lvl9pPr algn="l">
              <a:defRPr sz="1425" b="1">
                <a:solidFill>
                  <a:srgbClr val="F2F5F4"/>
                </a:solidFill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F2F5F4"/>
                </a:solidFill>
              </a:defRPr>
            </a:pPr>
            <a:r>
              <a:rPr sz="1425" b="1">
                <a:solidFill>
                  <a:srgbClr val="F2F5F4"/>
                </a:solidFill>
              </a:rPr>
              <a:t>적응력 있는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B8E7F7D6-2B76-4978-BDBD-875D727524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5448300"/>
            <a:ext cx="1619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75" b="1">
                <a:solidFill>
                  <a:srgbClr val="38D6C4"/>
                </a:solidFill>
              </a:defRPr>
            </a:defPPr>
            <a:lvl1pPr algn="l">
              <a:defRPr sz="1275" b="1">
                <a:solidFill>
                  <a:srgbClr val="38D6C4"/>
                </a:solidFill>
              </a:defRPr>
            </a:lvl1pPr>
            <a:lvl2pPr algn="l">
              <a:defRPr sz="1275" b="1">
                <a:solidFill>
                  <a:srgbClr val="38D6C4"/>
                </a:solidFill>
              </a:defRPr>
            </a:lvl2pPr>
            <a:lvl3pPr algn="l">
              <a:defRPr sz="1275" b="1">
                <a:solidFill>
                  <a:srgbClr val="38D6C4"/>
                </a:solidFill>
              </a:defRPr>
            </a:lvl3pPr>
            <a:lvl4pPr algn="l">
              <a:defRPr sz="1275" b="1">
                <a:solidFill>
                  <a:srgbClr val="38D6C4"/>
                </a:solidFill>
              </a:defRPr>
            </a:lvl4pPr>
            <a:lvl5pPr algn="l">
              <a:defRPr sz="1275" b="1">
                <a:solidFill>
                  <a:srgbClr val="38D6C4"/>
                </a:solidFill>
              </a:defRPr>
            </a:lvl5pPr>
            <a:lvl6pPr algn="l">
              <a:defRPr sz="1275" b="1">
                <a:solidFill>
                  <a:srgbClr val="38D6C4"/>
                </a:solidFill>
              </a:defRPr>
            </a:lvl6pPr>
            <a:lvl7pPr algn="l">
              <a:defRPr sz="1275" b="1">
                <a:solidFill>
                  <a:srgbClr val="38D6C4"/>
                </a:solidFill>
              </a:defRPr>
            </a:lvl7pPr>
            <a:lvl8pPr algn="l">
              <a:defRPr sz="1275" b="1">
                <a:solidFill>
                  <a:srgbClr val="38D6C4"/>
                </a:solidFill>
              </a:defRPr>
            </a:lvl8pPr>
            <a:lvl9pPr algn="l">
              <a:defRPr sz="1275" b="1">
                <a:solidFill>
                  <a:srgbClr val="38D6C4"/>
                </a:solidFill>
              </a:defRPr>
            </a:lvl9pPr>
          </a:lstStyle>
          <a:p xmlns:a="http://schemas.openxmlformats.org/drawingml/2006/main">
            <a:pPr algn="l">
              <a:defRPr sz="1275" b="1">
                <a:solidFill>
                  <a:srgbClr val="38D6C4"/>
                </a:solidFill>
              </a:defRPr>
            </a:pPr>
            <a:r>
              <a:rPr sz="1275" b="1">
                <a:solidFill>
                  <a:srgbClr val="38D6C4"/>
                </a:solidFill>
              </a:rPr>
              <a:t>유연성 +1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AAA800C7-FDFB-40B0-AF6C-44A53965F6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5448300"/>
            <a:ext cx="7048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75" b="0">
                <a:solidFill>
                  <a:srgbClr val="A2AFAC"/>
                </a:solidFill>
              </a:defRPr>
            </a:defPPr>
            <a:lvl1pPr algn="l">
              <a:defRPr sz="1275" b="0">
                <a:solidFill>
                  <a:srgbClr val="A2AFAC"/>
                </a:solidFill>
              </a:defRPr>
            </a:lvl1pPr>
            <a:lvl2pPr algn="l">
              <a:defRPr sz="1275" b="0">
                <a:solidFill>
                  <a:srgbClr val="A2AFAC"/>
                </a:solidFill>
              </a:defRPr>
            </a:lvl2pPr>
            <a:lvl3pPr algn="l">
              <a:defRPr sz="1275" b="0">
                <a:solidFill>
                  <a:srgbClr val="A2AFAC"/>
                </a:solidFill>
              </a:defRPr>
            </a:lvl3pPr>
            <a:lvl4pPr algn="l">
              <a:defRPr sz="1275" b="0">
                <a:solidFill>
                  <a:srgbClr val="A2AFAC"/>
                </a:solidFill>
              </a:defRPr>
            </a:lvl4pPr>
            <a:lvl5pPr algn="l">
              <a:defRPr sz="1275" b="0">
                <a:solidFill>
                  <a:srgbClr val="A2AFAC"/>
                </a:solidFill>
              </a:defRPr>
            </a:lvl5pPr>
            <a:lvl6pPr algn="l">
              <a:defRPr sz="1275" b="0">
                <a:solidFill>
                  <a:srgbClr val="A2AFAC"/>
                </a:solidFill>
              </a:defRPr>
            </a:lvl6pPr>
            <a:lvl7pPr algn="l">
              <a:defRPr sz="1275" b="0">
                <a:solidFill>
                  <a:srgbClr val="A2AFAC"/>
                </a:solidFill>
              </a:defRPr>
            </a:lvl7pPr>
            <a:lvl8pPr algn="l">
              <a:defRPr sz="1275" b="0">
                <a:solidFill>
                  <a:srgbClr val="A2AFAC"/>
                </a:solidFill>
              </a:defRPr>
            </a:lvl8pPr>
            <a:lvl9pPr algn="l">
              <a:defRPr sz="1275" b="0">
                <a:solidFill>
                  <a:srgbClr val="A2AFAC"/>
                </a:solidFill>
              </a:defRPr>
            </a:lvl9pPr>
          </a:lstStyle>
          <a:p xmlns:a="http://schemas.openxmlformats.org/drawingml/2006/main">
            <a:pPr algn="l">
              <a:defRPr sz="1275" b="0">
                <a:solidFill>
                  <a:srgbClr val="A2AFAC"/>
                </a:solidFill>
              </a:defRPr>
            </a:pPr>
            <a:r>
              <a:rPr sz="1275" b="0">
                <a:solidFill>
                  <a:srgbClr val="A2AFAC"/>
                </a:solidFill>
              </a:rPr>
              <a:t>새 규칙에 빠르게 행동을 맞춘다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86FD6FC4-F8CD-4C83-8DB4-6075125D43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829300"/>
            <a:ext cx="11201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383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1D0DB30A-5716-49C0-AD10-0E7F51A17C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2000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425" b="1">
                <a:solidFill>
                  <a:srgbClr val="F2F5F4"/>
                </a:solidFill>
              </a:defRPr>
            </a:defPPr>
            <a:lvl1pPr algn="l">
              <a:defRPr sz="1425" b="1">
                <a:solidFill>
                  <a:srgbClr val="F2F5F4"/>
                </a:solidFill>
              </a:defRPr>
            </a:lvl1pPr>
            <a:lvl2pPr algn="l">
              <a:defRPr sz="1425" b="1">
                <a:solidFill>
                  <a:srgbClr val="F2F5F4"/>
                </a:solidFill>
              </a:defRPr>
            </a:lvl2pPr>
            <a:lvl3pPr algn="l">
              <a:defRPr sz="1425" b="1">
                <a:solidFill>
                  <a:srgbClr val="F2F5F4"/>
                </a:solidFill>
              </a:defRPr>
            </a:lvl3pPr>
            <a:lvl4pPr algn="l">
              <a:defRPr sz="1425" b="1">
                <a:solidFill>
                  <a:srgbClr val="F2F5F4"/>
                </a:solidFill>
              </a:defRPr>
            </a:lvl4pPr>
            <a:lvl5pPr algn="l">
              <a:defRPr sz="1425" b="1">
                <a:solidFill>
                  <a:srgbClr val="F2F5F4"/>
                </a:solidFill>
              </a:defRPr>
            </a:lvl5pPr>
            <a:lvl6pPr algn="l">
              <a:defRPr sz="1425" b="1">
                <a:solidFill>
                  <a:srgbClr val="F2F5F4"/>
                </a:solidFill>
              </a:defRPr>
            </a:lvl6pPr>
            <a:lvl7pPr algn="l">
              <a:defRPr sz="1425" b="1">
                <a:solidFill>
                  <a:srgbClr val="F2F5F4"/>
                </a:solidFill>
              </a:defRPr>
            </a:lvl7pPr>
            <a:lvl8pPr algn="l">
              <a:defRPr sz="1425" b="1">
                <a:solidFill>
                  <a:srgbClr val="F2F5F4"/>
                </a:solidFill>
              </a:defRPr>
            </a:lvl8pPr>
            <a:lvl9pPr algn="l">
              <a:defRPr sz="1425" b="1">
                <a:solidFill>
                  <a:srgbClr val="F2F5F4"/>
                </a:solidFill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F2F5F4"/>
                </a:solidFill>
              </a:defRPr>
            </a:pPr>
            <a:r>
              <a:rPr sz="1425" b="1">
                <a:solidFill>
                  <a:srgbClr val="F2F5F4"/>
                </a:solidFill>
              </a:rPr>
              <a:t>규율적인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95DC8FE0-8FAE-42ED-B738-6053F62C0F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5848350"/>
            <a:ext cx="1619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75" b="1">
                <a:solidFill>
                  <a:srgbClr val="38D6C4"/>
                </a:solidFill>
              </a:defRPr>
            </a:defPPr>
            <a:lvl1pPr algn="l">
              <a:defRPr sz="1275" b="1">
                <a:solidFill>
                  <a:srgbClr val="38D6C4"/>
                </a:solidFill>
              </a:defRPr>
            </a:lvl1pPr>
            <a:lvl2pPr algn="l">
              <a:defRPr sz="1275" b="1">
                <a:solidFill>
                  <a:srgbClr val="38D6C4"/>
                </a:solidFill>
              </a:defRPr>
            </a:lvl2pPr>
            <a:lvl3pPr algn="l">
              <a:defRPr sz="1275" b="1">
                <a:solidFill>
                  <a:srgbClr val="38D6C4"/>
                </a:solidFill>
              </a:defRPr>
            </a:lvl3pPr>
            <a:lvl4pPr algn="l">
              <a:defRPr sz="1275" b="1">
                <a:solidFill>
                  <a:srgbClr val="38D6C4"/>
                </a:solidFill>
              </a:defRPr>
            </a:lvl4pPr>
            <a:lvl5pPr algn="l">
              <a:defRPr sz="1275" b="1">
                <a:solidFill>
                  <a:srgbClr val="38D6C4"/>
                </a:solidFill>
              </a:defRPr>
            </a:lvl5pPr>
            <a:lvl6pPr algn="l">
              <a:defRPr sz="1275" b="1">
                <a:solidFill>
                  <a:srgbClr val="38D6C4"/>
                </a:solidFill>
              </a:defRPr>
            </a:lvl6pPr>
            <a:lvl7pPr algn="l">
              <a:defRPr sz="1275" b="1">
                <a:solidFill>
                  <a:srgbClr val="38D6C4"/>
                </a:solidFill>
              </a:defRPr>
            </a:lvl7pPr>
            <a:lvl8pPr algn="l">
              <a:defRPr sz="1275" b="1">
                <a:solidFill>
                  <a:srgbClr val="38D6C4"/>
                </a:solidFill>
              </a:defRPr>
            </a:lvl8pPr>
            <a:lvl9pPr algn="l">
              <a:defRPr sz="1275" b="1">
                <a:solidFill>
                  <a:srgbClr val="38D6C4"/>
                </a:solidFill>
              </a:defRPr>
            </a:lvl9pPr>
          </a:lstStyle>
          <a:p xmlns:a="http://schemas.openxmlformats.org/drawingml/2006/main">
            <a:pPr algn="l">
              <a:defRPr sz="1275" b="1">
                <a:solidFill>
                  <a:srgbClr val="38D6C4"/>
                </a:solidFill>
              </a:defRPr>
            </a:pPr>
            <a:r>
              <a:rPr sz="1275" b="1">
                <a:solidFill>
                  <a:srgbClr val="38D6C4"/>
                </a:solidFill>
              </a:rPr>
              <a:t>지구력 +1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C7C80DAA-5551-4AC4-A01A-933A060772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5848350"/>
            <a:ext cx="7048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75" b="0">
                <a:solidFill>
                  <a:srgbClr val="A2AFAC"/>
                </a:solidFill>
              </a:defRPr>
            </a:defPPr>
            <a:lvl1pPr algn="l">
              <a:defRPr sz="1275" b="0">
                <a:solidFill>
                  <a:srgbClr val="A2AFAC"/>
                </a:solidFill>
              </a:defRPr>
            </a:lvl1pPr>
            <a:lvl2pPr algn="l">
              <a:defRPr sz="1275" b="0">
                <a:solidFill>
                  <a:srgbClr val="A2AFAC"/>
                </a:solidFill>
              </a:defRPr>
            </a:lvl2pPr>
            <a:lvl3pPr algn="l">
              <a:defRPr sz="1275" b="0">
                <a:solidFill>
                  <a:srgbClr val="A2AFAC"/>
                </a:solidFill>
              </a:defRPr>
            </a:lvl3pPr>
            <a:lvl4pPr algn="l">
              <a:defRPr sz="1275" b="0">
                <a:solidFill>
                  <a:srgbClr val="A2AFAC"/>
                </a:solidFill>
              </a:defRPr>
            </a:lvl4pPr>
            <a:lvl5pPr algn="l">
              <a:defRPr sz="1275" b="0">
                <a:solidFill>
                  <a:srgbClr val="A2AFAC"/>
                </a:solidFill>
              </a:defRPr>
            </a:lvl5pPr>
            <a:lvl6pPr algn="l">
              <a:defRPr sz="1275" b="0">
                <a:solidFill>
                  <a:srgbClr val="A2AFAC"/>
                </a:solidFill>
              </a:defRPr>
            </a:lvl6pPr>
            <a:lvl7pPr algn="l">
              <a:defRPr sz="1275" b="0">
                <a:solidFill>
                  <a:srgbClr val="A2AFAC"/>
                </a:solidFill>
              </a:defRPr>
            </a:lvl7pPr>
            <a:lvl8pPr algn="l">
              <a:defRPr sz="1275" b="0">
                <a:solidFill>
                  <a:srgbClr val="A2AFAC"/>
                </a:solidFill>
              </a:defRPr>
            </a:lvl8pPr>
            <a:lvl9pPr algn="l">
              <a:defRPr sz="1275" b="0">
                <a:solidFill>
                  <a:srgbClr val="A2AFAC"/>
                </a:solidFill>
              </a:defRPr>
            </a:lvl9pPr>
          </a:lstStyle>
          <a:p xmlns:a="http://schemas.openxmlformats.org/drawingml/2006/main">
            <a:pPr algn="l">
              <a:defRPr sz="1275" b="0">
                <a:solidFill>
                  <a:srgbClr val="A2AFAC"/>
                </a:solidFill>
              </a:defRPr>
            </a:pPr>
            <a:r>
              <a:rPr sz="1275" b="0">
                <a:solidFill>
                  <a:srgbClr val="A2AFAC"/>
                </a:solidFill>
              </a:rPr>
              <a:t>합의한 방침을 끝까지 지킨다</a:t>
            </a:r>
          </a:p>
        </p:txBody>
      </p:sp>
    </p:spTree>
    <p:extLst>
      <p:ext uri="{BB962C8B-B14F-4D97-AF65-F5344CB8AC3E}">
        <p14:creationId xmlns:p14="http://schemas.microsoft.com/office/powerpoint/2010/main" val="317178627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0A0E0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D4F3604C-3A8D-46BC-936D-231440FC45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333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D6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E3CD758-817B-4ECF-B07B-741776C77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8575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900" b="1">
                <a:solidFill>
                  <a:srgbClr val="38D6C4"/>
                </a:solidFill>
              </a:defRPr>
            </a:defPPr>
            <a:lvl1pPr algn="l">
              <a:defRPr sz="900" b="1">
                <a:solidFill>
                  <a:srgbClr val="38D6C4"/>
                </a:solidFill>
              </a:defRPr>
            </a:lvl1pPr>
            <a:lvl2pPr algn="l">
              <a:defRPr sz="900" b="1">
                <a:solidFill>
                  <a:srgbClr val="38D6C4"/>
                </a:solidFill>
              </a:defRPr>
            </a:lvl2pPr>
            <a:lvl3pPr algn="l">
              <a:defRPr sz="900" b="1">
                <a:solidFill>
                  <a:srgbClr val="38D6C4"/>
                </a:solidFill>
              </a:defRPr>
            </a:lvl3pPr>
            <a:lvl4pPr algn="l">
              <a:defRPr sz="900" b="1">
                <a:solidFill>
                  <a:srgbClr val="38D6C4"/>
                </a:solidFill>
              </a:defRPr>
            </a:lvl4pPr>
            <a:lvl5pPr algn="l">
              <a:defRPr sz="900" b="1">
                <a:solidFill>
                  <a:srgbClr val="38D6C4"/>
                </a:solidFill>
              </a:defRPr>
            </a:lvl5pPr>
            <a:lvl6pPr algn="l">
              <a:defRPr sz="900" b="1">
                <a:solidFill>
                  <a:srgbClr val="38D6C4"/>
                </a:solidFill>
              </a:defRPr>
            </a:lvl6pPr>
            <a:lvl7pPr algn="l">
              <a:defRPr sz="900" b="1">
                <a:solidFill>
                  <a:srgbClr val="38D6C4"/>
                </a:solidFill>
              </a:defRPr>
            </a:lvl7pPr>
            <a:lvl8pPr algn="l">
              <a:defRPr sz="900" b="1">
                <a:solidFill>
                  <a:srgbClr val="38D6C4"/>
                </a:solidFill>
              </a:defRPr>
            </a:lvl8pPr>
            <a:lvl9pPr algn="l">
              <a:defRPr sz="900" b="1">
                <a:solidFill>
                  <a:srgbClr val="38D6C4"/>
                </a:solidFill>
              </a:defRPr>
            </a:lvl9pPr>
          </a:lstStyle>
          <a:p xmlns:a="http://schemas.openxmlformats.org/drawingml/2006/main">
            <a:pPr algn="l">
              <a:defRPr sz="900" b="1">
                <a:solidFill>
                  <a:srgbClr val="38D6C4"/>
                </a:solidFill>
              </a:defRPr>
            </a:pPr>
            <a:r>
              <a:rPr sz="900" b="1">
                <a:solidFill>
                  <a:srgbClr val="38D6C4"/>
                </a:solidFill>
              </a:rPr>
              <a:t>PERSONALITY KEYWORDS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CB77822-EEE3-4E9A-A759-08F98317D0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71500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550" b="1">
                <a:solidFill>
                  <a:srgbClr val="F2F5F4"/>
                </a:solidFill>
              </a:defRPr>
            </a:defPPr>
            <a:lvl1pPr algn="l">
              <a:defRPr sz="2550" b="1">
                <a:solidFill>
                  <a:srgbClr val="F2F5F4"/>
                </a:solidFill>
              </a:defRPr>
            </a:lvl1pPr>
            <a:lvl2pPr algn="l">
              <a:defRPr sz="2550" b="1">
                <a:solidFill>
                  <a:srgbClr val="F2F5F4"/>
                </a:solidFill>
              </a:defRPr>
            </a:lvl2pPr>
            <a:lvl3pPr algn="l">
              <a:defRPr sz="2550" b="1">
                <a:solidFill>
                  <a:srgbClr val="F2F5F4"/>
                </a:solidFill>
              </a:defRPr>
            </a:lvl3pPr>
            <a:lvl4pPr algn="l">
              <a:defRPr sz="2550" b="1">
                <a:solidFill>
                  <a:srgbClr val="F2F5F4"/>
                </a:solidFill>
              </a:defRPr>
            </a:lvl4pPr>
            <a:lvl5pPr algn="l">
              <a:defRPr sz="2550" b="1">
                <a:solidFill>
                  <a:srgbClr val="F2F5F4"/>
                </a:solidFill>
              </a:defRPr>
            </a:lvl5pPr>
            <a:lvl6pPr algn="l">
              <a:defRPr sz="2550" b="1">
                <a:solidFill>
                  <a:srgbClr val="F2F5F4"/>
                </a:solidFill>
              </a:defRPr>
            </a:lvl6pPr>
            <a:lvl7pPr algn="l">
              <a:defRPr sz="2550" b="1">
                <a:solidFill>
                  <a:srgbClr val="F2F5F4"/>
                </a:solidFill>
              </a:defRPr>
            </a:lvl7pPr>
            <a:lvl8pPr algn="l">
              <a:defRPr sz="2550" b="1">
                <a:solidFill>
                  <a:srgbClr val="F2F5F4"/>
                </a:solidFill>
              </a:defRPr>
            </a:lvl8pPr>
            <a:lvl9pPr algn="l">
              <a:defRPr sz="2550" b="1">
                <a:solidFill>
                  <a:srgbClr val="F2F5F4"/>
                </a:solidFill>
              </a:defRPr>
            </a:lvl9pPr>
          </a:lstStyle>
          <a:p xmlns:a="http://schemas.openxmlformats.org/drawingml/2006/main">
            <a:pPr algn="l">
              <a:defRPr sz="2550" b="1">
                <a:solidFill>
                  <a:srgbClr val="F2F5F4"/>
                </a:solidFill>
              </a:defRPr>
            </a:pPr>
            <a:r>
              <a:rPr sz="2550" b="1">
                <a:solidFill>
                  <a:srgbClr val="F2F5F4"/>
                </a:solidFill>
              </a:rPr>
              <a:t>성격 키워드 3/3 · 욕망과 독립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EFCBD8D-2C2E-40BE-9A27-89FCF14464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200150"/>
            <a:ext cx="11201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383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EEA785C-7856-4C24-B672-723CB3B41B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28575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900" b="1">
                <a:solidFill>
                  <a:srgbClr val="A2AFAC"/>
                </a:solidFill>
              </a:defRPr>
            </a:defPPr>
            <a:lvl1pPr algn="r">
              <a:defRPr sz="900" b="1">
                <a:solidFill>
                  <a:srgbClr val="A2AFAC"/>
                </a:solidFill>
              </a:defRPr>
            </a:lvl1pPr>
            <a:lvl2pPr algn="r">
              <a:defRPr sz="900" b="1">
                <a:solidFill>
                  <a:srgbClr val="A2AFAC"/>
                </a:solidFill>
              </a:defRPr>
            </a:lvl2pPr>
            <a:lvl3pPr algn="r">
              <a:defRPr sz="900" b="1">
                <a:solidFill>
                  <a:srgbClr val="A2AFAC"/>
                </a:solidFill>
              </a:defRPr>
            </a:lvl3pPr>
            <a:lvl4pPr algn="r">
              <a:defRPr sz="900" b="1">
                <a:solidFill>
                  <a:srgbClr val="A2AFAC"/>
                </a:solidFill>
              </a:defRPr>
            </a:lvl4pPr>
            <a:lvl5pPr algn="r">
              <a:defRPr sz="900" b="1">
                <a:solidFill>
                  <a:srgbClr val="A2AFAC"/>
                </a:solidFill>
              </a:defRPr>
            </a:lvl5pPr>
            <a:lvl6pPr algn="r">
              <a:defRPr sz="900" b="1">
                <a:solidFill>
                  <a:srgbClr val="A2AFAC"/>
                </a:solidFill>
              </a:defRPr>
            </a:lvl6pPr>
            <a:lvl7pPr algn="r">
              <a:defRPr sz="900" b="1">
                <a:solidFill>
                  <a:srgbClr val="A2AFAC"/>
                </a:solidFill>
              </a:defRPr>
            </a:lvl7pPr>
            <a:lvl8pPr algn="r">
              <a:defRPr sz="900" b="1">
                <a:solidFill>
                  <a:srgbClr val="A2AFAC"/>
                </a:solidFill>
              </a:defRPr>
            </a:lvl8pPr>
            <a:lvl9pPr algn="r">
              <a:defRPr sz="900" b="1">
                <a:solidFill>
                  <a:srgbClr val="A2AFAC"/>
                </a:solidFill>
              </a:defRPr>
            </a:lvl9pPr>
          </a:lstStyle>
          <a:p xmlns:a="http://schemas.openxmlformats.org/drawingml/2006/main">
            <a:pPr algn="r">
              <a:defRPr sz="900" b="1">
                <a:solidFill>
                  <a:srgbClr val="A2AFAC"/>
                </a:solidFill>
              </a:defRPr>
            </a:pPr>
            <a:r>
              <a:rPr sz="900" b="1">
                <a:solidFill>
                  <a:srgbClr val="A2AFAC"/>
                </a:solidFill>
              </a:rPr>
              <a:t>11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3D363D6-70E6-44F1-8F76-5538BECF68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47800"/>
            <a:ext cx="2000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425" b="1">
                <a:solidFill>
                  <a:srgbClr val="F2F5F4"/>
                </a:solidFill>
              </a:defRPr>
            </a:defPPr>
            <a:lvl1pPr algn="l">
              <a:defRPr sz="1425" b="1">
                <a:solidFill>
                  <a:srgbClr val="F2F5F4"/>
                </a:solidFill>
              </a:defRPr>
            </a:lvl1pPr>
            <a:lvl2pPr algn="l">
              <a:defRPr sz="1425" b="1">
                <a:solidFill>
                  <a:srgbClr val="F2F5F4"/>
                </a:solidFill>
              </a:defRPr>
            </a:lvl2pPr>
            <a:lvl3pPr algn="l">
              <a:defRPr sz="1425" b="1">
                <a:solidFill>
                  <a:srgbClr val="F2F5F4"/>
                </a:solidFill>
              </a:defRPr>
            </a:lvl3pPr>
            <a:lvl4pPr algn="l">
              <a:defRPr sz="1425" b="1">
                <a:solidFill>
                  <a:srgbClr val="F2F5F4"/>
                </a:solidFill>
              </a:defRPr>
            </a:lvl4pPr>
            <a:lvl5pPr algn="l">
              <a:defRPr sz="1425" b="1">
                <a:solidFill>
                  <a:srgbClr val="F2F5F4"/>
                </a:solidFill>
              </a:defRPr>
            </a:lvl5pPr>
            <a:lvl6pPr algn="l">
              <a:defRPr sz="1425" b="1">
                <a:solidFill>
                  <a:srgbClr val="F2F5F4"/>
                </a:solidFill>
              </a:defRPr>
            </a:lvl6pPr>
            <a:lvl7pPr algn="l">
              <a:defRPr sz="1425" b="1">
                <a:solidFill>
                  <a:srgbClr val="F2F5F4"/>
                </a:solidFill>
              </a:defRPr>
            </a:lvl7pPr>
            <a:lvl8pPr algn="l">
              <a:defRPr sz="1425" b="1">
                <a:solidFill>
                  <a:srgbClr val="F2F5F4"/>
                </a:solidFill>
              </a:defRPr>
            </a:lvl8pPr>
            <a:lvl9pPr algn="l">
              <a:defRPr sz="1425" b="1">
                <a:solidFill>
                  <a:srgbClr val="F2F5F4"/>
                </a:solidFill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F2F5F4"/>
                </a:solidFill>
              </a:defRPr>
            </a:pPr>
            <a:r>
              <a:rPr sz="1425" b="1">
                <a:solidFill>
                  <a:srgbClr val="F2F5F4"/>
                </a:solidFill>
              </a:rPr>
              <a:t>야심찬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94E3288-BEE9-43F0-B124-24355406C6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1447800"/>
            <a:ext cx="1619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75" b="1">
                <a:solidFill>
                  <a:srgbClr val="38D6C4"/>
                </a:solidFill>
              </a:defRPr>
            </a:defPPr>
            <a:lvl1pPr algn="l">
              <a:defRPr sz="1275" b="1">
                <a:solidFill>
                  <a:srgbClr val="38D6C4"/>
                </a:solidFill>
              </a:defRPr>
            </a:lvl1pPr>
            <a:lvl2pPr algn="l">
              <a:defRPr sz="1275" b="1">
                <a:solidFill>
                  <a:srgbClr val="38D6C4"/>
                </a:solidFill>
              </a:defRPr>
            </a:lvl2pPr>
            <a:lvl3pPr algn="l">
              <a:defRPr sz="1275" b="1">
                <a:solidFill>
                  <a:srgbClr val="38D6C4"/>
                </a:solidFill>
              </a:defRPr>
            </a:lvl3pPr>
            <a:lvl4pPr algn="l">
              <a:defRPr sz="1275" b="1">
                <a:solidFill>
                  <a:srgbClr val="38D6C4"/>
                </a:solidFill>
              </a:defRPr>
            </a:lvl4pPr>
            <a:lvl5pPr algn="l">
              <a:defRPr sz="1275" b="1">
                <a:solidFill>
                  <a:srgbClr val="38D6C4"/>
                </a:solidFill>
              </a:defRPr>
            </a:lvl5pPr>
            <a:lvl6pPr algn="l">
              <a:defRPr sz="1275" b="1">
                <a:solidFill>
                  <a:srgbClr val="38D6C4"/>
                </a:solidFill>
              </a:defRPr>
            </a:lvl6pPr>
            <a:lvl7pPr algn="l">
              <a:defRPr sz="1275" b="1">
                <a:solidFill>
                  <a:srgbClr val="38D6C4"/>
                </a:solidFill>
              </a:defRPr>
            </a:lvl7pPr>
            <a:lvl8pPr algn="l">
              <a:defRPr sz="1275" b="1">
                <a:solidFill>
                  <a:srgbClr val="38D6C4"/>
                </a:solidFill>
              </a:defRPr>
            </a:lvl8pPr>
            <a:lvl9pPr algn="l">
              <a:defRPr sz="1275" b="1">
                <a:solidFill>
                  <a:srgbClr val="38D6C4"/>
                </a:solidFill>
              </a:defRPr>
            </a:lvl9pPr>
          </a:lstStyle>
          <a:p xmlns:a="http://schemas.openxmlformats.org/drawingml/2006/main">
            <a:pPr algn="l">
              <a:defRPr sz="1275" b="1">
                <a:solidFill>
                  <a:srgbClr val="38D6C4"/>
                </a:solidFill>
              </a:defRPr>
            </a:pPr>
            <a:r>
              <a:rPr sz="1275" b="1">
                <a:solidFill>
                  <a:srgbClr val="38D6C4"/>
                </a:solidFill>
              </a:rPr>
              <a:t>용기 +1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2CB9FF6-E501-4BAC-8A07-28678ECAC2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1447800"/>
            <a:ext cx="7048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75" b="0">
                <a:solidFill>
                  <a:srgbClr val="A2AFAC"/>
                </a:solidFill>
              </a:defRPr>
            </a:defPPr>
            <a:lvl1pPr algn="l">
              <a:defRPr sz="1275" b="0">
                <a:solidFill>
                  <a:srgbClr val="A2AFAC"/>
                </a:solidFill>
              </a:defRPr>
            </a:lvl1pPr>
            <a:lvl2pPr algn="l">
              <a:defRPr sz="1275" b="0">
                <a:solidFill>
                  <a:srgbClr val="A2AFAC"/>
                </a:solidFill>
              </a:defRPr>
            </a:lvl2pPr>
            <a:lvl3pPr algn="l">
              <a:defRPr sz="1275" b="0">
                <a:solidFill>
                  <a:srgbClr val="A2AFAC"/>
                </a:solidFill>
              </a:defRPr>
            </a:lvl3pPr>
            <a:lvl4pPr algn="l">
              <a:defRPr sz="1275" b="0">
                <a:solidFill>
                  <a:srgbClr val="A2AFAC"/>
                </a:solidFill>
              </a:defRPr>
            </a:lvl4pPr>
            <a:lvl5pPr algn="l">
              <a:defRPr sz="1275" b="0">
                <a:solidFill>
                  <a:srgbClr val="A2AFAC"/>
                </a:solidFill>
              </a:defRPr>
            </a:lvl5pPr>
            <a:lvl6pPr algn="l">
              <a:defRPr sz="1275" b="0">
                <a:solidFill>
                  <a:srgbClr val="A2AFAC"/>
                </a:solidFill>
              </a:defRPr>
            </a:lvl6pPr>
            <a:lvl7pPr algn="l">
              <a:defRPr sz="1275" b="0">
                <a:solidFill>
                  <a:srgbClr val="A2AFAC"/>
                </a:solidFill>
              </a:defRPr>
            </a:lvl7pPr>
            <a:lvl8pPr algn="l">
              <a:defRPr sz="1275" b="0">
                <a:solidFill>
                  <a:srgbClr val="A2AFAC"/>
                </a:solidFill>
              </a:defRPr>
            </a:lvl8pPr>
            <a:lvl9pPr algn="l">
              <a:defRPr sz="1275" b="0">
                <a:solidFill>
                  <a:srgbClr val="A2AFAC"/>
                </a:solidFill>
              </a:defRPr>
            </a:lvl9pPr>
          </a:lstStyle>
          <a:p xmlns:a="http://schemas.openxmlformats.org/drawingml/2006/main">
            <a:pPr algn="l">
              <a:defRPr sz="1275" b="0">
                <a:solidFill>
                  <a:srgbClr val="A2AFAC"/>
                </a:solidFill>
              </a:defRPr>
            </a:pPr>
            <a:r>
              <a:rPr sz="1275" b="0">
                <a:solidFill>
                  <a:srgbClr val="A2AFAC"/>
                </a:solidFill>
              </a:rPr>
              <a:t>높은 성과와 깊은 단계 진입을 원한다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3B6B91F-4FC0-4673-8205-3BCE08AB10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809750"/>
            <a:ext cx="11201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383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F522FCC-5C01-4804-BEC4-0BC2A3B85A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828800"/>
            <a:ext cx="2000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425" b="1">
                <a:solidFill>
                  <a:srgbClr val="F2F5F4"/>
                </a:solidFill>
              </a:defRPr>
            </a:defPPr>
            <a:lvl1pPr algn="l">
              <a:defRPr sz="1425" b="1">
                <a:solidFill>
                  <a:srgbClr val="F2F5F4"/>
                </a:solidFill>
              </a:defRPr>
            </a:lvl1pPr>
            <a:lvl2pPr algn="l">
              <a:defRPr sz="1425" b="1">
                <a:solidFill>
                  <a:srgbClr val="F2F5F4"/>
                </a:solidFill>
              </a:defRPr>
            </a:lvl2pPr>
            <a:lvl3pPr algn="l">
              <a:defRPr sz="1425" b="1">
                <a:solidFill>
                  <a:srgbClr val="F2F5F4"/>
                </a:solidFill>
              </a:defRPr>
            </a:lvl3pPr>
            <a:lvl4pPr algn="l">
              <a:defRPr sz="1425" b="1">
                <a:solidFill>
                  <a:srgbClr val="F2F5F4"/>
                </a:solidFill>
              </a:defRPr>
            </a:lvl4pPr>
            <a:lvl5pPr algn="l">
              <a:defRPr sz="1425" b="1">
                <a:solidFill>
                  <a:srgbClr val="F2F5F4"/>
                </a:solidFill>
              </a:defRPr>
            </a:lvl5pPr>
            <a:lvl6pPr algn="l">
              <a:defRPr sz="1425" b="1">
                <a:solidFill>
                  <a:srgbClr val="F2F5F4"/>
                </a:solidFill>
              </a:defRPr>
            </a:lvl6pPr>
            <a:lvl7pPr algn="l">
              <a:defRPr sz="1425" b="1">
                <a:solidFill>
                  <a:srgbClr val="F2F5F4"/>
                </a:solidFill>
              </a:defRPr>
            </a:lvl7pPr>
            <a:lvl8pPr algn="l">
              <a:defRPr sz="1425" b="1">
                <a:solidFill>
                  <a:srgbClr val="F2F5F4"/>
                </a:solidFill>
              </a:defRPr>
            </a:lvl8pPr>
            <a:lvl9pPr algn="l">
              <a:defRPr sz="1425" b="1">
                <a:solidFill>
                  <a:srgbClr val="F2F5F4"/>
                </a:solidFill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F2F5F4"/>
                </a:solidFill>
              </a:defRPr>
            </a:pPr>
            <a:r>
              <a:rPr sz="1425" b="1">
                <a:solidFill>
                  <a:srgbClr val="F2F5F4"/>
                </a:solidFill>
              </a:rPr>
              <a:t>경쟁적인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BD37F50-774D-47AB-90D3-38A4BCF9CA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1828800"/>
            <a:ext cx="1619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75" b="1">
                <a:solidFill>
                  <a:srgbClr val="38D6C4"/>
                </a:solidFill>
              </a:defRPr>
            </a:defPPr>
            <a:lvl1pPr algn="l">
              <a:defRPr sz="1275" b="1">
                <a:solidFill>
                  <a:srgbClr val="38D6C4"/>
                </a:solidFill>
              </a:defRPr>
            </a:lvl1pPr>
            <a:lvl2pPr algn="l">
              <a:defRPr sz="1275" b="1">
                <a:solidFill>
                  <a:srgbClr val="38D6C4"/>
                </a:solidFill>
              </a:defRPr>
            </a:lvl2pPr>
            <a:lvl3pPr algn="l">
              <a:defRPr sz="1275" b="1">
                <a:solidFill>
                  <a:srgbClr val="38D6C4"/>
                </a:solidFill>
              </a:defRPr>
            </a:lvl3pPr>
            <a:lvl4pPr algn="l">
              <a:defRPr sz="1275" b="1">
                <a:solidFill>
                  <a:srgbClr val="38D6C4"/>
                </a:solidFill>
              </a:defRPr>
            </a:lvl4pPr>
            <a:lvl5pPr algn="l">
              <a:defRPr sz="1275" b="1">
                <a:solidFill>
                  <a:srgbClr val="38D6C4"/>
                </a:solidFill>
              </a:defRPr>
            </a:lvl5pPr>
            <a:lvl6pPr algn="l">
              <a:defRPr sz="1275" b="1">
                <a:solidFill>
                  <a:srgbClr val="38D6C4"/>
                </a:solidFill>
              </a:defRPr>
            </a:lvl6pPr>
            <a:lvl7pPr algn="l">
              <a:defRPr sz="1275" b="1">
                <a:solidFill>
                  <a:srgbClr val="38D6C4"/>
                </a:solidFill>
              </a:defRPr>
            </a:lvl7pPr>
            <a:lvl8pPr algn="l">
              <a:defRPr sz="1275" b="1">
                <a:solidFill>
                  <a:srgbClr val="38D6C4"/>
                </a:solidFill>
              </a:defRPr>
            </a:lvl8pPr>
            <a:lvl9pPr algn="l">
              <a:defRPr sz="1275" b="1">
                <a:solidFill>
                  <a:srgbClr val="38D6C4"/>
                </a:solidFill>
              </a:defRPr>
            </a:lvl9pPr>
          </a:lstStyle>
          <a:p xmlns:a="http://schemas.openxmlformats.org/drawingml/2006/main">
            <a:pPr algn="l">
              <a:defRPr sz="1275" b="1">
                <a:solidFill>
                  <a:srgbClr val="38D6C4"/>
                </a:solidFill>
              </a:defRPr>
            </a:pPr>
            <a:r>
              <a:rPr sz="1275" b="1">
                <a:solidFill>
                  <a:srgbClr val="38D6C4"/>
                </a:solidFill>
              </a:rPr>
              <a:t>민첩성 +1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763AF52-AB16-450D-8C25-59292774E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1828800"/>
            <a:ext cx="7048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75" b="0">
                <a:solidFill>
                  <a:srgbClr val="A2AFAC"/>
                </a:solidFill>
              </a:defRPr>
            </a:defPPr>
            <a:lvl1pPr algn="l">
              <a:defRPr sz="1275" b="0">
                <a:solidFill>
                  <a:srgbClr val="A2AFAC"/>
                </a:solidFill>
              </a:defRPr>
            </a:lvl1pPr>
            <a:lvl2pPr algn="l">
              <a:defRPr sz="1275" b="0">
                <a:solidFill>
                  <a:srgbClr val="A2AFAC"/>
                </a:solidFill>
              </a:defRPr>
            </a:lvl2pPr>
            <a:lvl3pPr algn="l">
              <a:defRPr sz="1275" b="0">
                <a:solidFill>
                  <a:srgbClr val="A2AFAC"/>
                </a:solidFill>
              </a:defRPr>
            </a:lvl3pPr>
            <a:lvl4pPr algn="l">
              <a:defRPr sz="1275" b="0">
                <a:solidFill>
                  <a:srgbClr val="A2AFAC"/>
                </a:solidFill>
              </a:defRPr>
            </a:lvl4pPr>
            <a:lvl5pPr algn="l">
              <a:defRPr sz="1275" b="0">
                <a:solidFill>
                  <a:srgbClr val="A2AFAC"/>
                </a:solidFill>
              </a:defRPr>
            </a:lvl5pPr>
            <a:lvl6pPr algn="l">
              <a:defRPr sz="1275" b="0">
                <a:solidFill>
                  <a:srgbClr val="A2AFAC"/>
                </a:solidFill>
              </a:defRPr>
            </a:lvl6pPr>
            <a:lvl7pPr algn="l">
              <a:defRPr sz="1275" b="0">
                <a:solidFill>
                  <a:srgbClr val="A2AFAC"/>
                </a:solidFill>
              </a:defRPr>
            </a:lvl7pPr>
            <a:lvl8pPr algn="l">
              <a:defRPr sz="1275" b="0">
                <a:solidFill>
                  <a:srgbClr val="A2AFAC"/>
                </a:solidFill>
              </a:defRPr>
            </a:lvl8pPr>
            <a:lvl9pPr algn="l">
              <a:defRPr sz="1275" b="0">
                <a:solidFill>
                  <a:srgbClr val="A2AFAC"/>
                </a:solidFill>
              </a:defRPr>
            </a:lvl9pPr>
          </a:lstStyle>
          <a:p xmlns:a="http://schemas.openxmlformats.org/drawingml/2006/main">
            <a:pPr algn="l">
              <a:defRPr sz="1275" b="0">
                <a:solidFill>
                  <a:srgbClr val="A2AFAC"/>
                </a:solidFill>
              </a:defRPr>
            </a:pPr>
            <a:r>
              <a:rPr sz="1275" b="0">
                <a:solidFill>
                  <a:srgbClr val="A2AFAC"/>
                </a:solidFill>
              </a:rPr>
              <a:t>기여도와 전리품에서 앞서려 한다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60A325D-6CC8-4EBA-9DF1-E7036744A0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190750"/>
            <a:ext cx="11201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383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BBFFFA4-E6B4-4C0D-BDC7-AFBA1E4482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09800"/>
            <a:ext cx="2000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425" b="1">
                <a:solidFill>
                  <a:srgbClr val="F2F5F4"/>
                </a:solidFill>
              </a:defRPr>
            </a:defPPr>
            <a:lvl1pPr algn="l">
              <a:defRPr sz="1425" b="1">
                <a:solidFill>
                  <a:srgbClr val="F2F5F4"/>
                </a:solidFill>
              </a:defRPr>
            </a:lvl1pPr>
            <a:lvl2pPr algn="l">
              <a:defRPr sz="1425" b="1">
                <a:solidFill>
                  <a:srgbClr val="F2F5F4"/>
                </a:solidFill>
              </a:defRPr>
            </a:lvl2pPr>
            <a:lvl3pPr algn="l">
              <a:defRPr sz="1425" b="1">
                <a:solidFill>
                  <a:srgbClr val="F2F5F4"/>
                </a:solidFill>
              </a:defRPr>
            </a:lvl3pPr>
            <a:lvl4pPr algn="l">
              <a:defRPr sz="1425" b="1">
                <a:solidFill>
                  <a:srgbClr val="F2F5F4"/>
                </a:solidFill>
              </a:defRPr>
            </a:lvl4pPr>
            <a:lvl5pPr algn="l">
              <a:defRPr sz="1425" b="1">
                <a:solidFill>
                  <a:srgbClr val="F2F5F4"/>
                </a:solidFill>
              </a:defRPr>
            </a:lvl5pPr>
            <a:lvl6pPr algn="l">
              <a:defRPr sz="1425" b="1">
                <a:solidFill>
                  <a:srgbClr val="F2F5F4"/>
                </a:solidFill>
              </a:defRPr>
            </a:lvl6pPr>
            <a:lvl7pPr algn="l">
              <a:defRPr sz="1425" b="1">
                <a:solidFill>
                  <a:srgbClr val="F2F5F4"/>
                </a:solidFill>
              </a:defRPr>
            </a:lvl7pPr>
            <a:lvl8pPr algn="l">
              <a:defRPr sz="1425" b="1">
                <a:solidFill>
                  <a:srgbClr val="F2F5F4"/>
                </a:solidFill>
              </a:defRPr>
            </a:lvl8pPr>
            <a:lvl9pPr algn="l">
              <a:defRPr sz="1425" b="1">
                <a:solidFill>
                  <a:srgbClr val="F2F5F4"/>
                </a:solidFill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F2F5F4"/>
                </a:solidFill>
              </a:defRPr>
            </a:pPr>
            <a:r>
              <a:rPr sz="1425" b="1">
                <a:solidFill>
                  <a:srgbClr val="F2F5F4"/>
                </a:solidFill>
              </a:rPr>
              <a:t>직설적인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2FB696C-11ED-49FB-BBB2-1716268E80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2209800"/>
            <a:ext cx="1619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75" b="1">
                <a:solidFill>
                  <a:srgbClr val="38D6C4"/>
                </a:solidFill>
              </a:defRPr>
            </a:defPPr>
            <a:lvl1pPr algn="l">
              <a:defRPr sz="1275" b="1">
                <a:solidFill>
                  <a:srgbClr val="38D6C4"/>
                </a:solidFill>
              </a:defRPr>
            </a:lvl1pPr>
            <a:lvl2pPr algn="l">
              <a:defRPr sz="1275" b="1">
                <a:solidFill>
                  <a:srgbClr val="38D6C4"/>
                </a:solidFill>
              </a:defRPr>
            </a:lvl2pPr>
            <a:lvl3pPr algn="l">
              <a:defRPr sz="1275" b="1">
                <a:solidFill>
                  <a:srgbClr val="38D6C4"/>
                </a:solidFill>
              </a:defRPr>
            </a:lvl3pPr>
            <a:lvl4pPr algn="l">
              <a:defRPr sz="1275" b="1">
                <a:solidFill>
                  <a:srgbClr val="38D6C4"/>
                </a:solidFill>
              </a:defRPr>
            </a:lvl4pPr>
            <a:lvl5pPr algn="l">
              <a:defRPr sz="1275" b="1">
                <a:solidFill>
                  <a:srgbClr val="38D6C4"/>
                </a:solidFill>
              </a:defRPr>
            </a:lvl5pPr>
            <a:lvl6pPr algn="l">
              <a:defRPr sz="1275" b="1">
                <a:solidFill>
                  <a:srgbClr val="38D6C4"/>
                </a:solidFill>
              </a:defRPr>
            </a:lvl6pPr>
            <a:lvl7pPr algn="l">
              <a:defRPr sz="1275" b="1">
                <a:solidFill>
                  <a:srgbClr val="38D6C4"/>
                </a:solidFill>
              </a:defRPr>
            </a:lvl7pPr>
            <a:lvl8pPr algn="l">
              <a:defRPr sz="1275" b="1">
                <a:solidFill>
                  <a:srgbClr val="38D6C4"/>
                </a:solidFill>
              </a:defRPr>
            </a:lvl8pPr>
            <a:lvl9pPr algn="l">
              <a:defRPr sz="1275" b="1">
                <a:solidFill>
                  <a:srgbClr val="38D6C4"/>
                </a:solidFill>
              </a:defRPr>
            </a:lvl9pPr>
          </a:lstStyle>
          <a:p xmlns:a="http://schemas.openxmlformats.org/drawingml/2006/main">
            <a:pPr algn="l">
              <a:defRPr sz="1275" b="1">
                <a:solidFill>
                  <a:srgbClr val="38D6C4"/>
                </a:solidFill>
              </a:defRPr>
            </a:pPr>
            <a:r>
              <a:rPr sz="1275" b="1">
                <a:solidFill>
                  <a:srgbClr val="38D6C4"/>
                </a:solidFill>
              </a:rPr>
              <a:t>근력 +1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0BE4416-32D0-4D7F-BB26-47841EA805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209800"/>
            <a:ext cx="7048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75" b="0">
                <a:solidFill>
                  <a:srgbClr val="A2AFAC"/>
                </a:solidFill>
              </a:defRPr>
            </a:defPPr>
            <a:lvl1pPr algn="l">
              <a:defRPr sz="1275" b="0">
                <a:solidFill>
                  <a:srgbClr val="A2AFAC"/>
                </a:solidFill>
              </a:defRPr>
            </a:lvl1pPr>
            <a:lvl2pPr algn="l">
              <a:defRPr sz="1275" b="0">
                <a:solidFill>
                  <a:srgbClr val="A2AFAC"/>
                </a:solidFill>
              </a:defRPr>
            </a:lvl2pPr>
            <a:lvl3pPr algn="l">
              <a:defRPr sz="1275" b="0">
                <a:solidFill>
                  <a:srgbClr val="A2AFAC"/>
                </a:solidFill>
              </a:defRPr>
            </a:lvl3pPr>
            <a:lvl4pPr algn="l">
              <a:defRPr sz="1275" b="0">
                <a:solidFill>
                  <a:srgbClr val="A2AFAC"/>
                </a:solidFill>
              </a:defRPr>
            </a:lvl4pPr>
            <a:lvl5pPr algn="l">
              <a:defRPr sz="1275" b="0">
                <a:solidFill>
                  <a:srgbClr val="A2AFAC"/>
                </a:solidFill>
              </a:defRPr>
            </a:lvl5pPr>
            <a:lvl6pPr algn="l">
              <a:defRPr sz="1275" b="0">
                <a:solidFill>
                  <a:srgbClr val="A2AFAC"/>
                </a:solidFill>
              </a:defRPr>
            </a:lvl6pPr>
            <a:lvl7pPr algn="l">
              <a:defRPr sz="1275" b="0">
                <a:solidFill>
                  <a:srgbClr val="A2AFAC"/>
                </a:solidFill>
              </a:defRPr>
            </a:lvl7pPr>
            <a:lvl8pPr algn="l">
              <a:defRPr sz="1275" b="0">
                <a:solidFill>
                  <a:srgbClr val="A2AFAC"/>
                </a:solidFill>
              </a:defRPr>
            </a:lvl8pPr>
            <a:lvl9pPr algn="l">
              <a:defRPr sz="1275" b="0">
                <a:solidFill>
                  <a:srgbClr val="A2AFAC"/>
                </a:solidFill>
              </a:defRPr>
            </a:lvl9pPr>
          </a:lstStyle>
          <a:p xmlns:a="http://schemas.openxmlformats.org/drawingml/2006/main">
            <a:pPr algn="l">
              <a:defRPr sz="1275" b="0">
                <a:solidFill>
                  <a:srgbClr val="A2AFAC"/>
                </a:solidFill>
              </a:defRPr>
            </a:pPr>
            <a:r>
              <a:rPr sz="1275" b="0">
                <a:solidFill>
                  <a:srgbClr val="A2AFAC"/>
                </a:solidFill>
              </a:rPr>
              <a:t>의심과 반대를 숨기지 않고 말한다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78657CC-971B-49F9-8A70-D1FA26B001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571750"/>
            <a:ext cx="11201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383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E833FD2-6554-4C3B-9844-7782B24F14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90800"/>
            <a:ext cx="2000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425" b="1">
                <a:solidFill>
                  <a:srgbClr val="F2F5F4"/>
                </a:solidFill>
              </a:defRPr>
            </a:defPPr>
            <a:lvl1pPr algn="l">
              <a:defRPr sz="1425" b="1">
                <a:solidFill>
                  <a:srgbClr val="F2F5F4"/>
                </a:solidFill>
              </a:defRPr>
            </a:lvl1pPr>
            <a:lvl2pPr algn="l">
              <a:defRPr sz="1425" b="1">
                <a:solidFill>
                  <a:srgbClr val="F2F5F4"/>
                </a:solidFill>
              </a:defRPr>
            </a:lvl2pPr>
            <a:lvl3pPr algn="l">
              <a:defRPr sz="1425" b="1">
                <a:solidFill>
                  <a:srgbClr val="F2F5F4"/>
                </a:solidFill>
              </a:defRPr>
            </a:lvl3pPr>
            <a:lvl4pPr algn="l">
              <a:defRPr sz="1425" b="1">
                <a:solidFill>
                  <a:srgbClr val="F2F5F4"/>
                </a:solidFill>
              </a:defRPr>
            </a:lvl4pPr>
            <a:lvl5pPr algn="l">
              <a:defRPr sz="1425" b="1">
                <a:solidFill>
                  <a:srgbClr val="F2F5F4"/>
                </a:solidFill>
              </a:defRPr>
            </a:lvl5pPr>
            <a:lvl6pPr algn="l">
              <a:defRPr sz="1425" b="1">
                <a:solidFill>
                  <a:srgbClr val="F2F5F4"/>
                </a:solidFill>
              </a:defRPr>
            </a:lvl6pPr>
            <a:lvl7pPr algn="l">
              <a:defRPr sz="1425" b="1">
                <a:solidFill>
                  <a:srgbClr val="F2F5F4"/>
                </a:solidFill>
              </a:defRPr>
            </a:lvl7pPr>
            <a:lvl8pPr algn="l">
              <a:defRPr sz="1425" b="1">
                <a:solidFill>
                  <a:srgbClr val="F2F5F4"/>
                </a:solidFill>
              </a:defRPr>
            </a:lvl8pPr>
            <a:lvl9pPr algn="l">
              <a:defRPr sz="1425" b="1">
                <a:solidFill>
                  <a:srgbClr val="F2F5F4"/>
                </a:solidFill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F2F5F4"/>
                </a:solidFill>
              </a:defRPr>
            </a:pPr>
            <a:r>
              <a:rPr sz="1425" b="1">
                <a:solidFill>
                  <a:srgbClr val="F2F5F4"/>
                </a:solidFill>
              </a:rPr>
              <a:t>충동적인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F80D2CB-DB8D-4C59-8FDA-557C878224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2590800"/>
            <a:ext cx="1619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75" b="1">
                <a:solidFill>
                  <a:srgbClr val="38D6C4"/>
                </a:solidFill>
              </a:defRPr>
            </a:defPPr>
            <a:lvl1pPr algn="l">
              <a:defRPr sz="1275" b="1">
                <a:solidFill>
                  <a:srgbClr val="38D6C4"/>
                </a:solidFill>
              </a:defRPr>
            </a:lvl1pPr>
            <a:lvl2pPr algn="l">
              <a:defRPr sz="1275" b="1">
                <a:solidFill>
                  <a:srgbClr val="38D6C4"/>
                </a:solidFill>
              </a:defRPr>
            </a:lvl2pPr>
            <a:lvl3pPr algn="l">
              <a:defRPr sz="1275" b="1">
                <a:solidFill>
                  <a:srgbClr val="38D6C4"/>
                </a:solidFill>
              </a:defRPr>
            </a:lvl3pPr>
            <a:lvl4pPr algn="l">
              <a:defRPr sz="1275" b="1">
                <a:solidFill>
                  <a:srgbClr val="38D6C4"/>
                </a:solidFill>
              </a:defRPr>
            </a:lvl4pPr>
            <a:lvl5pPr algn="l">
              <a:defRPr sz="1275" b="1">
                <a:solidFill>
                  <a:srgbClr val="38D6C4"/>
                </a:solidFill>
              </a:defRPr>
            </a:lvl5pPr>
            <a:lvl6pPr algn="l">
              <a:defRPr sz="1275" b="1">
                <a:solidFill>
                  <a:srgbClr val="38D6C4"/>
                </a:solidFill>
              </a:defRPr>
            </a:lvl6pPr>
            <a:lvl7pPr algn="l">
              <a:defRPr sz="1275" b="1">
                <a:solidFill>
                  <a:srgbClr val="38D6C4"/>
                </a:solidFill>
              </a:defRPr>
            </a:lvl7pPr>
            <a:lvl8pPr algn="l">
              <a:defRPr sz="1275" b="1">
                <a:solidFill>
                  <a:srgbClr val="38D6C4"/>
                </a:solidFill>
              </a:defRPr>
            </a:lvl8pPr>
            <a:lvl9pPr algn="l">
              <a:defRPr sz="1275" b="1">
                <a:solidFill>
                  <a:srgbClr val="38D6C4"/>
                </a:solidFill>
              </a:defRPr>
            </a:lvl9pPr>
          </a:lstStyle>
          <a:p xmlns:a="http://schemas.openxmlformats.org/drawingml/2006/main">
            <a:pPr algn="l">
              <a:defRPr sz="1275" b="1">
                <a:solidFill>
                  <a:srgbClr val="38D6C4"/>
                </a:solidFill>
              </a:defRPr>
            </a:pPr>
            <a:r>
              <a:rPr sz="1275" b="1">
                <a:solidFill>
                  <a:srgbClr val="38D6C4"/>
                </a:solidFill>
              </a:rPr>
              <a:t>민첩성 +1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88D7FF0-AEFA-4F45-A248-5BB54EB9F2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590800"/>
            <a:ext cx="7048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75" b="0">
                <a:solidFill>
                  <a:srgbClr val="A2AFAC"/>
                </a:solidFill>
              </a:defRPr>
            </a:defPPr>
            <a:lvl1pPr algn="l">
              <a:defRPr sz="1275" b="0">
                <a:solidFill>
                  <a:srgbClr val="A2AFAC"/>
                </a:solidFill>
              </a:defRPr>
            </a:lvl1pPr>
            <a:lvl2pPr algn="l">
              <a:defRPr sz="1275" b="0">
                <a:solidFill>
                  <a:srgbClr val="A2AFAC"/>
                </a:solidFill>
              </a:defRPr>
            </a:lvl2pPr>
            <a:lvl3pPr algn="l">
              <a:defRPr sz="1275" b="0">
                <a:solidFill>
                  <a:srgbClr val="A2AFAC"/>
                </a:solidFill>
              </a:defRPr>
            </a:lvl3pPr>
            <a:lvl4pPr algn="l">
              <a:defRPr sz="1275" b="0">
                <a:solidFill>
                  <a:srgbClr val="A2AFAC"/>
                </a:solidFill>
              </a:defRPr>
            </a:lvl4pPr>
            <a:lvl5pPr algn="l">
              <a:defRPr sz="1275" b="0">
                <a:solidFill>
                  <a:srgbClr val="A2AFAC"/>
                </a:solidFill>
              </a:defRPr>
            </a:lvl5pPr>
            <a:lvl6pPr algn="l">
              <a:defRPr sz="1275" b="0">
                <a:solidFill>
                  <a:srgbClr val="A2AFAC"/>
                </a:solidFill>
              </a:defRPr>
            </a:lvl6pPr>
            <a:lvl7pPr algn="l">
              <a:defRPr sz="1275" b="0">
                <a:solidFill>
                  <a:srgbClr val="A2AFAC"/>
                </a:solidFill>
              </a:defRPr>
            </a:lvl7pPr>
            <a:lvl8pPr algn="l">
              <a:defRPr sz="1275" b="0">
                <a:solidFill>
                  <a:srgbClr val="A2AFAC"/>
                </a:solidFill>
              </a:defRPr>
            </a:lvl8pPr>
            <a:lvl9pPr algn="l">
              <a:defRPr sz="1275" b="0">
                <a:solidFill>
                  <a:srgbClr val="A2AFAC"/>
                </a:solidFill>
              </a:defRPr>
            </a:lvl9pPr>
          </a:lstStyle>
          <a:p xmlns:a="http://schemas.openxmlformats.org/drawingml/2006/main">
            <a:pPr algn="l">
              <a:defRPr sz="1275" b="0">
                <a:solidFill>
                  <a:srgbClr val="A2AFAC"/>
                </a:solidFill>
              </a:defRPr>
            </a:pPr>
            <a:r>
              <a:rPr sz="1275" b="0">
                <a:solidFill>
                  <a:srgbClr val="A2AFAC"/>
                </a:solidFill>
              </a:rPr>
              <a:t>확인보다 행동을 먼저 시작한다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A1A062F-4E60-4445-B986-1C2BD5FBD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952750"/>
            <a:ext cx="11201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383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40AD4E0-3BB0-4F1A-8CAB-D8A906277B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71800"/>
            <a:ext cx="2000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425" b="1">
                <a:solidFill>
                  <a:srgbClr val="F2F5F4"/>
                </a:solidFill>
              </a:defRPr>
            </a:defPPr>
            <a:lvl1pPr algn="l">
              <a:defRPr sz="1425" b="1">
                <a:solidFill>
                  <a:srgbClr val="F2F5F4"/>
                </a:solidFill>
              </a:defRPr>
            </a:lvl1pPr>
            <a:lvl2pPr algn="l">
              <a:defRPr sz="1425" b="1">
                <a:solidFill>
                  <a:srgbClr val="F2F5F4"/>
                </a:solidFill>
              </a:defRPr>
            </a:lvl2pPr>
            <a:lvl3pPr algn="l">
              <a:defRPr sz="1425" b="1">
                <a:solidFill>
                  <a:srgbClr val="F2F5F4"/>
                </a:solidFill>
              </a:defRPr>
            </a:lvl3pPr>
            <a:lvl4pPr algn="l">
              <a:defRPr sz="1425" b="1">
                <a:solidFill>
                  <a:srgbClr val="F2F5F4"/>
                </a:solidFill>
              </a:defRPr>
            </a:lvl4pPr>
            <a:lvl5pPr algn="l">
              <a:defRPr sz="1425" b="1">
                <a:solidFill>
                  <a:srgbClr val="F2F5F4"/>
                </a:solidFill>
              </a:defRPr>
            </a:lvl5pPr>
            <a:lvl6pPr algn="l">
              <a:defRPr sz="1425" b="1">
                <a:solidFill>
                  <a:srgbClr val="F2F5F4"/>
                </a:solidFill>
              </a:defRPr>
            </a:lvl6pPr>
            <a:lvl7pPr algn="l">
              <a:defRPr sz="1425" b="1">
                <a:solidFill>
                  <a:srgbClr val="F2F5F4"/>
                </a:solidFill>
              </a:defRPr>
            </a:lvl7pPr>
            <a:lvl8pPr algn="l">
              <a:defRPr sz="1425" b="1">
                <a:solidFill>
                  <a:srgbClr val="F2F5F4"/>
                </a:solidFill>
              </a:defRPr>
            </a:lvl8pPr>
            <a:lvl9pPr algn="l">
              <a:defRPr sz="1425" b="1">
                <a:solidFill>
                  <a:srgbClr val="F2F5F4"/>
                </a:solidFill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F2F5F4"/>
                </a:solidFill>
              </a:defRPr>
            </a:pPr>
            <a:r>
              <a:rPr sz="1425" b="1">
                <a:solidFill>
                  <a:srgbClr val="F2F5F4"/>
                </a:solidFill>
              </a:rPr>
              <a:t>집요한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B184D0A-4FA0-4919-A844-43A30A69C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2971800"/>
            <a:ext cx="1619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75" b="1">
                <a:solidFill>
                  <a:srgbClr val="38D6C4"/>
                </a:solidFill>
              </a:defRPr>
            </a:defPPr>
            <a:lvl1pPr algn="l">
              <a:defRPr sz="1275" b="1">
                <a:solidFill>
                  <a:srgbClr val="38D6C4"/>
                </a:solidFill>
              </a:defRPr>
            </a:lvl1pPr>
            <a:lvl2pPr algn="l">
              <a:defRPr sz="1275" b="1">
                <a:solidFill>
                  <a:srgbClr val="38D6C4"/>
                </a:solidFill>
              </a:defRPr>
            </a:lvl2pPr>
            <a:lvl3pPr algn="l">
              <a:defRPr sz="1275" b="1">
                <a:solidFill>
                  <a:srgbClr val="38D6C4"/>
                </a:solidFill>
              </a:defRPr>
            </a:lvl3pPr>
            <a:lvl4pPr algn="l">
              <a:defRPr sz="1275" b="1">
                <a:solidFill>
                  <a:srgbClr val="38D6C4"/>
                </a:solidFill>
              </a:defRPr>
            </a:lvl4pPr>
            <a:lvl5pPr algn="l">
              <a:defRPr sz="1275" b="1">
                <a:solidFill>
                  <a:srgbClr val="38D6C4"/>
                </a:solidFill>
              </a:defRPr>
            </a:lvl5pPr>
            <a:lvl6pPr algn="l">
              <a:defRPr sz="1275" b="1">
                <a:solidFill>
                  <a:srgbClr val="38D6C4"/>
                </a:solidFill>
              </a:defRPr>
            </a:lvl6pPr>
            <a:lvl7pPr algn="l">
              <a:defRPr sz="1275" b="1">
                <a:solidFill>
                  <a:srgbClr val="38D6C4"/>
                </a:solidFill>
              </a:defRPr>
            </a:lvl7pPr>
            <a:lvl8pPr algn="l">
              <a:defRPr sz="1275" b="1">
                <a:solidFill>
                  <a:srgbClr val="38D6C4"/>
                </a:solidFill>
              </a:defRPr>
            </a:lvl8pPr>
            <a:lvl9pPr algn="l">
              <a:defRPr sz="1275" b="1">
                <a:solidFill>
                  <a:srgbClr val="38D6C4"/>
                </a:solidFill>
              </a:defRPr>
            </a:lvl9pPr>
          </a:lstStyle>
          <a:p xmlns:a="http://schemas.openxmlformats.org/drawingml/2006/main">
            <a:pPr algn="l">
              <a:defRPr sz="1275" b="1">
                <a:solidFill>
                  <a:srgbClr val="38D6C4"/>
                </a:solidFill>
              </a:defRPr>
            </a:pPr>
            <a:r>
              <a:rPr sz="1275" b="1">
                <a:solidFill>
                  <a:srgbClr val="38D6C4"/>
                </a:solidFill>
              </a:rPr>
              <a:t>지구력 +1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F507C4E-B682-4343-9643-454780F300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971800"/>
            <a:ext cx="7048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75" b="0">
                <a:solidFill>
                  <a:srgbClr val="A2AFAC"/>
                </a:solidFill>
              </a:defRPr>
            </a:defPPr>
            <a:lvl1pPr algn="l">
              <a:defRPr sz="1275" b="0">
                <a:solidFill>
                  <a:srgbClr val="A2AFAC"/>
                </a:solidFill>
              </a:defRPr>
            </a:lvl1pPr>
            <a:lvl2pPr algn="l">
              <a:defRPr sz="1275" b="0">
                <a:solidFill>
                  <a:srgbClr val="A2AFAC"/>
                </a:solidFill>
              </a:defRPr>
            </a:lvl2pPr>
            <a:lvl3pPr algn="l">
              <a:defRPr sz="1275" b="0">
                <a:solidFill>
                  <a:srgbClr val="A2AFAC"/>
                </a:solidFill>
              </a:defRPr>
            </a:lvl3pPr>
            <a:lvl4pPr algn="l">
              <a:defRPr sz="1275" b="0">
                <a:solidFill>
                  <a:srgbClr val="A2AFAC"/>
                </a:solidFill>
              </a:defRPr>
            </a:lvl4pPr>
            <a:lvl5pPr algn="l">
              <a:defRPr sz="1275" b="0">
                <a:solidFill>
                  <a:srgbClr val="A2AFAC"/>
                </a:solidFill>
              </a:defRPr>
            </a:lvl5pPr>
            <a:lvl6pPr algn="l">
              <a:defRPr sz="1275" b="0">
                <a:solidFill>
                  <a:srgbClr val="A2AFAC"/>
                </a:solidFill>
              </a:defRPr>
            </a:lvl6pPr>
            <a:lvl7pPr algn="l">
              <a:defRPr sz="1275" b="0">
                <a:solidFill>
                  <a:srgbClr val="A2AFAC"/>
                </a:solidFill>
              </a:defRPr>
            </a:lvl7pPr>
            <a:lvl8pPr algn="l">
              <a:defRPr sz="1275" b="0">
                <a:solidFill>
                  <a:srgbClr val="A2AFAC"/>
                </a:solidFill>
              </a:defRPr>
            </a:lvl8pPr>
            <a:lvl9pPr algn="l">
              <a:defRPr sz="1275" b="0">
                <a:solidFill>
                  <a:srgbClr val="A2AFAC"/>
                </a:solidFill>
              </a:defRPr>
            </a:lvl9pPr>
          </a:lstStyle>
          <a:p xmlns:a="http://schemas.openxmlformats.org/drawingml/2006/main">
            <a:pPr algn="l">
              <a:defRPr sz="1275" b="0">
                <a:solidFill>
                  <a:srgbClr val="A2AFAC"/>
                </a:solidFill>
              </a:defRPr>
            </a:pPr>
            <a:r>
              <a:rPr sz="1275" b="0">
                <a:solidFill>
                  <a:srgbClr val="A2AFAC"/>
                </a:solidFill>
              </a:rPr>
              <a:t>실패한 시도를 다른 방식으로 반복한다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66C6949-620A-4567-A4D5-6F57009366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333750"/>
            <a:ext cx="11201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383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B7D3C7D-81B3-441C-91D8-A85A8BA08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352800"/>
            <a:ext cx="2000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425" b="1">
                <a:solidFill>
                  <a:srgbClr val="F2F5F4"/>
                </a:solidFill>
              </a:defRPr>
            </a:defPPr>
            <a:lvl1pPr algn="l">
              <a:defRPr sz="1425" b="1">
                <a:solidFill>
                  <a:srgbClr val="F2F5F4"/>
                </a:solidFill>
              </a:defRPr>
            </a:lvl1pPr>
            <a:lvl2pPr algn="l">
              <a:defRPr sz="1425" b="1">
                <a:solidFill>
                  <a:srgbClr val="F2F5F4"/>
                </a:solidFill>
              </a:defRPr>
            </a:lvl2pPr>
            <a:lvl3pPr algn="l">
              <a:defRPr sz="1425" b="1">
                <a:solidFill>
                  <a:srgbClr val="F2F5F4"/>
                </a:solidFill>
              </a:defRPr>
            </a:lvl3pPr>
            <a:lvl4pPr algn="l">
              <a:defRPr sz="1425" b="1">
                <a:solidFill>
                  <a:srgbClr val="F2F5F4"/>
                </a:solidFill>
              </a:defRPr>
            </a:lvl4pPr>
            <a:lvl5pPr algn="l">
              <a:defRPr sz="1425" b="1">
                <a:solidFill>
                  <a:srgbClr val="F2F5F4"/>
                </a:solidFill>
              </a:defRPr>
            </a:lvl5pPr>
            <a:lvl6pPr algn="l">
              <a:defRPr sz="1425" b="1">
                <a:solidFill>
                  <a:srgbClr val="F2F5F4"/>
                </a:solidFill>
              </a:defRPr>
            </a:lvl6pPr>
            <a:lvl7pPr algn="l">
              <a:defRPr sz="1425" b="1">
                <a:solidFill>
                  <a:srgbClr val="F2F5F4"/>
                </a:solidFill>
              </a:defRPr>
            </a:lvl7pPr>
            <a:lvl8pPr algn="l">
              <a:defRPr sz="1425" b="1">
                <a:solidFill>
                  <a:srgbClr val="F2F5F4"/>
                </a:solidFill>
              </a:defRPr>
            </a:lvl8pPr>
            <a:lvl9pPr algn="l">
              <a:defRPr sz="1425" b="1">
                <a:solidFill>
                  <a:srgbClr val="F2F5F4"/>
                </a:solidFill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F2F5F4"/>
                </a:solidFill>
              </a:defRPr>
            </a:pPr>
            <a:r>
              <a:rPr sz="1425" b="1">
                <a:solidFill>
                  <a:srgbClr val="F2F5F4"/>
                </a:solidFill>
              </a:rPr>
              <a:t>비관적인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012BB80-CD9B-4103-9D32-A1196B3FBB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3352800"/>
            <a:ext cx="1619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75" b="1">
                <a:solidFill>
                  <a:srgbClr val="38D6C4"/>
                </a:solidFill>
              </a:defRPr>
            </a:defPPr>
            <a:lvl1pPr algn="l">
              <a:defRPr sz="1275" b="1">
                <a:solidFill>
                  <a:srgbClr val="38D6C4"/>
                </a:solidFill>
              </a:defRPr>
            </a:lvl1pPr>
            <a:lvl2pPr algn="l">
              <a:defRPr sz="1275" b="1">
                <a:solidFill>
                  <a:srgbClr val="38D6C4"/>
                </a:solidFill>
              </a:defRPr>
            </a:lvl2pPr>
            <a:lvl3pPr algn="l">
              <a:defRPr sz="1275" b="1">
                <a:solidFill>
                  <a:srgbClr val="38D6C4"/>
                </a:solidFill>
              </a:defRPr>
            </a:lvl3pPr>
            <a:lvl4pPr algn="l">
              <a:defRPr sz="1275" b="1">
                <a:solidFill>
                  <a:srgbClr val="38D6C4"/>
                </a:solidFill>
              </a:defRPr>
            </a:lvl4pPr>
            <a:lvl5pPr algn="l">
              <a:defRPr sz="1275" b="1">
                <a:solidFill>
                  <a:srgbClr val="38D6C4"/>
                </a:solidFill>
              </a:defRPr>
            </a:lvl5pPr>
            <a:lvl6pPr algn="l">
              <a:defRPr sz="1275" b="1">
                <a:solidFill>
                  <a:srgbClr val="38D6C4"/>
                </a:solidFill>
              </a:defRPr>
            </a:lvl6pPr>
            <a:lvl7pPr algn="l">
              <a:defRPr sz="1275" b="1">
                <a:solidFill>
                  <a:srgbClr val="38D6C4"/>
                </a:solidFill>
              </a:defRPr>
            </a:lvl7pPr>
            <a:lvl8pPr algn="l">
              <a:defRPr sz="1275" b="1">
                <a:solidFill>
                  <a:srgbClr val="38D6C4"/>
                </a:solidFill>
              </a:defRPr>
            </a:lvl8pPr>
            <a:lvl9pPr algn="l">
              <a:defRPr sz="1275" b="1">
                <a:solidFill>
                  <a:srgbClr val="38D6C4"/>
                </a:solidFill>
              </a:defRPr>
            </a:lvl9pPr>
          </a:lstStyle>
          <a:p xmlns:a="http://schemas.openxmlformats.org/drawingml/2006/main">
            <a:pPr algn="l">
              <a:defRPr sz="1275" b="1">
                <a:solidFill>
                  <a:srgbClr val="38D6C4"/>
                </a:solidFill>
              </a:defRPr>
            </a:pPr>
            <a:r>
              <a:rPr sz="1275" b="1">
                <a:solidFill>
                  <a:srgbClr val="38D6C4"/>
                </a:solidFill>
              </a:rPr>
              <a:t>정신력 +1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7ED91D9-F7D4-4601-A87C-0E03D5667B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3352800"/>
            <a:ext cx="7048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75" b="0">
                <a:solidFill>
                  <a:srgbClr val="A2AFAC"/>
                </a:solidFill>
              </a:defRPr>
            </a:defPPr>
            <a:lvl1pPr algn="l">
              <a:defRPr sz="1275" b="0">
                <a:solidFill>
                  <a:srgbClr val="A2AFAC"/>
                </a:solidFill>
              </a:defRPr>
            </a:lvl1pPr>
            <a:lvl2pPr algn="l">
              <a:defRPr sz="1275" b="0">
                <a:solidFill>
                  <a:srgbClr val="A2AFAC"/>
                </a:solidFill>
              </a:defRPr>
            </a:lvl2pPr>
            <a:lvl3pPr algn="l">
              <a:defRPr sz="1275" b="0">
                <a:solidFill>
                  <a:srgbClr val="A2AFAC"/>
                </a:solidFill>
              </a:defRPr>
            </a:lvl3pPr>
            <a:lvl4pPr algn="l">
              <a:defRPr sz="1275" b="0">
                <a:solidFill>
                  <a:srgbClr val="A2AFAC"/>
                </a:solidFill>
              </a:defRPr>
            </a:lvl4pPr>
            <a:lvl5pPr algn="l">
              <a:defRPr sz="1275" b="0">
                <a:solidFill>
                  <a:srgbClr val="A2AFAC"/>
                </a:solidFill>
              </a:defRPr>
            </a:lvl5pPr>
            <a:lvl6pPr algn="l">
              <a:defRPr sz="1275" b="0">
                <a:solidFill>
                  <a:srgbClr val="A2AFAC"/>
                </a:solidFill>
              </a:defRPr>
            </a:lvl6pPr>
            <a:lvl7pPr algn="l">
              <a:defRPr sz="1275" b="0">
                <a:solidFill>
                  <a:srgbClr val="A2AFAC"/>
                </a:solidFill>
              </a:defRPr>
            </a:lvl7pPr>
            <a:lvl8pPr algn="l">
              <a:defRPr sz="1275" b="0">
                <a:solidFill>
                  <a:srgbClr val="A2AFAC"/>
                </a:solidFill>
              </a:defRPr>
            </a:lvl8pPr>
            <a:lvl9pPr algn="l">
              <a:defRPr sz="1275" b="0">
                <a:solidFill>
                  <a:srgbClr val="A2AFAC"/>
                </a:solidFill>
              </a:defRPr>
            </a:lvl9pPr>
          </a:lstStyle>
          <a:p xmlns:a="http://schemas.openxmlformats.org/drawingml/2006/main">
            <a:pPr algn="l">
              <a:defRPr sz="1275" b="0">
                <a:solidFill>
                  <a:srgbClr val="A2AFAC"/>
                </a:solidFill>
              </a:defRPr>
            </a:pPr>
            <a:r>
              <a:rPr sz="1275" b="0">
                <a:solidFill>
                  <a:srgbClr val="A2AFAC"/>
                </a:solidFill>
              </a:rPr>
              <a:t>최악의 경우를 가정해 철수를 준비한다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CD4776D-DA65-452A-9E20-FF718F8CED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714750"/>
            <a:ext cx="11201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383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D39BD51-9C48-454F-B7D1-1A33CE4E90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33800"/>
            <a:ext cx="2000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425" b="1">
                <a:solidFill>
                  <a:srgbClr val="F2F5F4"/>
                </a:solidFill>
              </a:defRPr>
            </a:defPPr>
            <a:lvl1pPr algn="l">
              <a:defRPr sz="1425" b="1">
                <a:solidFill>
                  <a:srgbClr val="F2F5F4"/>
                </a:solidFill>
              </a:defRPr>
            </a:lvl1pPr>
            <a:lvl2pPr algn="l">
              <a:defRPr sz="1425" b="1">
                <a:solidFill>
                  <a:srgbClr val="F2F5F4"/>
                </a:solidFill>
              </a:defRPr>
            </a:lvl2pPr>
            <a:lvl3pPr algn="l">
              <a:defRPr sz="1425" b="1">
                <a:solidFill>
                  <a:srgbClr val="F2F5F4"/>
                </a:solidFill>
              </a:defRPr>
            </a:lvl3pPr>
            <a:lvl4pPr algn="l">
              <a:defRPr sz="1425" b="1">
                <a:solidFill>
                  <a:srgbClr val="F2F5F4"/>
                </a:solidFill>
              </a:defRPr>
            </a:lvl4pPr>
            <a:lvl5pPr algn="l">
              <a:defRPr sz="1425" b="1">
                <a:solidFill>
                  <a:srgbClr val="F2F5F4"/>
                </a:solidFill>
              </a:defRPr>
            </a:lvl5pPr>
            <a:lvl6pPr algn="l">
              <a:defRPr sz="1425" b="1">
                <a:solidFill>
                  <a:srgbClr val="F2F5F4"/>
                </a:solidFill>
              </a:defRPr>
            </a:lvl6pPr>
            <a:lvl7pPr algn="l">
              <a:defRPr sz="1425" b="1">
                <a:solidFill>
                  <a:srgbClr val="F2F5F4"/>
                </a:solidFill>
              </a:defRPr>
            </a:lvl7pPr>
            <a:lvl8pPr algn="l">
              <a:defRPr sz="1425" b="1">
                <a:solidFill>
                  <a:srgbClr val="F2F5F4"/>
                </a:solidFill>
              </a:defRPr>
            </a:lvl8pPr>
            <a:lvl9pPr algn="l">
              <a:defRPr sz="1425" b="1">
                <a:solidFill>
                  <a:srgbClr val="F2F5F4"/>
                </a:solidFill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F2F5F4"/>
                </a:solidFill>
              </a:defRPr>
            </a:pPr>
            <a:r>
              <a:rPr sz="1425" b="1">
                <a:solidFill>
                  <a:srgbClr val="F2F5F4"/>
                </a:solidFill>
              </a:rPr>
              <a:t>탐욕스러운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942F5C6-AFDE-4B35-A328-5A8B6BF41B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3733800"/>
            <a:ext cx="1619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75" b="1">
                <a:solidFill>
                  <a:srgbClr val="38D6C4"/>
                </a:solidFill>
              </a:defRPr>
            </a:defPPr>
            <a:lvl1pPr algn="l">
              <a:defRPr sz="1275" b="1">
                <a:solidFill>
                  <a:srgbClr val="38D6C4"/>
                </a:solidFill>
              </a:defRPr>
            </a:lvl1pPr>
            <a:lvl2pPr algn="l">
              <a:defRPr sz="1275" b="1">
                <a:solidFill>
                  <a:srgbClr val="38D6C4"/>
                </a:solidFill>
              </a:defRPr>
            </a:lvl2pPr>
            <a:lvl3pPr algn="l">
              <a:defRPr sz="1275" b="1">
                <a:solidFill>
                  <a:srgbClr val="38D6C4"/>
                </a:solidFill>
              </a:defRPr>
            </a:lvl3pPr>
            <a:lvl4pPr algn="l">
              <a:defRPr sz="1275" b="1">
                <a:solidFill>
                  <a:srgbClr val="38D6C4"/>
                </a:solidFill>
              </a:defRPr>
            </a:lvl4pPr>
            <a:lvl5pPr algn="l">
              <a:defRPr sz="1275" b="1">
                <a:solidFill>
                  <a:srgbClr val="38D6C4"/>
                </a:solidFill>
              </a:defRPr>
            </a:lvl5pPr>
            <a:lvl6pPr algn="l">
              <a:defRPr sz="1275" b="1">
                <a:solidFill>
                  <a:srgbClr val="38D6C4"/>
                </a:solidFill>
              </a:defRPr>
            </a:lvl6pPr>
            <a:lvl7pPr algn="l">
              <a:defRPr sz="1275" b="1">
                <a:solidFill>
                  <a:srgbClr val="38D6C4"/>
                </a:solidFill>
              </a:defRPr>
            </a:lvl7pPr>
            <a:lvl8pPr algn="l">
              <a:defRPr sz="1275" b="1">
                <a:solidFill>
                  <a:srgbClr val="38D6C4"/>
                </a:solidFill>
              </a:defRPr>
            </a:lvl8pPr>
            <a:lvl9pPr algn="l">
              <a:defRPr sz="1275" b="1">
                <a:solidFill>
                  <a:srgbClr val="38D6C4"/>
                </a:solidFill>
              </a:defRPr>
            </a:lvl9pPr>
          </a:lstStyle>
          <a:p xmlns:a="http://schemas.openxmlformats.org/drawingml/2006/main">
            <a:pPr algn="l">
              <a:defRPr sz="1275" b="1">
                <a:solidFill>
                  <a:srgbClr val="38D6C4"/>
                </a:solidFill>
              </a:defRPr>
            </a:pPr>
            <a:r>
              <a:rPr sz="1275" b="1">
                <a:solidFill>
                  <a:srgbClr val="38D6C4"/>
                </a:solidFill>
              </a:rPr>
              <a:t>교활함 +1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F7C66CE-A845-40FC-9A5C-31C1E22C28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3733800"/>
            <a:ext cx="7048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75" b="0">
                <a:solidFill>
                  <a:srgbClr val="A2AFAC"/>
                </a:solidFill>
              </a:defRPr>
            </a:defPPr>
            <a:lvl1pPr algn="l">
              <a:defRPr sz="1275" b="0">
                <a:solidFill>
                  <a:srgbClr val="A2AFAC"/>
                </a:solidFill>
              </a:defRPr>
            </a:lvl1pPr>
            <a:lvl2pPr algn="l">
              <a:defRPr sz="1275" b="0">
                <a:solidFill>
                  <a:srgbClr val="A2AFAC"/>
                </a:solidFill>
              </a:defRPr>
            </a:lvl2pPr>
            <a:lvl3pPr algn="l">
              <a:defRPr sz="1275" b="0">
                <a:solidFill>
                  <a:srgbClr val="A2AFAC"/>
                </a:solidFill>
              </a:defRPr>
            </a:lvl3pPr>
            <a:lvl4pPr algn="l">
              <a:defRPr sz="1275" b="0">
                <a:solidFill>
                  <a:srgbClr val="A2AFAC"/>
                </a:solidFill>
              </a:defRPr>
            </a:lvl4pPr>
            <a:lvl5pPr algn="l">
              <a:defRPr sz="1275" b="0">
                <a:solidFill>
                  <a:srgbClr val="A2AFAC"/>
                </a:solidFill>
              </a:defRPr>
            </a:lvl5pPr>
            <a:lvl6pPr algn="l">
              <a:defRPr sz="1275" b="0">
                <a:solidFill>
                  <a:srgbClr val="A2AFAC"/>
                </a:solidFill>
              </a:defRPr>
            </a:lvl6pPr>
            <a:lvl7pPr algn="l">
              <a:defRPr sz="1275" b="0">
                <a:solidFill>
                  <a:srgbClr val="A2AFAC"/>
                </a:solidFill>
              </a:defRPr>
            </a:lvl7pPr>
            <a:lvl8pPr algn="l">
              <a:defRPr sz="1275" b="0">
                <a:solidFill>
                  <a:srgbClr val="A2AFAC"/>
                </a:solidFill>
              </a:defRPr>
            </a:lvl8pPr>
            <a:lvl9pPr algn="l">
              <a:defRPr sz="1275" b="0">
                <a:solidFill>
                  <a:srgbClr val="A2AFAC"/>
                </a:solidFill>
              </a:defRPr>
            </a:lvl9pPr>
          </a:lstStyle>
          <a:p xmlns:a="http://schemas.openxmlformats.org/drawingml/2006/main">
            <a:pPr algn="l">
              <a:defRPr sz="1275" b="0">
                <a:solidFill>
                  <a:srgbClr val="A2AFAC"/>
                </a:solidFill>
              </a:defRPr>
            </a:pPr>
            <a:r>
              <a:rPr sz="1275" b="0">
                <a:solidFill>
                  <a:srgbClr val="A2AFAC"/>
                </a:solidFill>
              </a:rPr>
              <a:t>가치 높은 물건을 우선 확보한다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AF41C921-D573-4350-B3FA-515744C83B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095750"/>
            <a:ext cx="11201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383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D4BF1A01-9F49-4FAB-ABC6-CDC4C346E6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114800"/>
            <a:ext cx="2000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425" b="1">
                <a:solidFill>
                  <a:srgbClr val="F2F5F4"/>
                </a:solidFill>
              </a:defRPr>
            </a:defPPr>
            <a:lvl1pPr algn="l">
              <a:defRPr sz="1425" b="1">
                <a:solidFill>
                  <a:srgbClr val="F2F5F4"/>
                </a:solidFill>
              </a:defRPr>
            </a:lvl1pPr>
            <a:lvl2pPr algn="l">
              <a:defRPr sz="1425" b="1">
                <a:solidFill>
                  <a:srgbClr val="F2F5F4"/>
                </a:solidFill>
              </a:defRPr>
            </a:lvl2pPr>
            <a:lvl3pPr algn="l">
              <a:defRPr sz="1425" b="1">
                <a:solidFill>
                  <a:srgbClr val="F2F5F4"/>
                </a:solidFill>
              </a:defRPr>
            </a:lvl3pPr>
            <a:lvl4pPr algn="l">
              <a:defRPr sz="1425" b="1">
                <a:solidFill>
                  <a:srgbClr val="F2F5F4"/>
                </a:solidFill>
              </a:defRPr>
            </a:lvl4pPr>
            <a:lvl5pPr algn="l">
              <a:defRPr sz="1425" b="1">
                <a:solidFill>
                  <a:srgbClr val="F2F5F4"/>
                </a:solidFill>
              </a:defRPr>
            </a:lvl5pPr>
            <a:lvl6pPr algn="l">
              <a:defRPr sz="1425" b="1">
                <a:solidFill>
                  <a:srgbClr val="F2F5F4"/>
                </a:solidFill>
              </a:defRPr>
            </a:lvl6pPr>
            <a:lvl7pPr algn="l">
              <a:defRPr sz="1425" b="1">
                <a:solidFill>
                  <a:srgbClr val="F2F5F4"/>
                </a:solidFill>
              </a:defRPr>
            </a:lvl7pPr>
            <a:lvl8pPr algn="l">
              <a:defRPr sz="1425" b="1">
                <a:solidFill>
                  <a:srgbClr val="F2F5F4"/>
                </a:solidFill>
              </a:defRPr>
            </a:lvl8pPr>
            <a:lvl9pPr algn="l">
              <a:defRPr sz="1425" b="1">
                <a:solidFill>
                  <a:srgbClr val="F2F5F4"/>
                </a:solidFill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F2F5F4"/>
                </a:solidFill>
              </a:defRPr>
            </a:pPr>
            <a:r>
              <a:rPr sz="1425" b="1">
                <a:solidFill>
                  <a:srgbClr val="F2F5F4"/>
                </a:solidFill>
              </a:rPr>
              <a:t>검소한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739B20D4-0636-439F-962C-3DEABDB1C2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4114800"/>
            <a:ext cx="1619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75" b="1">
                <a:solidFill>
                  <a:srgbClr val="38D6C4"/>
                </a:solidFill>
              </a:defRPr>
            </a:defPPr>
            <a:lvl1pPr algn="l">
              <a:defRPr sz="1275" b="1">
                <a:solidFill>
                  <a:srgbClr val="38D6C4"/>
                </a:solidFill>
              </a:defRPr>
            </a:lvl1pPr>
            <a:lvl2pPr algn="l">
              <a:defRPr sz="1275" b="1">
                <a:solidFill>
                  <a:srgbClr val="38D6C4"/>
                </a:solidFill>
              </a:defRPr>
            </a:lvl2pPr>
            <a:lvl3pPr algn="l">
              <a:defRPr sz="1275" b="1">
                <a:solidFill>
                  <a:srgbClr val="38D6C4"/>
                </a:solidFill>
              </a:defRPr>
            </a:lvl3pPr>
            <a:lvl4pPr algn="l">
              <a:defRPr sz="1275" b="1">
                <a:solidFill>
                  <a:srgbClr val="38D6C4"/>
                </a:solidFill>
              </a:defRPr>
            </a:lvl4pPr>
            <a:lvl5pPr algn="l">
              <a:defRPr sz="1275" b="1">
                <a:solidFill>
                  <a:srgbClr val="38D6C4"/>
                </a:solidFill>
              </a:defRPr>
            </a:lvl5pPr>
            <a:lvl6pPr algn="l">
              <a:defRPr sz="1275" b="1">
                <a:solidFill>
                  <a:srgbClr val="38D6C4"/>
                </a:solidFill>
              </a:defRPr>
            </a:lvl6pPr>
            <a:lvl7pPr algn="l">
              <a:defRPr sz="1275" b="1">
                <a:solidFill>
                  <a:srgbClr val="38D6C4"/>
                </a:solidFill>
              </a:defRPr>
            </a:lvl7pPr>
            <a:lvl8pPr algn="l">
              <a:defRPr sz="1275" b="1">
                <a:solidFill>
                  <a:srgbClr val="38D6C4"/>
                </a:solidFill>
              </a:defRPr>
            </a:lvl8pPr>
            <a:lvl9pPr algn="l">
              <a:defRPr sz="1275" b="1">
                <a:solidFill>
                  <a:srgbClr val="38D6C4"/>
                </a:solidFill>
              </a:defRPr>
            </a:lvl9pPr>
          </a:lstStyle>
          <a:p xmlns:a="http://schemas.openxmlformats.org/drawingml/2006/main">
            <a:pPr algn="l">
              <a:defRPr sz="1275" b="1">
                <a:solidFill>
                  <a:srgbClr val="38D6C4"/>
                </a:solidFill>
              </a:defRPr>
            </a:pPr>
            <a:r>
              <a:rPr sz="1275" b="1">
                <a:solidFill>
                  <a:srgbClr val="38D6C4"/>
                </a:solidFill>
              </a:rPr>
              <a:t>지능 +1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6C217904-65D3-4C25-93B9-11B92871B7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4114800"/>
            <a:ext cx="7048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75" b="0">
                <a:solidFill>
                  <a:srgbClr val="A2AFAC"/>
                </a:solidFill>
              </a:defRPr>
            </a:defPPr>
            <a:lvl1pPr algn="l">
              <a:defRPr sz="1275" b="0">
                <a:solidFill>
                  <a:srgbClr val="A2AFAC"/>
                </a:solidFill>
              </a:defRPr>
            </a:lvl1pPr>
            <a:lvl2pPr algn="l">
              <a:defRPr sz="1275" b="0">
                <a:solidFill>
                  <a:srgbClr val="A2AFAC"/>
                </a:solidFill>
              </a:defRPr>
            </a:lvl2pPr>
            <a:lvl3pPr algn="l">
              <a:defRPr sz="1275" b="0">
                <a:solidFill>
                  <a:srgbClr val="A2AFAC"/>
                </a:solidFill>
              </a:defRPr>
            </a:lvl3pPr>
            <a:lvl4pPr algn="l">
              <a:defRPr sz="1275" b="0">
                <a:solidFill>
                  <a:srgbClr val="A2AFAC"/>
                </a:solidFill>
              </a:defRPr>
            </a:lvl4pPr>
            <a:lvl5pPr algn="l">
              <a:defRPr sz="1275" b="0">
                <a:solidFill>
                  <a:srgbClr val="A2AFAC"/>
                </a:solidFill>
              </a:defRPr>
            </a:lvl5pPr>
            <a:lvl6pPr algn="l">
              <a:defRPr sz="1275" b="0">
                <a:solidFill>
                  <a:srgbClr val="A2AFAC"/>
                </a:solidFill>
              </a:defRPr>
            </a:lvl6pPr>
            <a:lvl7pPr algn="l">
              <a:defRPr sz="1275" b="0">
                <a:solidFill>
                  <a:srgbClr val="A2AFAC"/>
                </a:solidFill>
              </a:defRPr>
            </a:lvl7pPr>
            <a:lvl8pPr algn="l">
              <a:defRPr sz="1275" b="0">
                <a:solidFill>
                  <a:srgbClr val="A2AFAC"/>
                </a:solidFill>
              </a:defRPr>
            </a:lvl8pPr>
            <a:lvl9pPr algn="l">
              <a:defRPr sz="1275" b="0">
                <a:solidFill>
                  <a:srgbClr val="A2AFAC"/>
                </a:solidFill>
              </a:defRPr>
            </a:lvl9pPr>
          </a:lstStyle>
          <a:p xmlns:a="http://schemas.openxmlformats.org/drawingml/2006/main">
            <a:pPr algn="l">
              <a:defRPr sz="1275" b="0">
                <a:solidFill>
                  <a:srgbClr val="A2AFAC"/>
                </a:solidFill>
              </a:defRPr>
            </a:pPr>
            <a:r>
              <a:rPr sz="1275" b="0">
                <a:solidFill>
                  <a:srgbClr val="A2AFAC"/>
                </a:solidFill>
              </a:rPr>
              <a:t>소모품 사용과 손실을 최소화한다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53509801-67C4-4FF4-B12F-FA93D738B9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476750"/>
            <a:ext cx="11201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383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42C8DF31-611B-4BDF-A566-C6AB9615C0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495800"/>
            <a:ext cx="2000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425" b="1">
                <a:solidFill>
                  <a:srgbClr val="F2F5F4"/>
                </a:solidFill>
              </a:defRPr>
            </a:defPPr>
            <a:lvl1pPr algn="l">
              <a:defRPr sz="1425" b="1">
                <a:solidFill>
                  <a:srgbClr val="F2F5F4"/>
                </a:solidFill>
              </a:defRPr>
            </a:lvl1pPr>
            <a:lvl2pPr algn="l">
              <a:defRPr sz="1425" b="1">
                <a:solidFill>
                  <a:srgbClr val="F2F5F4"/>
                </a:solidFill>
              </a:defRPr>
            </a:lvl2pPr>
            <a:lvl3pPr algn="l">
              <a:defRPr sz="1425" b="1">
                <a:solidFill>
                  <a:srgbClr val="F2F5F4"/>
                </a:solidFill>
              </a:defRPr>
            </a:lvl3pPr>
            <a:lvl4pPr algn="l">
              <a:defRPr sz="1425" b="1">
                <a:solidFill>
                  <a:srgbClr val="F2F5F4"/>
                </a:solidFill>
              </a:defRPr>
            </a:lvl4pPr>
            <a:lvl5pPr algn="l">
              <a:defRPr sz="1425" b="1">
                <a:solidFill>
                  <a:srgbClr val="F2F5F4"/>
                </a:solidFill>
              </a:defRPr>
            </a:lvl5pPr>
            <a:lvl6pPr algn="l">
              <a:defRPr sz="1425" b="1">
                <a:solidFill>
                  <a:srgbClr val="F2F5F4"/>
                </a:solidFill>
              </a:defRPr>
            </a:lvl6pPr>
            <a:lvl7pPr algn="l">
              <a:defRPr sz="1425" b="1">
                <a:solidFill>
                  <a:srgbClr val="F2F5F4"/>
                </a:solidFill>
              </a:defRPr>
            </a:lvl7pPr>
            <a:lvl8pPr algn="l">
              <a:defRPr sz="1425" b="1">
                <a:solidFill>
                  <a:srgbClr val="F2F5F4"/>
                </a:solidFill>
              </a:defRPr>
            </a:lvl8pPr>
            <a:lvl9pPr algn="l">
              <a:defRPr sz="1425" b="1">
                <a:solidFill>
                  <a:srgbClr val="F2F5F4"/>
                </a:solidFill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F2F5F4"/>
                </a:solidFill>
              </a:defRPr>
            </a:pPr>
            <a:r>
              <a:rPr sz="1425" b="1">
                <a:solidFill>
                  <a:srgbClr val="F2F5F4"/>
                </a:solidFill>
              </a:rPr>
              <a:t>수집광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F289D7D0-349E-4BBF-8B8A-3E625B3341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4495800"/>
            <a:ext cx="1619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75" b="1">
                <a:solidFill>
                  <a:srgbClr val="38D6C4"/>
                </a:solidFill>
              </a:defRPr>
            </a:defPPr>
            <a:lvl1pPr algn="l">
              <a:defRPr sz="1275" b="1">
                <a:solidFill>
                  <a:srgbClr val="38D6C4"/>
                </a:solidFill>
              </a:defRPr>
            </a:lvl1pPr>
            <a:lvl2pPr algn="l">
              <a:defRPr sz="1275" b="1">
                <a:solidFill>
                  <a:srgbClr val="38D6C4"/>
                </a:solidFill>
              </a:defRPr>
            </a:lvl2pPr>
            <a:lvl3pPr algn="l">
              <a:defRPr sz="1275" b="1">
                <a:solidFill>
                  <a:srgbClr val="38D6C4"/>
                </a:solidFill>
              </a:defRPr>
            </a:lvl3pPr>
            <a:lvl4pPr algn="l">
              <a:defRPr sz="1275" b="1">
                <a:solidFill>
                  <a:srgbClr val="38D6C4"/>
                </a:solidFill>
              </a:defRPr>
            </a:lvl4pPr>
            <a:lvl5pPr algn="l">
              <a:defRPr sz="1275" b="1">
                <a:solidFill>
                  <a:srgbClr val="38D6C4"/>
                </a:solidFill>
              </a:defRPr>
            </a:lvl5pPr>
            <a:lvl6pPr algn="l">
              <a:defRPr sz="1275" b="1">
                <a:solidFill>
                  <a:srgbClr val="38D6C4"/>
                </a:solidFill>
              </a:defRPr>
            </a:lvl6pPr>
            <a:lvl7pPr algn="l">
              <a:defRPr sz="1275" b="1">
                <a:solidFill>
                  <a:srgbClr val="38D6C4"/>
                </a:solidFill>
              </a:defRPr>
            </a:lvl7pPr>
            <a:lvl8pPr algn="l">
              <a:defRPr sz="1275" b="1">
                <a:solidFill>
                  <a:srgbClr val="38D6C4"/>
                </a:solidFill>
              </a:defRPr>
            </a:lvl8pPr>
            <a:lvl9pPr algn="l">
              <a:defRPr sz="1275" b="1">
                <a:solidFill>
                  <a:srgbClr val="38D6C4"/>
                </a:solidFill>
              </a:defRPr>
            </a:lvl9pPr>
          </a:lstStyle>
          <a:p xmlns:a="http://schemas.openxmlformats.org/drawingml/2006/main">
            <a:pPr algn="l">
              <a:defRPr sz="1275" b="1">
                <a:solidFill>
                  <a:srgbClr val="38D6C4"/>
                </a:solidFill>
              </a:defRPr>
            </a:pPr>
            <a:r>
              <a:rPr sz="1275" b="1">
                <a:solidFill>
                  <a:srgbClr val="38D6C4"/>
                </a:solidFill>
              </a:rPr>
              <a:t>행운 +1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C4B371AC-5095-4E19-816F-783F068BF1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4495800"/>
            <a:ext cx="7048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75" b="0">
                <a:solidFill>
                  <a:srgbClr val="A2AFAC"/>
                </a:solidFill>
              </a:defRPr>
            </a:defPPr>
            <a:lvl1pPr algn="l">
              <a:defRPr sz="1275" b="0">
                <a:solidFill>
                  <a:srgbClr val="A2AFAC"/>
                </a:solidFill>
              </a:defRPr>
            </a:lvl1pPr>
            <a:lvl2pPr algn="l">
              <a:defRPr sz="1275" b="0">
                <a:solidFill>
                  <a:srgbClr val="A2AFAC"/>
                </a:solidFill>
              </a:defRPr>
            </a:lvl2pPr>
            <a:lvl3pPr algn="l">
              <a:defRPr sz="1275" b="0">
                <a:solidFill>
                  <a:srgbClr val="A2AFAC"/>
                </a:solidFill>
              </a:defRPr>
            </a:lvl3pPr>
            <a:lvl4pPr algn="l">
              <a:defRPr sz="1275" b="0">
                <a:solidFill>
                  <a:srgbClr val="A2AFAC"/>
                </a:solidFill>
              </a:defRPr>
            </a:lvl4pPr>
            <a:lvl5pPr algn="l">
              <a:defRPr sz="1275" b="0">
                <a:solidFill>
                  <a:srgbClr val="A2AFAC"/>
                </a:solidFill>
              </a:defRPr>
            </a:lvl5pPr>
            <a:lvl6pPr algn="l">
              <a:defRPr sz="1275" b="0">
                <a:solidFill>
                  <a:srgbClr val="A2AFAC"/>
                </a:solidFill>
              </a:defRPr>
            </a:lvl6pPr>
            <a:lvl7pPr algn="l">
              <a:defRPr sz="1275" b="0">
                <a:solidFill>
                  <a:srgbClr val="A2AFAC"/>
                </a:solidFill>
              </a:defRPr>
            </a:lvl7pPr>
            <a:lvl8pPr algn="l">
              <a:defRPr sz="1275" b="0">
                <a:solidFill>
                  <a:srgbClr val="A2AFAC"/>
                </a:solidFill>
              </a:defRPr>
            </a:lvl8pPr>
            <a:lvl9pPr algn="l">
              <a:defRPr sz="1275" b="0">
                <a:solidFill>
                  <a:srgbClr val="A2AFAC"/>
                </a:solidFill>
              </a:defRPr>
            </a:lvl9pPr>
          </a:lstStyle>
          <a:p xmlns:a="http://schemas.openxmlformats.org/drawingml/2006/main">
            <a:pPr algn="l">
              <a:defRPr sz="1275" b="0">
                <a:solidFill>
                  <a:srgbClr val="A2AFAC"/>
                </a:solidFill>
              </a:defRPr>
            </a:pPr>
            <a:r>
              <a:rPr sz="1275" b="0">
                <a:solidFill>
                  <a:srgbClr val="A2AFAC"/>
                </a:solidFill>
              </a:rPr>
              <a:t>쓸모가 불명확한 물건도 챙긴다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16FBCB73-F704-4395-89F1-98EAE896D4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857750"/>
            <a:ext cx="11201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383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4195A4F3-AFE4-4495-8856-E396FB618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876800"/>
            <a:ext cx="2000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425" b="1">
                <a:solidFill>
                  <a:srgbClr val="F2F5F4"/>
                </a:solidFill>
              </a:defRPr>
            </a:defPPr>
            <a:lvl1pPr algn="l">
              <a:defRPr sz="1425" b="1">
                <a:solidFill>
                  <a:srgbClr val="F2F5F4"/>
                </a:solidFill>
              </a:defRPr>
            </a:lvl1pPr>
            <a:lvl2pPr algn="l">
              <a:defRPr sz="1425" b="1">
                <a:solidFill>
                  <a:srgbClr val="F2F5F4"/>
                </a:solidFill>
              </a:defRPr>
            </a:lvl2pPr>
            <a:lvl3pPr algn="l">
              <a:defRPr sz="1425" b="1">
                <a:solidFill>
                  <a:srgbClr val="F2F5F4"/>
                </a:solidFill>
              </a:defRPr>
            </a:lvl3pPr>
            <a:lvl4pPr algn="l">
              <a:defRPr sz="1425" b="1">
                <a:solidFill>
                  <a:srgbClr val="F2F5F4"/>
                </a:solidFill>
              </a:defRPr>
            </a:lvl4pPr>
            <a:lvl5pPr algn="l">
              <a:defRPr sz="1425" b="1">
                <a:solidFill>
                  <a:srgbClr val="F2F5F4"/>
                </a:solidFill>
              </a:defRPr>
            </a:lvl5pPr>
            <a:lvl6pPr algn="l">
              <a:defRPr sz="1425" b="1">
                <a:solidFill>
                  <a:srgbClr val="F2F5F4"/>
                </a:solidFill>
              </a:defRPr>
            </a:lvl6pPr>
            <a:lvl7pPr algn="l">
              <a:defRPr sz="1425" b="1">
                <a:solidFill>
                  <a:srgbClr val="F2F5F4"/>
                </a:solidFill>
              </a:defRPr>
            </a:lvl7pPr>
            <a:lvl8pPr algn="l">
              <a:defRPr sz="1425" b="1">
                <a:solidFill>
                  <a:srgbClr val="F2F5F4"/>
                </a:solidFill>
              </a:defRPr>
            </a:lvl8pPr>
            <a:lvl9pPr algn="l">
              <a:defRPr sz="1425" b="1">
                <a:solidFill>
                  <a:srgbClr val="F2F5F4"/>
                </a:solidFill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F2F5F4"/>
                </a:solidFill>
              </a:defRPr>
            </a:pPr>
            <a:r>
              <a:rPr sz="1425" b="1">
                <a:solidFill>
                  <a:srgbClr val="F2F5F4"/>
                </a:solidFill>
              </a:rPr>
              <a:t>독립적인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3DF29367-8D03-4E6A-B547-E2BFBB96AC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4876800"/>
            <a:ext cx="1619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75" b="1">
                <a:solidFill>
                  <a:srgbClr val="38D6C4"/>
                </a:solidFill>
              </a:defRPr>
            </a:defPPr>
            <a:lvl1pPr algn="l">
              <a:defRPr sz="1275" b="1">
                <a:solidFill>
                  <a:srgbClr val="38D6C4"/>
                </a:solidFill>
              </a:defRPr>
            </a:lvl1pPr>
            <a:lvl2pPr algn="l">
              <a:defRPr sz="1275" b="1">
                <a:solidFill>
                  <a:srgbClr val="38D6C4"/>
                </a:solidFill>
              </a:defRPr>
            </a:lvl2pPr>
            <a:lvl3pPr algn="l">
              <a:defRPr sz="1275" b="1">
                <a:solidFill>
                  <a:srgbClr val="38D6C4"/>
                </a:solidFill>
              </a:defRPr>
            </a:lvl3pPr>
            <a:lvl4pPr algn="l">
              <a:defRPr sz="1275" b="1">
                <a:solidFill>
                  <a:srgbClr val="38D6C4"/>
                </a:solidFill>
              </a:defRPr>
            </a:lvl4pPr>
            <a:lvl5pPr algn="l">
              <a:defRPr sz="1275" b="1">
                <a:solidFill>
                  <a:srgbClr val="38D6C4"/>
                </a:solidFill>
              </a:defRPr>
            </a:lvl5pPr>
            <a:lvl6pPr algn="l">
              <a:defRPr sz="1275" b="1">
                <a:solidFill>
                  <a:srgbClr val="38D6C4"/>
                </a:solidFill>
              </a:defRPr>
            </a:lvl6pPr>
            <a:lvl7pPr algn="l">
              <a:defRPr sz="1275" b="1">
                <a:solidFill>
                  <a:srgbClr val="38D6C4"/>
                </a:solidFill>
              </a:defRPr>
            </a:lvl7pPr>
            <a:lvl8pPr algn="l">
              <a:defRPr sz="1275" b="1">
                <a:solidFill>
                  <a:srgbClr val="38D6C4"/>
                </a:solidFill>
              </a:defRPr>
            </a:lvl8pPr>
            <a:lvl9pPr algn="l">
              <a:defRPr sz="1275" b="1">
                <a:solidFill>
                  <a:srgbClr val="38D6C4"/>
                </a:solidFill>
              </a:defRPr>
            </a:lvl9pPr>
          </a:lstStyle>
          <a:p xmlns:a="http://schemas.openxmlformats.org/drawingml/2006/main">
            <a:pPr algn="l">
              <a:defRPr sz="1275" b="1">
                <a:solidFill>
                  <a:srgbClr val="38D6C4"/>
                </a:solidFill>
              </a:defRPr>
            </a:pPr>
            <a:r>
              <a:rPr sz="1275" b="1">
                <a:solidFill>
                  <a:srgbClr val="38D6C4"/>
                </a:solidFill>
              </a:rPr>
              <a:t>용기 +1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E928D4D0-7824-492F-9EF3-2CA942C9C1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4876800"/>
            <a:ext cx="7048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75" b="0">
                <a:solidFill>
                  <a:srgbClr val="A2AFAC"/>
                </a:solidFill>
              </a:defRPr>
            </a:defPPr>
            <a:lvl1pPr algn="l">
              <a:defRPr sz="1275" b="0">
                <a:solidFill>
                  <a:srgbClr val="A2AFAC"/>
                </a:solidFill>
              </a:defRPr>
            </a:lvl1pPr>
            <a:lvl2pPr algn="l">
              <a:defRPr sz="1275" b="0">
                <a:solidFill>
                  <a:srgbClr val="A2AFAC"/>
                </a:solidFill>
              </a:defRPr>
            </a:lvl2pPr>
            <a:lvl3pPr algn="l">
              <a:defRPr sz="1275" b="0">
                <a:solidFill>
                  <a:srgbClr val="A2AFAC"/>
                </a:solidFill>
              </a:defRPr>
            </a:lvl3pPr>
            <a:lvl4pPr algn="l">
              <a:defRPr sz="1275" b="0">
                <a:solidFill>
                  <a:srgbClr val="A2AFAC"/>
                </a:solidFill>
              </a:defRPr>
            </a:lvl4pPr>
            <a:lvl5pPr algn="l">
              <a:defRPr sz="1275" b="0">
                <a:solidFill>
                  <a:srgbClr val="A2AFAC"/>
                </a:solidFill>
              </a:defRPr>
            </a:lvl5pPr>
            <a:lvl6pPr algn="l">
              <a:defRPr sz="1275" b="0">
                <a:solidFill>
                  <a:srgbClr val="A2AFAC"/>
                </a:solidFill>
              </a:defRPr>
            </a:lvl6pPr>
            <a:lvl7pPr algn="l">
              <a:defRPr sz="1275" b="0">
                <a:solidFill>
                  <a:srgbClr val="A2AFAC"/>
                </a:solidFill>
              </a:defRPr>
            </a:lvl7pPr>
            <a:lvl8pPr algn="l">
              <a:defRPr sz="1275" b="0">
                <a:solidFill>
                  <a:srgbClr val="A2AFAC"/>
                </a:solidFill>
              </a:defRPr>
            </a:lvl8pPr>
            <a:lvl9pPr algn="l">
              <a:defRPr sz="1275" b="0">
                <a:solidFill>
                  <a:srgbClr val="A2AFAC"/>
                </a:solidFill>
              </a:defRPr>
            </a:lvl9pPr>
          </a:lstStyle>
          <a:p xmlns:a="http://schemas.openxmlformats.org/drawingml/2006/main">
            <a:pPr algn="l">
              <a:defRPr sz="1275" b="0">
                <a:solidFill>
                  <a:srgbClr val="A2AFAC"/>
                </a:solidFill>
              </a:defRPr>
            </a:pPr>
            <a:r>
              <a:rPr sz="1275" b="0">
                <a:solidFill>
                  <a:srgbClr val="A2AFAC"/>
                </a:solidFill>
              </a:rPr>
              <a:t>동료 승인 없이 스스로 판단한다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5D8402FC-7B25-4493-A655-02470F19EA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238750"/>
            <a:ext cx="11201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383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0A3A3BFB-A308-4C8D-89C6-92E8F7CB9B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257800"/>
            <a:ext cx="2000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425" b="1">
                <a:solidFill>
                  <a:srgbClr val="F2F5F4"/>
                </a:solidFill>
              </a:defRPr>
            </a:defPPr>
            <a:lvl1pPr algn="l">
              <a:defRPr sz="1425" b="1">
                <a:solidFill>
                  <a:srgbClr val="F2F5F4"/>
                </a:solidFill>
              </a:defRPr>
            </a:lvl1pPr>
            <a:lvl2pPr algn="l">
              <a:defRPr sz="1425" b="1">
                <a:solidFill>
                  <a:srgbClr val="F2F5F4"/>
                </a:solidFill>
              </a:defRPr>
            </a:lvl2pPr>
            <a:lvl3pPr algn="l">
              <a:defRPr sz="1425" b="1">
                <a:solidFill>
                  <a:srgbClr val="F2F5F4"/>
                </a:solidFill>
              </a:defRPr>
            </a:lvl3pPr>
            <a:lvl4pPr algn="l">
              <a:defRPr sz="1425" b="1">
                <a:solidFill>
                  <a:srgbClr val="F2F5F4"/>
                </a:solidFill>
              </a:defRPr>
            </a:lvl4pPr>
            <a:lvl5pPr algn="l">
              <a:defRPr sz="1425" b="1">
                <a:solidFill>
                  <a:srgbClr val="F2F5F4"/>
                </a:solidFill>
              </a:defRPr>
            </a:lvl5pPr>
            <a:lvl6pPr algn="l">
              <a:defRPr sz="1425" b="1">
                <a:solidFill>
                  <a:srgbClr val="F2F5F4"/>
                </a:solidFill>
              </a:defRPr>
            </a:lvl6pPr>
            <a:lvl7pPr algn="l">
              <a:defRPr sz="1425" b="1">
                <a:solidFill>
                  <a:srgbClr val="F2F5F4"/>
                </a:solidFill>
              </a:defRPr>
            </a:lvl7pPr>
            <a:lvl8pPr algn="l">
              <a:defRPr sz="1425" b="1">
                <a:solidFill>
                  <a:srgbClr val="F2F5F4"/>
                </a:solidFill>
              </a:defRPr>
            </a:lvl8pPr>
            <a:lvl9pPr algn="l">
              <a:defRPr sz="1425" b="1">
                <a:solidFill>
                  <a:srgbClr val="F2F5F4"/>
                </a:solidFill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F2F5F4"/>
                </a:solidFill>
              </a:defRPr>
            </a:pPr>
            <a:r>
              <a:rPr sz="1425" b="1">
                <a:solidFill>
                  <a:srgbClr val="F2F5F4"/>
                </a:solidFill>
              </a:rPr>
              <a:t>반항적인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D81436C2-185F-4329-866C-4AFEAEE57A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5257800"/>
            <a:ext cx="1619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75" b="1">
                <a:solidFill>
                  <a:srgbClr val="38D6C4"/>
                </a:solidFill>
              </a:defRPr>
            </a:defPPr>
            <a:lvl1pPr algn="l">
              <a:defRPr sz="1275" b="1">
                <a:solidFill>
                  <a:srgbClr val="38D6C4"/>
                </a:solidFill>
              </a:defRPr>
            </a:lvl1pPr>
            <a:lvl2pPr algn="l">
              <a:defRPr sz="1275" b="1">
                <a:solidFill>
                  <a:srgbClr val="38D6C4"/>
                </a:solidFill>
              </a:defRPr>
            </a:lvl2pPr>
            <a:lvl3pPr algn="l">
              <a:defRPr sz="1275" b="1">
                <a:solidFill>
                  <a:srgbClr val="38D6C4"/>
                </a:solidFill>
              </a:defRPr>
            </a:lvl3pPr>
            <a:lvl4pPr algn="l">
              <a:defRPr sz="1275" b="1">
                <a:solidFill>
                  <a:srgbClr val="38D6C4"/>
                </a:solidFill>
              </a:defRPr>
            </a:lvl4pPr>
            <a:lvl5pPr algn="l">
              <a:defRPr sz="1275" b="1">
                <a:solidFill>
                  <a:srgbClr val="38D6C4"/>
                </a:solidFill>
              </a:defRPr>
            </a:lvl5pPr>
            <a:lvl6pPr algn="l">
              <a:defRPr sz="1275" b="1">
                <a:solidFill>
                  <a:srgbClr val="38D6C4"/>
                </a:solidFill>
              </a:defRPr>
            </a:lvl6pPr>
            <a:lvl7pPr algn="l">
              <a:defRPr sz="1275" b="1">
                <a:solidFill>
                  <a:srgbClr val="38D6C4"/>
                </a:solidFill>
              </a:defRPr>
            </a:lvl7pPr>
            <a:lvl8pPr algn="l">
              <a:defRPr sz="1275" b="1">
                <a:solidFill>
                  <a:srgbClr val="38D6C4"/>
                </a:solidFill>
              </a:defRPr>
            </a:lvl8pPr>
            <a:lvl9pPr algn="l">
              <a:defRPr sz="1275" b="1">
                <a:solidFill>
                  <a:srgbClr val="38D6C4"/>
                </a:solidFill>
              </a:defRPr>
            </a:lvl9pPr>
          </a:lstStyle>
          <a:p xmlns:a="http://schemas.openxmlformats.org/drawingml/2006/main">
            <a:pPr algn="l">
              <a:defRPr sz="1275" b="1">
                <a:solidFill>
                  <a:srgbClr val="38D6C4"/>
                </a:solidFill>
              </a:defRPr>
            </a:pPr>
            <a:r>
              <a:rPr sz="1275" b="1">
                <a:solidFill>
                  <a:srgbClr val="38D6C4"/>
                </a:solidFill>
              </a:rPr>
              <a:t>교활함 +1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AB059B3B-283F-44FC-8303-BDC52BC2DE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5257800"/>
            <a:ext cx="7048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75" b="0">
                <a:solidFill>
                  <a:srgbClr val="A2AFAC"/>
                </a:solidFill>
              </a:defRPr>
            </a:defPPr>
            <a:lvl1pPr algn="l">
              <a:defRPr sz="1275" b="0">
                <a:solidFill>
                  <a:srgbClr val="A2AFAC"/>
                </a:solidFill>
              </a:defRPr>
            </a:lvl1pPr>
            <a:lvl2pPr algn="l">
              <a:defRPr sz="1275" b="0">
                <a:solidFill>
                  <a:srgbClr val="A2AFAC"/>
                </a:solidFill>
              </a:defRPr>
            </a:lvl2pPr>
            <a:lvl3pPr algn="l">
              <a:defRPr sz="1275" b="0">
                <a:solidFill>
                  <a:srgbClr val="A2AFAC"/>
                </a:solidFill>
              </a:defRPr>
            </a:lvl3pPr>
            <a:lvl4pPr algn="l">
              <a:defRPr sz="1275" b="0">
                <a:solidFill>
                  <a:srgbClr val="A2AFAC"/>
                </a:solidFill>
              </a:defRPr>
            </a:lvl4pPr>
            <a:lvl5pPr algn="l">
              <a:defRPr sz="1275" b="0">
                <a:solidFill>
                  <a:srgbClr val="A2AFAC"/>
                </a:solidFill>
              </a:defRPr>
            </a:lvl5pPr>
            <a:lvl6pPr algn="l">
              <a:defRPr sz="1275" b="0">
                <a:solidFill>
                  <a:srgbClr val="A2AFAC"/>
                </a:solidFill>
              </a:defRPr>
            </a:lvl6pPr>
            <a:lvl7pPr algn="l">
              <a:defRPr sz="1275" b="0">
                <a:solidFill>
                  <a:srgbClr val="A2AFAC"/>
                </a:solidFill>
              </a:defRPr>
            </a:lvl7pPr>
            <a:lvl8pPr algn="l">
              <a:defRPr sz="1275" b="0">
                <a:solidFill>
                  <a:srgbClr val="A2AFAC"/>
                </a:solidFill>
              </a:defRPr>
            </a:lvl8pPr>
            <a:lvl9pPr algn="l">
              <a:defRPr sz="1275" b="0">
                <a:solidFill>
                  <a:srgbClr val="A2AFAC"/>
                </a:solidFill>
              </a:defRPr>
            </a:lvl9pPr>
          </a:lstStyle>
          <a:p xmlns:a="http://schemas.openxmlformats.org/drawingml/2006/main">
            <a:pPr algn="l">
              <a:defRPr sz="1275" b="0">
                <a:solidFill>
                  <a:srgbClr val="A2AFAC"/>
                </a:solidFill>
              </a:defRPr>
            </a:pPr>
            <a:r>
              <a:rPr sz="1275" b="0">
                <a:solidFill>
                  <a:srgbClr val="A2AFAC"/>
                </a:solidFill>
              </a:rPr>
              <a:t>명령과 다수 의견에 다른 선택을 낸다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DE41C06A-A99D-4459-8835-8DC78C7D80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619750"/>
            <a:ext cx="11201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383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802BF761-B53E-41FE-BF63-E04BF4AECD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638800"/>
            <a:ext cx="2000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425" b="1">
                <a:solidFill>
                  <a:srgbClr val="F2F5F4"/>
                </a:solidFill>
              </a:defRPr>
            </a:defPPr>
            <a:lvl1pPr algn="l">
              <a:defRPr sz="1425" b="1">
                <a:solidFill>
                  <a:srgbClr val="F2F5F4"/>
                </a:solidFill>
              </a:defRPr>
            </a:lvl1pPr>
            <a:lvl2pPr algn="l">
              <a:defRPr sz="1425" b="1">
                <a:solidFill>
                  <a:srgbClr val="F2F5F4"/>
                </a:solidFill>
              </a:defRPr>
            </a:lvl2pPr>
            <a:lvl3pPr algn="l">
              <a:defRPr sz="1425" b="1">
                <a:solidFill>
                  <a:srgbClr val="F2F5F4"/>
                </a:solidFill>
              </a:defRPr>
            </a:lvl3pPr>
            <a:lvl4pPr algn="l">
              <a:defRPr sz="1425" b="1">
                <a:solidFill>
                  <a:srgbClr val="F2F5F4"/>
                </a:solidFill>
              </a:defRPr>
            </a:lvl4pPr>
            <a:lvl5pPr algn="l">
              <a:defRPr sz="1425" b="1">
                <a:solidFill>
                  <a:srgbClr val="F2F5F4"/>
                </a:solidFill>
              </a:defRPr>
            </a:lvl5pPr>
            <a:lvl6pPr algn="l">
              <a:defRPr sz="1425" b="1">
                <a:solidFill>
                  <a:srgbClr val="F2F5F4"/>
                </a:solidFill>
              </a:defRPr>
            </a:lvl6pPr>
            <a:lvl7pPr algn="l">
              <a:defRPr sz="1425" b="1">
                <a:solidFill>
                  <a:srgbClr val="F2F5F4"/>
                </a:solidFill>
              </a:defRPr>
            </a:lvl7pPr>
            <a:lvl8pPr algn="l">
              <a:defRPr sz="1425" b="1">
                <a:solidFill>
                  <a:srgbClr val="F2F5F4"/>
                </a:solidFill>
              </a:defRPr>
            </a:lvl8pPr>
            <a:lvl9pPr algn="l">
              <a:defRPr sz="1425" b="1">
                <a:solidFill>
                  <a:srgbClr val="F2F5F4"/>
                </a:solidFill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F2F5F4"/>
                </a:solidFill>
              </a:defRPr>
            </a:pPr>
            <a:r>
              <a:rPr sz="1425" b="1">
                <a:solidFill>
                  <a:srgbClr val="F2F5F4"/>
                </a:solidFill>
              </a:rPr>
              <a:t>비밀스러운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C13EEFC4-B1A3-42F3-A6CC-4F096A1BD1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5638800"/>
            <a:ext cx="1619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75" b="1">
                <a:solidFill>
                  <a:srgbClr val="38D6C4"/>
                </a:solidFill>
              </a:defRPr>
            </a:defPPr>
            <a:lvl1pPr algn="l">
              <a:defRPr sz="1275" b="1">
                <a:solidFill>
                  <a:srgbClr val="38D6C4"/>
                </a:solidFill>
              </a:defRPr>
            </a:lvl1pPr>
            <a:lvl2pPr algn="l">
              <a:defRPr sz="1275" b="1">
                <a:solidFill>
                  <a:srgbClr val="38D6C4"/>
                </a:solidFill>
              </a:defRPr>
            </a:lvl2pPr>
            <a:lvl3pPr algn="l">
              <a:defRPr sz="1275" b="1">
                <a:solidFill>
                  <a:srgbClr val="38D6C4"/>
                </a:solidFill>
              </a:defRPr>
            </a:lvl3pPr>
            <a:lvl4pPr algn="l">
              <a:defRPr sz="1275" b="1">
                <a:solidFill>
                  <a:srgbClr val="38D6C4"/>
                </a:solidFill>
              </a:defRPr>
            </a:lvl4pPr>
            <a:lvl5pPr algn="l">
              <a:defRPr sz="1275" b="1">
                <a:solidFill>
                  <a:srgbClr val="38D6C4"/>
                </a:solidFill>
              </a:defRPr>
            </a:lvl5pPr>
            <a:lvl6pPr algn="l">
              <a:defRPr sz="1275" b="1">
                <a:solidFill>
                  <a:srgbClr val="38D6C4"/>
                </a:solidFill>
              </a:defRPr>
            </a:lvl6pPr>
            <a:lvl7pPr algn="l">
              <a:defRPr sz="1275" b="1">
                <a:solidFill>
                  <a:srgbClr val="38D6C4"/>
                </a:solidFill>
              </a:defRPr>
            </a:lvl7pPr>
            <a:lvl8pPr algn="l">
              <a:defRPr sz="1275" b="1">
                <a:solidFill>
                  <a:srgbClr val="38D6C4"/>
                </a:solidFill>
              </a:defRPr>
            </a:lvl8pPr>
            <a:lvl9pPr algn="l">
              <a:defRPr sz="1275" b="1">
                <a:solidFill>
                  <a:srgbClr val="38D6C4"/>
                </a:solidFill>
              </a:defRPr>
            </a:lvl9pPr>
          </a:lstStyle>
          <a:p xmlns:a="http://schemas.openxmlformats.org/drawingml/2006/main">
            <a:pPr algn="l">
              <a:defRPr sz="1275" b="1">
                <a:solidFill>
                  <a:srgbClr val="38D6C4"/>
                </a:solidFill>
              </a:defRPr>
            </a:pPr>
            <a:r>
              <a:rPr sz="1275" b="1">
                <a:solidFill>
                  <a:srgbClr val="38D6C4"/>
                </a:solidFill>
              </a:rPr>
              <a:t>교활함 +1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C40678BC-6661-40F7-8463-AADCDC581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5638800"/>
            <a:ext cx="7048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75" b="0">
                <a:solidFill>
                  <a:srgbClr val="A2AFAC"/>
                </a:solidFill>
              </a:defRPr>
            </a:defPPr>
            <a:lvl1pPr algn="l">
              <a:defRPr sz="1275" b="0">
                <a:solidFill>
                  <a:srgbClr val="A2AFAC"/>
                </a:solidFill>
              </a:defRPr>
            </a:lvl1pPr>
            <a:lvl2pPr algn="l">
              <a:defRPr sz="1275" b="0">
                <a:solidFill>
                  <a:srgbClr val="A2AFAC"/>
                </a:solidFill>
              </a:defRPr>
            </a:lvl2pPr>
            <a:lvl3pPr algn="l">
              <a:defRPr sz="1275" b="0">
                <a:solidFill>
                  <a:srgbClr val="A2AFAC"/>
                </a:solidFill>
              </a:defRPr>
            </a:lvl3pPr>
            <a:lvl4pPr algn="l">
              <a:defRPr sz="1275" b="0">
                <a:solidFill>
                  <a:srgbClr val="A2AFAC"/>
                </a:solidFill>
              </a:defRPr>
            </a:lvl4pPr>
            <a:lvl5pPr algn="l">
              <a:defRPr sz="1275" b="0">
                <a:solidFill>
                  <a:srgbClr val="A2AFAC"/>
                </a:solidFill>
              </a:defRPr>
            </a:lvl5pPr>
            <a:lvl6pPr algn="l">
              <a:defRPr sz="1275" b="0">
                <a:solidFill>
                  <a:srgbClr val="A2AFAC"/>
                </a:solidFill>
              </a:defRPr>
            </a:lvl6pPr>
            <a:lvl7pPr algn="l">
              <a:defRPr sz="1275" b="0">
                <a:solidFill>
                  <a:srgbClr val="A2AFAC"/>
                </a:solidFill>
              </a:defRPr>
            </a:lvl7pPr>
            <a:lvl8pPr algn="l">
              <a:defRPr sz="1275" b="0">
                <a:solidFill>
                  <a:srgbClr val="A2AFAC"/>
                </a:solidFill>
              </a:defRPr>
            </a:lvl8pPr>
            <a:lvl9pPr algn="l">
              <a:defRPr sz="1275" b="0">
                <a:solidFill>
                  <a:srgbClr val="A2AFAC"/>
                </a:solidFill>
              </a:defRPr>
            </a:lvl9pPr>
          </a:lstStyle>
          <a:p xmlns:a="http://schemas.openxmlformats.org/drawingml/2006/main">
            <a:pPr algn="l">
              <a:defRPr sz="1275" b="0">
                <a:solidFill>
                  <a:srgbClr val="A2AFAC"/>
                </a:solidFill>
              </a:defRPr>
            </a:pPr>
            <a:r>
              <a:rPr sz="1275" b="0">
                <a:solidFill>
                  <a:srgbClr val="A2AFAC"/>
                </a:solidFill>
              </a:rPr>
              <a:t>발견과 감정을 늦게 공유한다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72E480CD-38E8-431F-B19A-8FE7536CBA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000750"/>
            <a:ext cx="11201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383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CBAA9B99-F43E-4FFC-A815-9DF21885E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019800"/>
            <a:ext cx="2000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425" b="1">
                <a:solidFill>
                  <a:srgbClr val="F2F5F4"/>
                </a:solidFill>
              </a:defRPr>
            </a:defPPr>
            <a:lvl1pPr algn="l">
              <a:defRPr sz="1425" b="1">
                <a:solidFill>
                  <a:srgbClr val="F2F5F4"/>
                </a:solidFill>
              </a:defRPr>
            </a:lvl1pPr>
            <a:lvl2pPr algn="l">
              <a:defRPr sz="1425" b="1">
                <a:solidFill>
                  <a:srgbClr val="F2F5F4"/>
                </a:solidFill>
              </a:defRPr>
            </a:lvl2pPr>
            <a:lvl3pPr algn="l">
              <a:defRPr sz="1425" b="1">
                <a:solidFill>
                  <a:srgbClr val="F2F5F4"/>
                </a:solidFill>
              </a:defRPr>
            </a:lvl3pPr>
            <a:lvl4pPr algn="l">
              <a:defRPr sz="1425" b="1">
                <a:solidFill>
                  <a:srgbClr val="F2F5F4"/>
                </a:solidFill>
              </a:defRPr>
            </a:lvl4pPr>
            <a:lvl5pPr algn="l">
              <a:defRPr sz="1425" b="1">
                <a:solidFill>
                  <a:srgbClr val="F2F5F4"/>
                </a:solidFill>
              </a:defRPr>
            </a:lvl5pPr>
            <a:lvl6pPr algn="l">
              <a:defRPr sz="1425" b="1">
                <a:solidFill>
                  <a:srgbClr val="F2F5F4"/>
                </a:solidFill>
              </a:defRPr>
            </a:lvl6pPr>
            <a:lvl7pPr algn="l">
              <a:defRPr sz="1425" b="1">
                <a:solidFill>
                  <a:srgbClr val="F2F5F4"/>
                </a:solidFill>
              </a:defRPr>
            </a:lvl7pPr>
            <a:lvl8pPr algn="l">
              <a:defRPr sz="1425" b="1">
                <a:solidFill>
                  <a:srgbClr val="F2F5F4"/>
                </a:solidFill>
              </a:defRPr>
            </a:lvl8pPr>
            <a:lvl9pPr algn="l">
              <a:defRPr sz="1425" b="1">
                <a:solidFill>
                  <a:srgbClr val="F2F5F4"/>
                </a:solidFill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F2F5F4"/>
                </a:solidFill>
              </a:defRPr>
            </a:pPr>
            <a:r>
              <a:rPr sz="1425" b="1">
                <a:solidFill>
                  <a:srgbClr val="F2F5F4"/>
                </a:solidFill>
              </a:rPr>
              <a:t>미신적인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5BD69ACF-DB0A-40F0-83F0-24F8039DF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6019800"/>
            <a:ext cx="1619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75" b="1">
                <a:solidFill>
                  <a:srgbClr val="38D6C4"/>
                </a:solidFill>
              </a:defRPr>
            </a:defPPr>
            <a:lvl1pPr algn="l">
              <a:defRPr sz="1275" b="1">
                <a:solidFill>
                  <a:srgbClr val="38D6C4"/>
                </a:solidFill>
              </a:defRPr>
            </a:lvl1pPr>
            <a:lvl2pPr algn="l">
              <a:defRPr sz="1275" b="1">
                <a:solidFill>
                  <a:srgbClr val="38D6C4"/>
                </a:solidFill>
              </a:defRPr>
            </a:lvl2pPr>
            <a:lvl3pPr algn="l">
              <a:defRPr sz="1275" b="1">
                <a:solidFill>
                  <a:srgbClr val="38D6C4"/>
                </a:solidFill>
              </a:defRPr>
            </a:lvl3pPr>
            <a:lvl4pPr algn="l">
              <a:defRPr sz="1275" b="1">
                <a:solidFill>
                  <a:srgbClr val="38D6C4"/>
                </a:solidFill>
              </a:defRPr>
            </a:lvl4pPr>
            <a:lvl5pPr algn="l">
              <a:defRPr sz="1275" b="1">
                <a:solidFill>
                  <a:srgbClr val="38D6C4"/>
                </a:solidFill>
              </a:defRPr>
            </a:lvl5pPr>
            <a:lvl6pPr algn="l">
              <a:defRPr sz="1275" b="1">
                <a:solidFill>
                  <a:srgbClr val="38D6C4"/>
                </a:solidFill>
              </a:defRPr>
            </a:lvl6pPr>
            <a:lvl7pPr algn="l">
              <a:defRPr sz="1275" b="1">
                <a:solidFill>
                  <a:srgbClr val="38D6C4"/>
                </a:solidFill>
              </a:defRPr>
            </a:lvl7pPr>
            <a:lvl8pPr algn="l">
              <a:defRPr sz="1275" b="1">
                <a:solidFill>
                  <a:srgbClr val="38D6C4"/>
                </a:solidFill>
              </a:defRPr>
            </a:lvl8pPr>
            <a:lvl9pPr algn="l">
              <a:defRPr sz="1275" b="1">
                <a:solidFill>
                  <a:srgbClr val="38D6C4"/>
                </a:solidFill>
              </a:defRPr>
            </a:lvl9pPr>
          </a:lstStyle>
          <a:p xmlns:a="http://schemas.openxmlformats.org/drawingml/2006/main">
            <a:pPr algn="l">
              <a:defRPr sz="1275" b="1">
                <a:solidFill>
                  <a:srgbClr val="38D6C4"/>
                </a:solidFill>
              </a:defRPr>
            </a:pPr>
            <a:r>
              <a:rPr sz="1275" b="1">
                <a:solidFill>
                  <a:srgbClr val="38D6C4"/>
                </a:solidFill>
              </a:rPr>
              <a:t>행운 +1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0A458C2F-5D4A-4635-AFAD-6D43C4D156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6019800"/>
            <a:ext cx="7048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75" b="0">
                <a:solidFill>
                  <a:srgbClr val="A2AFAC"/>
                </a:solidFill>
              </a:defRPr>
            </a:defPPr>
            <a:lvl1pPr algn="l">
              <a:defRPr sz="1275" b="0">
                <a:solidFill>
                  <a:srgbClr val="A2AFAC"/>
                </a:solidFill>
              </a:defRPr>
            </a:lvl1pPr>
            <a:lvl2pPr algn="l">
              <a:defRPr sz="1275" b="0">
                <a:solidFill>
                  <a:srgbClr val="A2AFAC"/>
                </a:solidFill>
              </a:defRPr>
            </a:lvl2pPr>
            <a:lvl3pPr algn="l">
              <a:defRPr sz="1275" b="0">
                <a:solidFill>
                  <a:srgbClr val="A2AFAC"/>
                </a:solidFill>
              </a:defRPr>
            </a:lvl3pPr>
            <a:lvl4pPr algn="l">
              <a:defRPr sz="1275" b="0">
                <a:solidFill>
                  <a:srgbClr val="A2AFAC"/>
                </a:solidFill>
              </a:defRPr>
            </a:lvl4pPr>
            <a:lvl5pPr algn="l">
              <a:defRPr sz="1275" b="0">
                <a:solidFill>
                  <a:srgbClr val="A2AFAC"/>
                </a:solidFill>
              </a:defRPr>
            </a:lvl5pPr>
            <a:lvl6pPr algn="l">
              <a:defRPr sz="1275" b="0">
                <a:solidFill>
                  <a:srgbClr val="A2AFAC"/>
                </a:solidFill>
              </a:defRPr>
            </a:lvl6pPr>
            <a:lvl7pPr algn="l">
              <a:defRPr sz="1275" b="0">
                <a:solidFill>
                  <a:srgbClr val="A2AFAC"/>
                </a:solidFill>
              </a:defRPr>
            </a:lvl7pPr>
            <a:lvl8pPr algn="l">
              <a:defRPr sz="1275" b="0">
                <a:solidFill>
                  <a:srgbClr val="A2AFAC"/>
                </a:solidFill>
              </a:defRPr>
            </a:lvl8pPr>
            <a:lvl9pPr algn="l">
              <a:defRPr sz="1275" b="0">
                <a:solidFill>
                  <a:srgbClr val="A2AFAC"/>
                </a:solidFill>
              </a:defRPr>
            </a:lvl9pPr>
          </a:lstStyle>
          <a:p xmlns:a="http://schemas.openxmlformats.org/drawingml/2006/main">
            <a:pPr algn="l">
              <a:defRPr sz="1275" b="0">
                <a:solidFill>
                  <a:srgbClr val="A2AFAC"/>
                </a:solidFill>
              </a:defRPr>
            </a:pPr>
            <a:r>
              <a:rPr sz="1275" b="0">
                <a:solidFill>
                  <a:srgbClr val="A2AFAC"/>
                </a:solidFill>
              </a:rPr>
              <a:t>징조와 개인 의식을 판단에 반영한다</a:t>
            </a:r>
          </a:p>
        </p:txBody>
      </p:sp>
    </p:spTree>
    <p:extLst>
      <p:ext uri="{BB962C8B-B14F-4D97-AF65-F5344CB8AC3E}">
        <p14:creationId xmlns:p14="http://schemas.microsoft.com/office/powerpoint/2010/main" val="63023462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0A0E0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783F0B9-FEA9-4B11-8508-EDA92AE285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333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D6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2A92B1A-5324-4E01-BA00-020E53F60B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8575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900" b="1">
                <a:solidFill>
                  <a:srgbClr val="38D6C4"/>
                </a:solidFill>
              </a:defRPr>
            </a:defPPr>
            <a:lvl1pPr algn="l">
              <a:defRPr sz="900" b="1">
                <a:solidFill>
                  <a:srgbClr val="38D6C4"/>
                </a:solidFill>
              </a:defRPr>
            </a:lvl1pPr>
            <a:lvl2pPr algn="l">
              <a:defRPr sz="900" b="1">
                <a:solidFill>
                  <a:srgbClr val="38D6C4"/>
                </a:solidFill>
              </a:defRPr>
            </a:lvl2pPr>
            <a:lvl3pPr algn="l">
              <a:defRPr sz="900" b="1">
                <a:solidFill>
                  <a:srgbClr val="38D6C4"/>
                </a:solidFill>
              </a:defRPr>
            </a:lvl3pPr>
            <a:lvl4pPr algn="l">
              <a:defRPr sz="900" b="1">
                <a:solidFill>
                  <a:srgbClr val="38D6C4"/>
                </a:solidFill>
              </a:defRPr>
            </a:lvl4pPr>
            <a:lvl5pPr algn="l">
              <a:defRPr sz="900" b="1">
                <a:solidFill>
                  <a:srgbClr val="38D6C4"/>
                </a:solidFill>
              </a:defRPr>
            </a:lvl5pPr>
            <a:lvl6pPr algn="l">
              <a:defRPr sz="900" b="1">
                <a:solidFill>
                  <a:srgbClr val="38D6C4"/>
                </a:solidFill>
              </a:defRPr>
            </a:lvl6pPr>
            <a:lvl7pPr algn="l">
              <a:defRPr sz="900" b="1">
                <a:solidFill>
                  <a:srgbClr val="38D6C4"/>
                </a:solidFill>
              </a:defRPr>
            </a:lvl7pPr>
            <a:lvl8pPr algn="l">
              <a:defRPr sz="900" b="1">
                <a:solidFill>
                  <a:srgbClr val="38D6C4"/>
                </a:solidFill>
              </a:defRPr>
            </a:lvl8pPr>
            <a:lvl9pPr algn="l">
              <a:defRPr sz="900" b="1">
                <a:solidFill>
                  <a:srgbClr val="38D6C4"/>
                </a:solidFill>
              </a:defRPr>
            </a:lvl9pPr>
          </a:lstStyle>
          <a:p xmlns:a="http://schemas.openxmlformats.org/drawingml/2006/main">
            <a:pPr algn="l">
              <a:defRPr sz="900" b="1">
                <a:solidFill>
                  <a:srgbClr val="38D6C4"/>
                </a:solidFill>
              </a:defRPr>
            </a:pPr>
            <a:r>
              <a:rPr sz="900" b="1">
                <a:solidFill>
                  <a:srgbClr val="38D6C4"/>
                </a:solidFill>
              </a:rPr>
              <a:t>AUTONOMOUS NARRATIVE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18161F9-8985-42F8-82CB-9B7CADA382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71500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550" b="1">
                <a:solidFill>
                  <a:srgbClr val="F2F5F4"/>
                </a:solidFill>
              </a:defRPr>
            </a:defPPr>
            <a:lvl1pPr algn="l">
              <a:defRPr sz="2550" b="1">
                <a:solidFill>
                  <a:srgbClr val="F2F5F4"/>
                </a:solidFill>
              </a:defRPr>
            </a:lvl1pPr>
            <a:lvl2pPr algn="l">
              <a:defRPr sz="2550" b="1">
                <a:solidFill>
                  <a:srgbClr val="F2F5F4"/>
                </a:solidFill>
              </a:defRPr>
            </a:lvl2pPr>
            <a:lvl3pPr algn="l">
              <a:defRPr sz="2550" b="1">
                <a:solidFill>
                  <a:srgbClr val="F2F5F4"/>
                </a:solidFill>
              </a:defRPr>
            </a:lvl3pPr>
            <a:lvl4pPr algn="l">
              <a:defRPr sz="2550" b="1">
                <a:solidFill>
                  <a:srgbClr val="F2F5F4"/>
                </a:solidFill>
              </a:defRPr>
            </a:lvl4pPr>
            <a:lvl5pPr algn="l">
              <a:defRPr sz="2550" b="1">
                <a:solidFill>
                  <a:srgbClr val="F2F5F4"/>
                </a:solidFill>
              </a:defRPr>
            </a:lvl5pPr>
            <a:lvl6pPr algn="l">
              <a:defRPr sz="2550" b="1">
                <a:solidFill>
                  <a:srgbClr val="F2F5F4"/>
                </a:solidFill>
              </a:defRPr>
            </a:lvl6pPr>
            <a:lvl7pPr algn="l">
              <a:defRPr sz="2550" b="1">
                <a:solidFill>
                  <a:srgbClr val="F2F5F4"/>
                </a:solidFill>
              </a:defRPr>
            </a:lvl7pPr>
            <a:lvl8pPr algn="l">
              <a:defRPr sz="2550" b="1">
                <a:solidFill>
                  <a:srgbClr val="F2F5F4"/>
                </a:solidFill>
              </a:defRPr>
            </a:lvl8pPr>
            <a:lvl9pPr algn="l">
              <a:defRPr sz="2550" b="1">
                <a:solidFill>
                  <a:srgbClr val="F2F5F4"/>
                </a:solidFill>
              </a:defRPr>
            </a:lvl9pPr>
          </a:lstStyle>
          <a:p xmlns:a="http://schemas.openxmlformats.org/drawingml/2006/main">
            <a:pPr algn="l">
              <a:defRPr sz="2550" b="1">
                <a:solidFill>
                  <a:srgbClr val="F2F5F4"/>
                </a:solidFill>
              </a:defRPr>
            </a:pPr>
            <a:r>
              <a:rPr sz="2550" b="1">
                <a:solidFill>
                  <a:srgbClr val="F2F5F4"/>
                </a:solidFill>
              </a:rPr>
              <a:t>자동 탐사 씬과 관계 변화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9FF1482-1F78-48ED-99AA-E56928CA11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200150"/>
            <a:ext cx="11201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383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AC065B9-4435-4304-8E0F-FDB42B9933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28575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900" b="1">
                <a:solidFill>
                  <a:srgbClr val="A2AFAC"/>
                </a:solidFill>
              </a:defRPr>
            </a:defPPr>
            <a:lvl1pPr algn="r">
              <a:defRPr sz="900" b="1">
                <a:solidFill>
                  <a:srgbClr val="A2AFAC"/>
                </a:solidFill>
              </a:defRPr>
            </a:lvl1pPr>
            <a:lvl2pPr algn="r">
              <a:defRPr sz="900" b="1">
                <a:solidFill>
                  <a:srgbClr val="A2AFAC"/>
                </a:solidFill>
              </a:defRPr>
            </a:lvl2pPr>
            <a:lvl3pPr algn="r">
              <a:defRPr sz="900" b="1">
                <a:solidFill>
                  <a:srgbClr val="A2AFAC"/>
                </a:solidFill>
              </a:defRPr>
            </a:lvl3pPr>
            <a:lvl4pPr algn="r">
              <a:defRPr sz="900" b="1">
                <a:solidFill>
                  <a:srgbClr val="A2AFAC"/>
                </a:solidFill>
              </a:defRPr>
            </a:lvl4pPr>
            <a:lvl5pPr algn="r">
              <a:defRPr sz="900" b="1">
                <a:solidFill>
                  <a:srgbClr val="A2AFAC"/>
                </a:solidFill>
              </a:defRPr>
            </a:lvl5pPr>
            <a:lvl6pPr algn="r">
              <a:defRPr sz="900" b="1">
                <a:solidFill>
                  <a:srgbClr val="A2AFAC"/>
                </a:solidFill>
              </a:defRPr>
            </a:lvl6pPr>
            <a:lvl7pPr algn="r">
              <a:defRPr sz="900" b="1">
                <a:solidFill>
                  <a:srgbClr val="A2AFAC"/>
                </a:solidFill>
              </a:defRPr>
            </a:lvl7pPr>
            <a:lvl8pPr algn="r">
              <a:defRPr sz="900" b="1">
                <a:solidFill>
                  <a:srgbClr val="A2AFAC"/>
                </a:solidFill>
              </a:defRPr>
            </a:lvl8pPr>
            <a:lvl9pPr algn="r">
              <a:defRPr sz="900" b="1">
                <a:solidFill>
                  <a:srgbClr val="A2AFAC"/>
                </a:solidFill>
              </a:defRPr>
            </a:lvl9pPr>
          </a:lstStyle>
          <a:p xmlns:a="http://schemas.openxmlformats.org/drawingml/2006/main">
            <a:pPr algn="r">
              <a:defRPr sz="900" b="1">
                <a:solidFill>
                  <a:srgbClr val="A2AFAC"/>
                </a:solidFill>
              </a:defRPr>
            </a:pPr>
            <a:r>
              <a:rPr sz="900" b="1">
                <a:solidFill>
                  <a:srgbClr val="A2AFAC"/>
                </a:solidFill>
              </a:rPr>
              <a:t>12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36D1DF0-FF80-4B16-ADC0-A534307677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66850"/>
            <a:ext cx="1714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350" b="1">
                <a:solidFill>
                  <a:srgbClr val="38D6C4"/>
                </a:solidFill>
              </a:defRPr>
            </a:defPPr>
            <a:lvl1pPr algn="l">
              <a:defRPr sz="1350" b="1">
                <a:solidFill>
                  <a:srgbClr val="38D6C4"/>
                </a:solidFill>
              </a:defRPr>
            </a:lvl1pPr>
            <a:lvl2pPr algn="l">
              <a:defRPr sz="1350" b="1">
                <a:solidFill>
                  <a:srgbClr val="38D6C4"/>
                </a:solidFill>
              </a:defRPr>
            </a:lvl2pPr>
            <a:lvl3pPr algn="l">
              <a:defRPr sz="1350" b="1">
                <a:solidFill>
                  <a:srgbClr val="38D6C4"/>
                </a:solidFill>
              </a:defRPr>
            </a:lvl3pPr>
            <a:lvl4pPr algn="l">
              <a:defRPr sz="1350" b="1">
                <a:solidFill>
                  <a:srgbClr val="38D6C4"/>
                </a:solidFill>
              </a:defRPr>
            </a:lvl4pPr>
            <a:lvl5pPr algn="l">
              <a:defRPr sz="1350" b="1">
                <a:solidFill>
                  <a:srgbClr val="38D6C4"/>
                </a:solidFill>
              </a:defRPr>
            </a:lvl5pPr>
            <a:lvl6pPr algn="l">
              <a:defRPr sz="1350" b="1">
                <a:solidFill>
                  <a:srgbClr val="38D6C4"/>
                </a:solidFill>
              </a:defRPr>
            </a:lvl6pPr>
            <a:lvl7pPr algn="l">
              <a:defRPr sz="1350" b="1">
                <a:solidFill>
                  <a:srgbClr val="38D6C4"/>
                </a:solidFill>
              </a:defRPr>
            </a:lvl7pPr>
            <a:lvl8pPr algn="l">
              <a:defRPr sz="1350" b="1">
                <a:solidFill>
                  <a:srgbClr val="38D6C4"/>
                </a:solidFill>
              </a:defRPr>
            </a:lvl8pPr>
            <a:lvl9pPr algn="l">
              <a:defRPr sz="1350" b="1">
                <a:solidFill>
                  <a:srgbClr val="38D6C4"/>
                </a:solidFill>
              </a:defRPr>
            </a:lvl9pPr>
          </a:lstStyle>
          <a:p xmlns:a="http://schemas.openxmlformats.org/drawingml/2006/main">
            <a:pPr algn="l">
              <a:defRPr sz="1350" b="1">
                <a:solidFill>
                  <a:srgbClr val="38D6C4"/>
                </a:solidFill>
              </a:defRPr>
            </a:pPr>
            <a:r>
              <a:rPr sz="1350" b="1">
                <a:solidFill>
                  <a:srgbClr val="38D6C4"/>
                </a:solidFill>
              </a:rPr>
              <a:t>상황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7F62F5A-1AE6-43AC-A3E0-6268F5F9D1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1466850"/>
            <a:ext cx="8763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75" b="0">
                <a:solidFill>
                  <a:srgbClr val="F2F5F4"/>
                </a:solidFill>
              </a:defRPr>
            </a:defPPr>
            <a:lvl1pPr algn="l">
              <a:defRPr sz="1575" b="0">
                <a:solidFill>
                  <a:srgbClr val="F2F5F4"/>
                </a:solidFill>
              </a:defRPr>
            </a:lvl1pPr>
            <a:lvl2pPr algn="l">
              <a:defRPr sz="1575" b="0">
                <a:solidFill>
                  <a:srgbClr val="F2F5F4"/>
                </a:solidFill>
              </a:defRPr>
            </a:lvl2pPr>
            <a:lvl3pPr algn="l">
              <a:defRPr sz="1575" b="0">
                <a:solidFill>
                  <a:srgbClr val="F2F5F4"/>
                </a:solidFill>
              </a:defRPr>
            </a:lvl3pPr>
            <a:lvl4pPr algn="l">
              <a:defRPr sz="1575" b="0">
                <a:solidFill>
                  <a:srgbClr val="F2F5F4"/>
                </a:solidFill>
              </a:defRPr>
            </a:lvl4pPr>
            <a:lvl5pPr algn="l">
              <a:defRPr sz="1575" b="0">
                <a:solidFill>
                  <a:srgbClr val="F2F5F4"/>
                </a:solidFill>
              </a:defRPr>
            </a:lvl5pPr>
            <a:lvl6pPr algn="l">
              <a:defRPr sz="1575" b="0">
                <a:solidFill>
                  <a:srgbClr val="F2F5F4"/>
                </a:solidFill>
              </a:defRPr>
            </a:lvl6pPr>
            <a:lvl7pPr algn="l">
              <a:defRPr sz="1575" b="0">
                <a:solidFill>
                  <a:srgbClr val="F2F5F4"/>
                </a:solidFill>
              </a:defRPr>
            </a:lvl7pPr>
            <a:lvl8pPr algn="l">
              <a:defRPr sz="1575" b="0">
                <a:solidFill>
                  <a:srgbClr val="F2F5F4"/>
                </a:solidFill>
              </a:defRPr>
            </a:lvl8pPr>
            <a:lvl9pPr algn="l">
              <a:defRPr sz="1575" b="0">
                <a:solidFill>
                  <a:srgbClr val="F2F5F4"/>
                </a:solidFill>
              </a:defRPr>
            </a:lvl9pPr>
          </a:lstStyle>
          <a:p xmlns:a="http://schemas.openxmlformats.org/drawingml/2006/main">
            <a:pPr algn="l">
              <a:defRPr sz="1575" b="0">
                <a:solidFill>
                  <a:srgbClr val="F2F5F4"/>
                </a:solidFill>
              </a:defRPr>
            </a:pPr>
            <a:r>
              <a:rPr sz="1575" b="0">
                <a:solidFill>
                  <a:srgbClr val="F2F5F4"/>
                </a:solidFill>
              </a:rPr>
              <a:t>관찰 사각에서 동료 한 명이 사라지기 시작한다.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972F41E-91A9-4EF6-84DD-C6F503D50A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4790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383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D53B40A-FC73-4202-807A-36F0B96DA1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447925"/>
            <a:ext cx="1714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350" b="1">
                <a:solidFill>
                  <a:srgbClr val="E9C46A"/>
                </a:solidFill>
              </a:defRPr>
            </a:defPPr>
            <a:lvl1pPr algn="l">
              <a:defRPr sz="1350" b="1">
                <a:solidFill>
                  <a:srgbClr val="E9C46A"/>
                </a:solidFill>
              </a:defRPr>
            </a:lvl1pPr>
            <a:lvl2pPr algn="l">
              <a:defRPr sz="1350" b="1">
                <a:solidFill>
                  <a:srgbClr val="E9C46A"/>
                </a:solidFill>
              </a:defRPr>
            </a:lvl2pPr>
            <a:lvl3pPr algn="l">
              <a:defRPr sz="1350" b="1">
                <a:solidFill>
                  <a:srgbClr val="E9C46A"/>
                </a:solidFill>
              </a:defRPr>
            </a:lvl3pPr>
            <a:lvl4pPr algn="l">
              <a:defRPr sz="1350" b="1">
                <a:solidFill>
                  <a:srgbClr val="E9C46A"/>
                </a:solidFill>
              </a:defRPr>
            </a:lvl4pPr>
            <a:lvl5pPr algn="l">
              <a:defRPr sz="1350" b="1">
                <a:solidFill>
                  <a:srgbClr val="E9C46A"/>
                </a:solidFill>
              </a:defRPr>
            </a:lvl5pPr>
            <a:lvl6pPr algn="l">
              <a:defRPr sz="1350" b="1">
                <a:solidFill>
                  <a:srgbClr val="E9C46A"/>
                </a:solidFill>
              </a:defRPr>
            </a:lvl6pPr>
            <a:lvl7pPr algn="l">
              <a:defRPr sz="1350" b="1">
                <a:solidFill>
                  <a:srgbClr val="E9C46A"/>
                </a:solidFill>
              </a:defRPr>
            </a:lvl7pPr>
            <a:lvl8pPr algn="l">
              <a:defRPr sz="1350" b="1">
                <a:solidFill>
                  <a:srgbClr val="E9C46A"/>
                </a:solidFill>
              </a:defRPr>
            </a:lvl8pPr>
            <a:lvl9pPr algn="l">
              <a:defRPr sz="1350" b="1">
                <a:solidFill>
                  <a:srgbClr val="E9C46A"/>
                </a:solidFill>
              </a:defRPr>
            </a:lvl9pPr>
          </a:lstStyle>
          <a:p xmlns:a="http://schemas.openxmlformats.org/drawingml/2006/main">
            <a:pPr algn="l">
              <a:defRPr sz="1350" b="1">
                <a:solidFill>
                  <a:srgbClr val="E9C46A"/>
                </a:solidFill>
              </a:defRPr>
            </a:pPr>
            <a:r>
              <a:rPr sz="1350" b="1">
                <a:solidFill>
                  <a:srgbClr val="E9C46A"/>
                </a:solidFill>
              </a:rPr>
              <a:t>성격 반응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B5AD9C4-C21F-4BB7-8843-EB1D33DA5C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2447925"/>
            <a:ext cx="8763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75" b="0">
                <a:solidFill>
                  <a:srgbClr val="F2F5F4"/>
                </a:solidFill>
              </a:defRPr>
            </a:defPPr>
            <a:lvl1pPr algn="l">
              <a:defRPr sz="1575" b="0">
                <a:solidFill>
                  <a:srgbClr val="F2F5F4"/>
                </a:solidFill>
              </a:defRPr>
            </a:lvl1pPr>
            <a:lvl2pPr algn="l">
              <a:defRPr sz="1575" b="0">
                <a:solidFill>
                  <a:srgbClr val="F2F5F4"/>
                </a:solidFill>
              </a:defRPr>
            </a:lvl2pPr>
            <a:lvl3pPr algn="l">
              <a:defRPr sz="1575" b="0">
                <a:solidFill>
                  <a:srgbClr val="F2F5F4"/>
                </a:solidFill>
              </a:defRPr>
            </a:lvl3pPr>
            <a:lvl4pPr algn="l">
              <a:defRPr sz="1575" b="0">
                <a:solidFill>
                  <a:srgbClr val="F2F5F4"/>
                </a:solidFill>
              </a:defRPr>
            </a:lvl4pPr>
            <a:lvl5pPr algn="l">
              <a:defRPr sz="1575" b="0">
                <a:solidFill>
                  <a:srgbClr val="F2F5F4"/>
                </a:solidFill>
              </a:defRPr>
            </a:lvl5pPr>
            <a:lvl6pPr algn="l">
              <a:defRPr sz="1575" b="0">
                <a:solidFill>
                  <a:srgbClr val="F2F5F4"/>
                </a:solidFill>
              </a:defRPr>
            </a:lvl6pPr>
            <a:lvl7pPr algn="l">
              <a:defRPr sz="1575" b="0">
                <a:solidFill>
                  <a:srgbClr val="F2F5F4"/>
                </a:solidFill>
              </a:defRPr>
            </a:lvl7pPr>
            <a:lvl8pPr algn="l">
              <a:defRPr sz="1575" b="0">
                <a:solidFill>
                  <a:srgbClr val="F2F5F4"/>
                </a:solidFill>
              </a:defRPr>
            </a:lvl8pPr>
            <a:lvl9pPr algn="l">
              <a:defRPr sz="1575" b="0">
                <a:solidFill>
                  <a:srgbClr val="F2F5F4"/>
                </a:solidFill>
              </a:defRPr>
            </a:lvl9pPr>
          </a:lstStyle>
          <a:p xmlns:a="http://schemas.openxmlformats.org/drawingml/2006/main">
            <a:pPr algn="l">
              <a:defRPr sz="1575" b="0">
                <a:solidFill>
                  <a:srgbClr val="F2F5F4"/>
                </a:solidFill>
              </a:defRPr>
            </a:pPr>
            <a:r>
              <a:rPr sz="1575" b="0">
                <a:solidFill>
                  <a:srgbClr val="F2F5F4"/>
                </a:solidFill>
              </a:rPr>
              <a:t>이타적 대원은 손을 뻗고, 신중한 대원은 안전줄부터 고정한다.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EADB31C-BDA9-4A3C-BC71-EA1A032D43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2289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383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A6C8A17-E80D-4C5D-9362-5490D188BF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429000"/>
            <a:ext cx="1714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350" b="1">
                <a:solidFill>
                  <a:srgbClr val="E86D65"/>
                </a:solidFill>
              </a:defRPr>
            </a:defPPr>
            <a:lvl1pPr algn="l">
              <a:defRPr sz="1350" b="1">
                <a:solidFill>
                  <a:srgbClr val="E86D65"/>
                </a:solidFill>
              </a:defRPr>
            </a:lvl1pPr>
            <a:lvl2pPr algn="l">
              <a:defRPr sz="1350" b="1">
                <a:solidFill>
                  <a:srgbClr val="E86D65"/>
                </a:solidFill>
              </a:defRPr>
            </a:lvl2pPr>
            <a:lvl3pPr algn="l">
              <a:defRPr sz="1350" b="1">
                <a:solidFill>
                  <a:srgbClr val="E86D65"/>
                </a:solidFill>
              </a:defRPr>
            </a:lvl3pPr>
            <a:lvl4pPr algn="l">
              <a:defRPr sz="1350" b="1">
                <a:solidFill>
                  <a:srgbClr val="E86D65"/>
                </a:solidFill>
              </a:defRPr>
            </a:lvl4pPr>
            <a:lvl5pPr algn="l">
              <a:defRPr sz="1350" b="1">
                <a:solidFill>
                  <a:srgbClr val="E86D65"/>
                </a:solidFill>
              </a:defRPr>
            </a:lvl5pPr>
            <a:lvl6pPr algn="l">
              <a:defRPr sz="1350" b="1">
                <a:solidFill>
                  <a:srgbClr val="E86D65"/>
                </a:solidFill>
              </a:defRPr>
            </a:lvl6pPr>
            <a:lvl7pPr algn="l">
              <a:defRPr sz="1350" b="1">
                <a:solidFill>
                  <a:srgbClr val="E86D65"/>
                </a:solidFill>
              </a:defRPr>
            </a:lvl7pPr>
            <a:lvl8pPr algn="l">
              <a:defRPr sz="1350" b="1">
                <a:solidFill>
                  <a:srgbClr val="E86D65"/>
                </a:solidFill>
              </a:defRPr>
            </a:lvl8pPr>
            <a:lvl9pPr algn="l">
              <a:defRPr sz="1350" b="1">
                <a:solidFill>
                  <a:srgbClr val="E86D65"/>
                </a:solidFill>
              </a:defRPr>
            </a:lvl9pPr>
          </a:lstStyle>
          <a:p xmlns:a="http://schemas.openxmlformats.org/drawingml/2006/main">
            <a:pPr algn="l">
              <a:defRPr sz="1350" b="1">
                <a:solidFill>
                  <a:srgbClr val="E86D65"/>
                </a:solidFill>
              </a:defRPr>
            </a:pPr>
            <a:r>
              <a:rPr sz="1350" b="1">
                <a:solidFill>
                  <a:srgbClr val="E86D65"/>
                </a:solidFill>
              </a:rPr>
              <a:t>관계 반응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B87B7E8-1770-4F3A-8610-52C38698B6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3429000"/>
            <a:ext cx="8763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75" b="0">
                <a:solidFill>
                  <a:srgbClr val="F2F5F4"/>
                </a:solidFill>
              </a:defRPr>
            </a:defPPr>
            <a:lvl1pPr algn="l">
              <a:defRPr sz="1575" b="0">
                <a:solidFill>
                  <a:srgbClr val="F2F5F4"/>
                </a:solidFill>
              </a:defRPr>
            </a:lvl1pPr>
            <a:lvl2pPr algn="l">
              <a:defRPr sz="1575" b="0">
                <a:solidFill>
                  <a:srgbClr val="F2F5F4"/>
                </a:solidFill>
              </a:defRPr>
            </a:lvl2pPr>
            <a:lvl3pPr algn="l">
              <a:defRPr sz="1575" b="0">
                <a:solidFill>
                  <a:srgbClr val="F2F5F4"/>
                </a:solidFill>
              </a:defRPr>
            </a:lvl3pPr>
            <a:lvl4pPr algn="l">
              <a:defRPr sz="1575" b="0">
                <a:solidFill>
                  <a:srgbClr val="F2F5F4"/>
                </a:solidFill>
              </a:defRPr>
            </a:lvl4pPr>
            <a:lvl5pPr algn="l">
              <a:defRPr sz="1575" b="0">
                <a:solidFill>
                  <a:srgbClr val="F2F5F4"/>
                </a:solidFill>
              </a:defRPr>
            </a:lvl5pPr>
            <a:lvl6pPr algn="l">
              <a:defRPr sz="1575" b="0">
                <a:solidFill>
                  <a:srgbClr val="F2F5F4"/>
                </a:solidFill>
              </a:defRPr>
            </a:lvl6pPr>
            <a:lvl7pPr algn="l">
              <a:defRPr sz="1575" b="0">
                <a:solidFill>
                  <a:srgbClr val="F2F5F4"/>
                </a:solidFill>
              </a:defRPr>
            </a:lvl7pPr>
            <a:lvl8pPr algn="l">
              <a:defRPr sz="1575" b="0">
                <a:solidFill>
                  <a:srgbClr val="F2F5F4"/>
                </a:solidFill>
              </a:defRPr>
            </a:lvl8pPr>
            <a:lvl9pPr algn="l">
              <a:defRPr sz="1575" b="0">
                <a:solidFill>
                  <a:srgbClr val="F2F5F4"/>
                </a:solidFill>
              </a:defRPr>
            </a:lvl9pPr>
          </a:lstStyle>
          <a:p xmlns:a="http://schemas.openxmlformats.org/drawingml/2006/main">
            <a:pPr algn="l">
              <a:defRPr sz="1575" b="0">
                <a:solidFill>
                  <a:srgbClr val="F2F5F4"/>
                </a:solidFill>
              </a:defRPr>
            </a:pPr>
            <a:r>
              <a:rPr sz="1575" b="0">
                <a:solidFill>
                  <a:srgbClr val="F2F5F4"/>
                </a:solidFill>
              </a:rPr>
              <a:t>신뢰가 높으면 구조에 동참하고, 마찰이 높으면 책임을 따진다.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BF8EC13-A351-4DB2-8C67-6EF8B925C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100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383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C593C86-4CB4-4392-93FD-0AF7750D17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410075"/>
            <a:ext cx="1714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350" b="1">
                <a:solidFill>
                  <a:srgbClr val="38D6C4"/>
                </a:solidFill>
              </a:defRPr>
            </a:defPPr>
            <a:lvl1pPr algn="l">
              <a:defRPr sz="1350" b="1">
                <a:solidFill>
                  <a:srgbClr val="38D6C4"/>
                </a:solidFill>
              </a:defRPr>
            </a:lvl1pPr>
            <a:lvl2pPr algn="l">
              <a:defRPr sz="1350" b="1">
                <a:solidFill>
                  <a:srgbClr val="38D6C4"/>
                </a:solidFill>
              </a:defRPr>
            </a:lvl2pPr>
            <a:lvl3pPr algn="l">
              <a:defRPr sz="1350" b="1">
                <a:solidFill>
                  <a:srgbClr val="38D6C4"/>
                </a:solidFill>
              </a:defRPr>
            </a:lvl3pPr>
            <a:lvl4pPr algn="l">
              <a:defRPr sz="1350" b="1">
                <a:solidFill>
                  <a:srgbClr val="38D6C4"/>
                </a:solidFill>
              </a:defRPr>
            </a:lvl4pPr>
            <a:lvl5pPr algn="l">
              <a:defRPr sz="1350" b="1">
                <a:solidFill>
                  <a:srgbClr val="38D6C4"/>
                </a:solidFill>
              </a:defRPr>
            </a:lvl5pPr>
            <a:lvl6pPr algn="l">
              <a:defRPr sz="1350" b="1">
                <a:solidFill>
                  <a:srgbClr val="38D6C4"/>
                </a:solidFill>
              </a:defRPr>
            </a:lvl6pPr>
            <a:lvl7pPr algn="l">
              <a:defRPr sz="1350" b="1">
                <a:solidFill>
                  <a:srgbClr val="38D6C4"/>
                </a:solidFill>
              </a:defRPr>
            </a:lvl7pPr>
            <a:lvl8pPr algn="l">
              <a:defRPr sz="1350" b="1">
                <a:solidFill>
                  <a:srgbClr val="38D6C4"/>
                </a:solidFill>
              </a:defRPr>
            </a:lvl8pPr>
            <a:lvl9pPr algn="l">
              <a:defRPr sz="1350" b="1">
                <a:solidFill>
                  <a:srgbClr val="38D6C4"/>
                </a:solidFill>
              </a:defRPr>
            </a:lvl9pPr>
          </a:lstStyle>
          <a:p xmlns:a="http://schemas.openxmlformats.org/drawingml/2006/main">
            <a:pPr algn="l">
              <a:defRPr sz="1350" b="1">
                <a:solidFill>
                  <a:srgbClr val="38D6C4"/>
                </a:solidFill>
              </a:defRPr>
            </a:pPr>
            <a:r>
              <a:rPr sz="1350" b="1">
                <a:solidFill>
                  <a:srgbClr val="38D6C4"/>
                </a:solidFill>
              </a:rPr>
              <a:t>결과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1300E18-3866-4918-B323-37B60AC562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4410075"/>
            <a:ext cx="8763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75" b="0">
                <a:solidFill>
                  <a:srgbClr val="F2F5F4"/>
                </a:solidFill>
              </a:defRPr>
            </a:defPPr>
            <a:lvl1pPr algn="l">
              <a:defRPr sz="1575" b="0">
                <a:solidFill>
                  <a:srgbClr val="F2F5F4"/>
                </a:solidFill>
              </a:defRPr>
            </a:lvl1pPr>
            <a:lvl2pPr algn="l">
              <a:defRPr sz="1575" b="0">
                <a:solidFill>
                  <a:srgbClr val="F2F5F4"/>
                </a:solidFill>
              </a:defRPr>
            </a:lvl2pPr>
            <a:lvl3pPr algn="l">
              <a:defRPr sz="1575" b="0">
                <a:solidFill>
                  <a:srgbClr val="F2F5F4"/>
                </a:solidFill>
              </a:defRPr>
            </a:lvl3pPr>
            <a:lvl4pPr algn="l">
              <a:defRPr sz="1575" b="0">
                <a:solidFill>
                  <a:srgbClr val="F2F5F4"/>
                </a:solidFill>
              </a:defRPr>
            </a:lvl4pPr>
            <a:lvl5pPr algn="l">
              <a:defRPr sz="1575" b="0">
                <a:solidFill>
                  <a:srgbClr val="F2F5F4"/>
                </a:solidFill>
              </a:defRPr>
            </a:lvl5pPr>
            <a:lvl6pPr algn="l">
              <a:defRPr sz="1575" b="0">
                <a:solidFill>
                  <a:srgbClr val="F2F5F4"/>
                </a:solidFill>
              </a:defRPr>
            </a:lvl6pPr>
            <a:lvl7pPr algn="l">
              <a:defRPr sz="1575" b="0">
                <a:solidFill>
                  <a:srgbClr val="F2F5F4"/>
                </a:solidFill>
              </a:defRPr>
            </a:lvl7pPr>
            <a:lvl8pPr algn="l">
              <a:defRPr sz="1575" b="0">
                <a:solidFill>
                  <a:srgbClr val="F2F5F4"/>
                </a:solidFill>
              </a:defRPr>
            </a:lvl8pPr>
            <a:lvl9pPr algn="l">
              <a:defRPr sz="1575" b="0">
                <a:solidFill>
                  <a:srgbClr val="F2F5F4"/>
                </a:solidFill>
              </a:defRPr>
            </a:lvl9pPr>
          </a:lstStyle>
          <a:p xmlns:a="http://schemas.openxmlformats.org/drawingml/2006/main">
            <a:pPr algn="l">
              <a:defRPr sz="1575" b="0">
                <a:solidFill>
                  <a:srgbClr val="F2F5F4"/>
                </a:solidFill>
              </a:defRPr>
            </a:pPr>
            <a:r>
              <a:rPr sz="1575" b="0">
                <a:solidFill>
                  <a:srgbClr val="F2F5F4"/>
                </a:solidFill>
              </a:rPr>
              <a:t>부상·물자·정보·관계 근거가 함께 변한다.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3C6C27E-CA35-472F-83B8-4DA281153F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19112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383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5A137F4-E324-44C0-A7E2-2AE566D760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6578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500" b="1">
                <a:solidFill>
                  <a:srgbClr val="A2AFAC"/>
                </a:solidFill>
              </a:defRPr>
            </a:defPPr>
            <a:lvl1pPr algn="ctr">
              <a:defRPr sz="1500" b="1">
                <a:solidFill>
                  <a:srgbClr val="A2AFAC"/>
                </a:solidFill>
              </a:defRPr>
            </a:lvl1pPr>
            <a:lvl2pPr algn="ctr">
              <a:defRPr sz="1500" b="1">
                <a:solidFill>
                  <a:srgbClr val="A2AFAC"/>
                </a:solidFill>
              </a:defRPr>
            </a:lvl2pPr>
            <a:lvl3pPr algn="ctr">
              <a:defRPr sz="1500" b="1">
                <a:solidFill>
                  <a:srgbClr val="A2AFAC"/>
                </a:solidFill>
              </a:defRPr>
            </a:lvl3pPr>
            <a:lvl4pPr algn="ctr">
              <a:defRPr sz="1500" b="1">
                <a:solidFill>
                  <a:srgbClr val="A2AFAC"/>
                </a:solidFill>
              </a:defRPr>
            </a:lvl4pPr>
            <a:lvl5pPr algn="ctr">
              <a:defRPr sz="1500" b="1">
                <a:solidFill>
                  <a:srgbClr val="A2AFAC"/>
                </a:solidFill>
              </a:defRPr>
            </a:lvl5pPr>
            <a:lvl6pPr algn="ctr">
              <a:defRPr sz="1500" b="1">
                <a:solidFill>
                  <a:srgbClr val="A2AFAC"/>
                </a:solidFill>
              </a:defRPr>
            </a:lvl6pPr>
            <a:lvl7pPr algn="ctr">
              <a:defRPr sz="1500" b="1">
                <a:solidFill>
                  <a:srgbClr val="A2AFAC"/>
                </a:solidFill>
              </a:defRPr>
            </a:lvl7pPr>
            <a:lvl8pPr algn="ctr">
              <a:defRPr sz="1500" b="1">
                <a:solidFill>
                  <a:srgbClr val="A2AFAC"/>
                </a:solidFill>
              </a:defRPr>
            </a:lvl8pPr>
            <a:lvl9pPr algn="ctr">
              <a:defRPr sz="1500" b="1">
                <a:solidFill>
                  <a:srgbClr val="A2AFAC"/>
                </a:solidFill>
              </a:defRPr>
            </a:lvl9pPr>
          </a:lstStyle>
          <a:p xmlns:a="http://schemas.openxmlformats.org/drawingml/2006/main">
            <a:pPr algn="ctr">
              <a:defRPr sz="1500" b="1">
                <a:solidFill>
                  <a:srgbClr val="A2AFAC"/>
                </a:solidFill>
              </a:defRPr>
            </a:pPr>
            <a:r>
              <a:rPr sz="1500" b="1">
                <a:solidFill>
                  <a:srgbClr val="A2AFAC"/>
                </a:solidFill>
              </a:rPr>
              <a:t>씬 문장은 성격 5개, 능력치, 부상, 장비, 정보, 관계와 이전 사건을 참조한다.</a:t>
            </a:r>
          </a:p>
        </p:txBody>
      </p:sp>
    </p:spTree>
    <p:extLst>
      <p:ext uri="{BB962C8B-B14F-4D97-AF65-F5344CB8AC3E}">
        <p14:creationId xmlns:p14="http://schemas.microsoft.com/office/powerpoint/2010/main" val="1258839731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0A0E0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DD0A835-6582-4D33-8404-4F42BDA70D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333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D6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12BA314-2194-49B0-9E24-C8ED28C462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8575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900" b="1">
                <a:solidFill>
                  <a:srgbClr val="38D6C4"/>
                </a:solidFill>
              </a:defRPr>
            </a:defPPr>
            <a:lvl1pPr algn="l">
              <a:defRPr sz="900" b="1">
                <a:solidFill>
                  <a:srgbClr val="38D6C4"/>
                </a:solidFill>
              </a:defRPr>
            </a:lvl1pPr>
            <a:lvl2pPr algn="l">
              <a:defRPr sz="900" b="1">
                <a:solidFill>
                  <a:srgbClr val="38D6C4"/>
                </a:solidFill>
              </a:defRPr>
            </a:lvl2pPr>
            <a:lvl3pPr algn="l">
              <a:defRPr sz="900" b="1">
                <a:solidFill>
                  <a:srgbClr val="38D6C4"/>
                </a:solidFill>
              </a:defRPr>
            </a:lvl3pPr>
            <a:lvl4pPr algn="l">
              <a:defRPr sz="900" b="1">
                <a:solidFill>
                  <a:srgbClr val="38D6C4"/>
                </a:solidFill>
              </a:defRPr>
            </a:lvl4pPr>
            <a:lvl5pPr algn="l">
              <a:defRPr sz="900" b="1">
                <a:solidFill>
                  <a:srgbClr val="38D6C4"/>
                </a:solidFill>
              </a:defRPr>
            </a:lvl5pPr>
            <a:lvl6pPr algn="l">
              <a:defRPr sz="900" b="1">
                <a:solidFill>
                  <a:srgbClr val="38D6C4"/>
                </a:solidFill>
              </a:defRPr>
            </a:lvl6pPr>
            <a:lvl7pPr algn="l">
              <a:defRPr sz="900" b="1">
                <a:solidFill>
                  <a:srgbClr val="38D6C4"/>
                </a:solidFill>
              </a:defRPr>
            </a:lvl7pPr>
            <a:lvl8pPr algn="l">
              <a:defRPr sz="900" b="1">
                <a:solidFill>
                  <a:srgbClr val="38D6C4"/>
                </a:solidFill>
              </a:defRPr>
            </a:lvl8pPr>
            <a:lvl9pPr algn="l">
              <a:defRPr sz="900" b="1">
                <a:solidFill>
                  <a:srgbClr val="38D6C4"/>
                </a:solidFill>
              </a:defRPr>
            </a:lvl9pPr>
          </a:lstStyle>
          <a:p xmlns:a="http://schemas.openxmlformats.org/drawingml/2006/main">
            <a:pPr algn="l">
              <a:defRPr sz="900" b="1">
                <a:solidFill>
                  <a:srgbClr val="38D6C4"/>
                </a:solidFill>
              </a:defRPr>
            </a:pPr>
            <a:r>
              <a:rPr sz="900" b="1">
                <a:solidFill>
                  <a:srgbClr val="38D6C4"/>
                </a:solidFill>
              </a:rPr>
              <a:t>LOOT &amp; LOSS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5B052FF-5313-497C-82EC-F87A0E6877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71500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550" b="1">
                <a:solidFill>
                  <a:srgbClr val="F2F5F4"/>
                </a:solidFill>
              </a:defRPr>
            </a:defPPr>
            <a:lvl1pPr algn="l">
              <a:defRPr sz="2550" b="1">
                <a:solidFill>
                  <a:srgbClr val="F2F5F4"/>
                </a:solidFill>
              </a:defRPr>
            </a:lvl1pPr>
            <a:lvl2pPr algn="l">
              <a:defRPr sz="2550" b="1">
                <a:solidFill>
                  <a:srgbClr val="F2F5F4"/>
                </a:solidFill>
              </a:defRPr>
            </a:lvl2pPr>
            <a:lvl3pPr algn="l">
              <a:defRPr sz="2550" b="1">
                <a:solidFill>
                  <a:srgbClr val="F2F5F4"/>
                </a:solidFill>
              </a:defRPr>
            </a:lvl3pPr>
            <a:lvl4pPr algn="l">
              <a:defRPr sz="2550" b="1">
                <a:solidFill>
                  <a:srgbClr val="F2F5F4"/>
                </a:solidFill>
              </a:defRPr>
            </a:lvl4pPr>
            <a:lvl5pPr algn="l">
              <a:defRPr sz="2550" b="1">
                <a:solidFill>
                  <a:srgbClr val="F2F5F4"/>
                </a:solidFill>
              </a:defRPr>
            </a:lvl5pPr>
            <a:lvl6pPr algn="l">
              <a:defRPr sz="2550" b="1">
                <a:solidFill>
                  <a:srgbClr val="F2F5F4"/>
                </a:solidFill>
              </a:defRPr>
            </a:lvl6pPr>
            <a:lvl7pPr algn="l">
              <a:defRPr sz="2550" b="1">
                <a:solidFill>
                  <a:srgbClr val="F2F5F4"/>
                </a:solidFill>
              </a:defRPr>
            </a:lvl7pPr>
            <a:lvl8pPr algn="l">
              <a:defRPr sz="2550" b="1">
                <a:solidFill>
                  <a:srgbClr val="F2F5F4"/>
                </a:solidFill>
              </a:defRPr>
            </a:lvl8pPr>
            <a:lvl9pPr algn="l">
              <a:defRPr sz="2550" b="1">
                <a:solidFill>
                  <a:srgbClr val="F2F5F4"/>
                </a:solidFill>
              </a:defRPr>
            </a:lvl9pPr>
          </a:lstStyle>
          <a:p xmlns:a="http://schemas.openxmlformats.org/drawingml/2006/main">
            <a:pPr algn="l">
              <a:defRPr sz="2550" b="1">
                <a:solidFill>
                  <a:srgbClr val="F2F5F4"/>
                </a:solidFill>
              </a:defRPr>
            </a:pPr>
            <a:r>
              <a:rPr sz="2550" b="1">
                <a:solidFill>
                  <a:srgbClr val="F2F5F4"/>
                </a:solidFill>
              </a:rPr>
              <a:t>무기·아이템·현장 드롭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A036899-F0F6-43CB-BF9C-87C9FC88D4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200150"/>
            <a:ext cx="11201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383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C41DB76-4799-4135-BF52-295C2F7E0B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28575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900" b="1">
                <a:solidFill>
                  <a:srgbClr val="A2AFAC"/>
                </a:solidFill>
              </a:defRPr>
            </a:defPPr>
            <a:lvl1pPr algn="r">
              <a:defRPr sz="900" b="1">
                <a:solidFill>
                  <a:srgbClr val="A2AFAC"/>
                </a:solidFill>
              </a:defRPr>
            </a:lvl1pPr>
            <a:lvl2pPr algn="r">
              <a:defRPr sz="900" b="1">
                <a:solidFill>
                  <a:srgbClr val="A2AFAC"/>
                </a:solidFill>
              </a:defRPr>
            </a:lvl2pPr>
            <a:lvl3pPr algn="r">
              <a:defRPr sz="900" b="1">
                <a:solidFill>
                  <a:srgbClr val="A2AFAC"/>
                </a:solidFill>
              </a:defRPr>
            </a:lvl3pPr>
            <a:lvl4pPr algn="r">
              <a:defRPr sz="900" b="1">
                <a:solidFill>
                  <a:srgbClr val="A2AFAC"/>
                </a:solidFill>
              </a:defRPr>
            </a:lvl4pPr>
            <a:lvl5pPr algn="r">
              <a:defRPr sz="900" b="1">
                <a:solidFill>
                  <a:srgbClr val="A2AFAC"/>
                </a:solidFill>
              </a:defRPr>
            </a:lvl5pPr>
            <a:lvl6pPr algn="r">
              <a:defRPr sz="900" b="1">
                <a:solidFill>
                  <a:srgbClr val="A2AFAC"/>
                </a:solidFill>
              </a:defRPr>
            </a:lvl6pPr>
            <a:lvl7pPr algn="r">
              <a:defRPr sz="900" b="1">
                <a:solidFill>
                  <a:srgbClr val="A2AFAC"/>
                </a:solidFill>
              </a:defRPr>
            </a:lvl7pPr>
            <a:lvl8pPr algn="r">
              <a:defRPr sz="900" b="1">
                <a:solidFill>
                  <a:srgbClr val="A2AFAC"/>
                </a:solidFill>
              </a:defRPr>
            </a:lvl8pPr>
            <a:lvl9pPr algn="r">
              <a:defRPr sz="900" b="1">
                <a:solidFill>
                  <a:srgbClr val="A2AFAC"/>
                </a:solidFill>
              </a:defRPr>
            </a:lvl9pPr>
          </a:lstStyle>
          <a:p xmlns:a="http://schemas.openxmlformats.org/drawingml/2006/main">
            <a:pPr algn="r">
              <a:defRPr sz="900" b="1">
                <a:solidFill>
                  <a:srgbClr val="A2AFAC"/>
                </a:solidFill>
              </a:defRPr>
            </a:pPr>
            <a:r>
              <a:rPr sz="900" b="1">
                <a:solidFill>
                  <a:srgbClr val="A2AFAC"/>
                </a:solidFill>
              </a:rPr>
              <a:t>13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7F506F2-C21D-4E6E-A960-3DD1803456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524000"/>
            <a:ext cx="5048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350" b="1">
                <a:solidFill>
                  <a:srgbClr val="E86D65"/>
                </a:solidFill>
              </a:defRPr>
            </a:defPPr>
            <a:lvl1pPr algn="l">
              <a:defRPr sz="1350" b="1">
                <a:solidFill>
                  <a:srgbClr val="E86D65"/>
                </a:solidFill>
              </a:defRPr>
            </a:lvl1pPr>
            <a:lvl2pPr algn="l">
              <a:defRPr sz="1350" b="1">
                <a:solidFill>
                  <a:srgbClr val="E86D65"/>
                </a:solidFill>
              </a:defRPr>
            </a:lvl2pPr>
            <a:lvl3pPr algn="l">
              <a:defRPr sz="1350" b="1">
                <a:solidFill>
                  <a:srgbClr val="E86D65"/>
                </a:solidFill>
              </a:defRPr>
            </a:lvl3pPr>
            <a:lvl4pPr algn="l">
              <a:defRPr sz="1350" b="1">
                <a:solidFill>
                  <a:srgbClr val="E86D65"/>
                </a:solidFill>
              </a:defRPr>
            </a:lvl4pPr>
            <a:lvl5pPr algn="l">
              <a:defRPr sz="1350" b="1">
                <a:solidFill>
                  <a:srgbClr val="E86D65"/>
                </a:solidFill>
              </a:defRPr>
            </a:lvl5pPr>
            <a:lvl6pPr algn="l">
              <a:defRPr sz="1350" b="1">
                <a:solidFill>
                  <a:srgbClr val="E86D65"/>
                </a:solidFill>
              </a:defRPr>
            </a:lvl6pPr>
            <a:lvl7pPr algn="l">
              <a:defRPr sz="1350" b="1">
                <a:solidFill>
                  <a:srgbClr val="E86D65"/>
                </a:solidFill>
              </a:defRPr>
            </a:lvl7pPr>
            <a:lvl8pPr algn="l">
              <a:defRPr sz="1350" b="1">
                <a:solidFill>
                  <a:srgbClr val="E86D65"/>
                </a:solidFill>
              </a:defRPr>
            </a:lvl8pPr>
            <a:lvl9pPr algn="l">
              <a:defRPr sz="1350" b="1">
                <a:solidFill>
                  <a:srgbClr val="E86D65"/>
                </a:solidFill>
              </a:defRPr>
            </a:lvl9pPr>
          </a:lstStyle>
          <a:p xmlns:a="http://schemas.openxmlformats.org/drawingml/2006/main">
            <a:pPr algn="l">
              <a:defRPr sz="1350" b="1">
                <a:solidFill>
                  <a:srgbClr val="E86D65"/>
                </a:solidFill>
              </a:defRPr>
            </a:pPr>
            <a:r>
              <a:rPr sz="1350" b="1">
                <a:solidFill>
                  <a:srgbClr val="E86D65"/>
                </a:solidFill>
              </a:rPr>
              <a:t>무기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E123262-AEDE-4BE9-AF42-C87459F800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847850"/>
            <a:ext cx="50482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350" b="0">
                <a:solidFill>
                  <a:srgbClr val="F2F5F4"/>
                </a:solidFill>
              </a:defRPr>
            </a:defPPr>
            <a:lvl1pPr algn="l">
              <a:defRPr sz="1350" b="0">
                <a:solidFill>
                  <a:srgbClr val="F2F5F4"/>
                </a:solidFill>
              </a:defRPr>
            </a:lvl1pPr>
            <a:lvl2pPr algn="l">
              <a:defRPr sz="1350" b="0">
                <a:solidFill>
                  <a:srgbClr val="F2F5F4"/>
                </a:solidFill>
              </a:defRPr>
            </a:lvl2pPr>
            <a:lvl3pPr algn="l">
              <a:defRPr sz="1350" b="0">
                <a:solidFill>
                  <a:srgbClr val="F2F5F4"/>
                </a:solidFill>
              </a:defRPr>
            </a:lvl3pPr>
            <a:lvl4pPr algn="l">
              <a:defRPr sz="1350" b="0">
                <a:solidFill>
                  <a:srgbClr val="F2F5F4"/>
                </a:solidFill>
              </a:defRPr>
            </a:lvl4pPr>
            <a:lvl5pPr algn="l">
              <a:defRPr sz="1350" b="0">
                <a:solidFill>
                  <a:srgbClr val="F2F5F4"/>
                </a:solidFill>
              </a:defRPr>
            </a:lvl5pPr>
            <a:lvl6pPr algn="l">
              <a:defRPr sz="1350" b="0">
                <a:solidFill>
                  <a:srgbClr val="F2F5F4"/>
                </a:solidFill>
              </a:defRPr>
            </a:lvl6pPr>
            <a:lvl7pPr algn="l">
              <a:defRPr sz="1350" b="0">
                <a:solidFill>
                  <a:srgbClr val="F2F5F4"/>
                </a:solidFill>
              </a:defRPr>
            </a:lvl7pPr>
            <a:lvl8pPr algn="l">
              <a:defRPr sz="1350" b="0">
                <a:solidFill>
                  <a:srgbClr val="F2F5F4"/>
                </a:solidFill>
              </a:defRPr>
            </a:lvl8pPr>
            <a:lvl9pPr algn="l">
              <a:defRPr sz="1350" b="0">
                <a:solidFill>
                  <a:srgbClr val="F2F5F4"/>
                </a:solidFill>
              </a:defRPr>
            </a:lvl9pPr>
          </a:lstStyle>
          <a:p xmlns:a="http://schemas.openxmlformats.org/drawingml/2006/main">
            <a:pPr algn="l">
              <a:defRPr sz="1350" b="0">
                <a:solidFill>
                  <a:srgbClr val="F2F5F4"/>
                </a:solidFill>
              </a:defRPr>
            </a:pPr>
            <a:r>
              <a:rPr sz="1350" b="0">
                <a:solidFill>
                  <a:srgbClr val="F2F5F4"/>
                </a:solidFill>
              </a:rPr>
              <a:t>공격력·명중·사거리·행동 속도와 대응 가능한 적 유형을 통해 전투력에 직접 영향을 준다.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15196E7-5E5C-4F5D-A586-7A3F8B218C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524000"/>
            <a:ext cx="5048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350" b="1">
                <a:solidFill>
                  <a:srgbClr val="38D6C4"/>
                </a:solidFill>
              </a:defRPr>
            </a:defPPr>
            <a:lvl1pPr algn="l">
              <a:defRPr sz="1350" b="1">
                <a:solidFill>
                  <a:srgbClr val="38D6C4"/>
                </a:solidFill>
              </a:defRPr>
            </a:lvl1pPr>
            <a:lvl2pPr algn="l">
              <a:defRPr sz="1350" b="1">
                <a:solidFill>
                  <a:srgbClr val="38D6C4"/>
                </a:solidFill>
              </a:defRPr>
            </a:lvl2pPr>
            <a:lvl3pPr algn="l">
              <a:defRPr sz="1350" b="1">
                <a:solidFill>
                  <a:srgbClr val="38D6C4"/>
                </a:solidFill>
              </a:defRPr>
            </a:lvl3pPr>
            <a:lvl4pPr algn="l">
              <a:defRPr sz="1350" b="1">
                <a:solidFill>
                  <a:srgbClr val="38D6C4"/>
                </a:solidFill>
              </a:defRPr>
            </a:lvl4pPr>
            <a:lvl5pPr algn="l">
              <a:defRPr sz="1350" b="1">
                <a:solidFill>
                  <a:srgbClr val="38D6C4"/>
                </a:solidFill>
              </a:defRPr>
            </a:lvl5pPr>
            <a:lvl6pPr algn="l">
              <a:defRPr sz="1350" b="1">
                <a:solidFill>
                  <a:srgbClr val="38D6C4"/>
                </a:solidFill>
              </a:defRPr>
            </a:lvl6pPr>
            <a:lvl7pPr algn="l">
              <a:defRPr sz="1350" b="1">
                <a:solidFill>
                  <a:srgbClr val="38D6C4"/>
                </a:solidFill>
              </a:defRPr>
            </a:lvl7pPr>
            <a:lvl8pPr algn="l">
              <a:defRPr sz="1350" b="1">
                <a:solidFill>
                  <a:srgbClr val="38D6C4"/>
                </a:solidFill>
              </a:defRPr>
            </a:lvl8pPr>
            <a:lvl9pPr algn="l">
              <a:defRPr sz="1350" b="1">
                <a:solidFill>
                  <a:srgbClr val="38D6C4"/>
                </a:solidFill>
              </a:defRPr>
            </a:lvl9pPr>
          </a:lstStyle>
          <a:p xmlns:a="http://schemas.openxmlformats.org/drawingml/2006/main">
            <a:pPr algn="l">
              <a:defRPr sz="1350" b="1">
                <a:solidFill>
                  <a:srgbClr val="38D6C4"/>
                </a:solidFill>
              </a:defRPr>
            </a:pPr>
            <a:r>
              <a:rPr sz="1350" b="1">
                <a:solidFill>
                  <a:srgbClr val="38D6C4"/>
                </a:solidFill>
              </a:rPr>
              <a:t>기능 아이템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33C77A8-BC58-4996-990B-998B33931F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847850"/>
            <a:ext cx="50482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350" b="0">
                <a:solidFill>
                  <a:srgbClr val="F2F5F4"/>
                </a:solidFill>
              </a:defRPr>
            </a:defPPr>
            <a:lvl1pPr algn="l">
              <a:defRPr sz="1350" b="0">
                <a:solidFill>
                  <a:srgbClr val="F2F5F4"/>
                </a:solidFill>
              </a:defRPr>
            </a:lvl1pPr>
            <a:lvl2pPr algn="l">
              <a:defRPr sz="1350" b="0">
                <a:solidFill>
                  <a:srgbClr val="F2F5F4"/>
                </a:solidFill>
              </a:defRPr>
            </a:lvl2pPr>
            <a:lvl3pPr algn="l">
              <a:defRPr sz="1350" b="0">
                <a:solidFill>
                  <a:srgbClr val="F2F5F4"/>
                </a:solidFill>
              </a:defRPr>
            </a:lvl3pPr>
            <a:lvl4pPr algn="l">
              <a:defRPr sz="1350" b="0">
                <a:solidFill>
                  <a:srgbClr val="F2F5F4"/>
                </a:solidFill>
              </a:defRPr>
            </a:lvl4pPr>
            <a:lvl5pPr algn="l">
              <a:defRPr sz="1350" b="0">
                <a:solidFill>
                  <a:srgbClr val="F2F5F4"/>
                </a:solidFill>
              </a:defRPr>
            </a:lvl5pPr>
            <a:lvl6pPr algn="l">
              <a:defRPr sz="1350" b="0">
                <a:solidFill>
                  <a:srgbClr val="F2F5F4"/>
                </a:solidFill>
              </a:defRPr>
            </a:lvl6pPr>
            <a:lvl7pPr algn="l">
              <a:defRPr sz="1350" b="0">
                <a:solidFill>
                  <a:srgbClr val="F2F5F4"/>
                </a:solidFill>
              </a:defRPr>
            </a:lvl7pPr>
            <a:lvl8pPr algn="l">
              <a:defRPr sz="1350" b="0">
                <a:solidFill>
                  <a:srgbClr val="F2F5F4"/>
                </a:solidFill>
              </a:defRPr>
            </a:lvl8pPr>
            <a:lvl9pPr algn="l">
              <a:defRPr sz="1350" b="0">
                <a:solidFill>
                  <a:srgbClr val="F2F5F4"/>
                </a:solidFill>
              </a:defRPr>
            </a:lvl9pPr>
          </a:lstStyle>
          <a:p xmlns:a="http://schemas.openxmlformats.org/drawingml/2006/main">
            <a:pPr algn="l">
              <a:defRPr sz="1350" b="0">
                <a:solidFill>
                  <a:srgbClr val="F2F5F4"/>
                </a:solidFill>
              </a:defRPr>
            </a:pPr>
            <a:r>
              <a:rPr sz="1350" b="0">
                <a:solidFill>
                  <a:srgbClr val="F2F5F4"/>
                </a:solidFill>
              </a:rPr>
              <a:t>치료·탐색·운반·은폐·오염 방지 등 탐사의 부수 효과를 제공한다.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97BD393-DEEE-4420-93B9-B7EC690144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238500"/>
            <a:ext cx="5048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350" b="1">
                <a:solidFill>
                  <a:srgbClr val="E9C46A"/>
                </a:solidFill>
              </a:defRPr>
            </a:defPPr>
            <a:lvl1pPr algn="l">
              <a:defRPr sz="1350" b="1">
                <a:solidFill>
                  <a:srgbClr val="E9C46A"/>
                </a:solidFill>
              </a:defRPr>
            </a:lvl1pPr>
            <a:lvl2pPr algn="l">
              <a:defRPr sz="1350" b="1">
                <a:solidFill>
                  <a:srgbClr val="E9C46A"/>
                </a:solidFill>
              </a:defRPr>
            </a:lvl2pPr>
            <a:lvl3pPr algn="l">
              <a:defRPr sz="1350" b="1">
                <a:solidFill>
                  <a:srgbClr val="E9C46A"/>
                </a:solidFill>
              </a:defRPr>
            </a:lvl3pPr>
            <a:lvl4pPr algn="l">
              <a:defRPr sz="1350" b="1">
                <a:solidFill>
                  <a:srgbClr val="E9C46A"/>
                </a:solidFill>
              </a:defRPr>
            </a:lvl4pPr>
            <a:lvl5pPr algn="l">
              <a:defRPr sz="1350" b="1">
                <a:solidFill>
                  <a:srgbClr val="E9C46A"/>
                </a:solidFill>
              </a:defRPr>
            </a:lvl5pPr>
            <a:lvl6pPr algn="l">
              <a:defRPr sz="1350" b="1">
                <a:solidFill>
                  <a:srgbClr val="E9C46A"/>
                </a:solidFill>
              </a:defRPr>
            </a:lvl6pPr>
            <a:lvl7pPr algn="l">
              <a:defRPr sz="1350" b="1">
                <a:solidFill>
                  <a:srgbClr val="E9C46A"/>
                </a:solidFill>
              </a:defRPr>
            </a:lvl7pPr>
            <a:lvl8pPr algn="l">
              <a:defRPr sz="1350" b="1">
                <a:solidFill>
                  <a:srgbClr val="E9C46A"/>
                </a:solidFill>
              </a:defRPr>
            </a:lvl8pPr>
            <a:lvl9pPr algn="l">
              <a:defRPr sz="1350" b="1">
                <a:solidFill>
                  <a:srgbClr val="E9C46A"/>
                </a:solidFill>
              </a:defRPr>
            </a:lvl9pPr>
          </a:lstStyle>
          <a:p xmlns:a="http://schemas.openxmlformats.org/drawingml/2006/main">
            <a:pPr algn="l">
              <a:defRPr sz="1350" b="1">
                <a:solidFill>
                  <a:srgbClr val="E9C46A"/>
                </a:solidFill>
              </a:defRPr>
            </a:pPr>
            <a:r>
              <a:rPr sz="1350" b="1">
                <a:solidFill>
                  <a:srgbClr val="E9C46A"/>
                </a:solidFill>
              </a:rPr>
              <a:t>판매 아이템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CE51ABA-75D8-453E-BE6A-AF175EF935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62350"/>
            <a:ext cx="50482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350" b="0">
                <a:solidFill>
                  <a:srgbClr val="F2F5F4"/>
                </a:solidFill>
              </a:defRPr>
            </a:defPPr>
            <a:lvl1pPr algn="l">
              <a:defRPr sz="1350" b="0">
                <a:solidFill>
                  <a:srgbClr val="F2F5F4"/>
                </a:solidFill>
              </a:defRPr>
            </a:lvl1pPr>
            <a:lvl2pPr algn="l">
              <a:defRPr sz="1350" b="0">
                <a:solidFill>
                  <a:srgbClr val="F2F5F4"/>
                </a:solidFill>
              </a:defRPr>
            </a:lvl2pPr>
            <a:lvl3pPr algn="l">
              <a:defRPr sz="1350" b="0">
                <a:solidFill>
                  <a:srgbClr val="F2F5F4"/>
                </a:solidFill>
              </a:defRPr>
            </a:lvl3pPr>
            <a:lvl4pPr algn="l">
              <a:defRPr sz="1350" b="0">
                <a:solidFill>
                  <a:srgbClr val="F2F5F4"/>
                </a:solidFill>
              </a:defRPr>
            </a:lvl4pPr>
            <a:lvl5pPr algn="l">
              <a:defRPr sz="1350" b="0">
                <a:solidFill>
                  <a:srgbClr val="F2F5F4"/>
                </a:solidFill>
              </a:defRPr>
            </a:lvl5pPr>
            <a:lvl6pPr algn="l">
              <a:defRPr sz="1350" b="0">
                <a:solidFill>
                  <a:srgbClr val="F2F5F4"/>
                </a:solidFill>
              </a:defRPr>
            </a:lvl6pPr>
            <a:lvl7pPr algn="l">
              <a:defRPr sz="1350" b="0">
                <a:solidFill>
                  <a:srgbClr val="F2F5F4"/>
                </a:solidFill>
              </a:defRPr>
            </a:lvl7pPr>
            <a:lvl8pPr algn="l">
              <a:defRPr sz="1350" b="0">
                <a:solidFill>
                  <a:srgbClr val="F2F5F4"/>
                </a:solidFill>
              </a:defRPr>
            </a:lvl8pPr>
            <a:lvl9pPr algn="l">
              <a:defRPr sz="1350" b="0">
                <a:solidFill>
                  <a:srgbClr val="F2F5F4"/>
                </a:solidFill>
              </a:defRPr>
            </a:lvl9pPr>
          </a:lstStyle>
          <a:p xmlns:a="http://schemas.openxmlformats.org/drawingml/2006/main">
            <a:pPr algn="l">
              <a:defRPr sz="1350" b="0">
                <a:solidFill>
                  <a:srgbClr val="F2F5F4"/>
                </a:solidFill>
              </a:defRPr>
            </a:pPr>
            <a:r>
              <a:rPr sz="1350" b="0">
                <a:solidFill>
                  <a:srgbClr val="F2F5F4"/>
                </a:solidFill>
              </a:rPr>
              <a:t>상점에 판매해 크레딧과 제작·연구 재화를 얻는다.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862AAA6-269E-4B0E-908F-B19F61A4E3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238500"/>
            <a:ext cx="5048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350" b="1">
                <a:solidFill>
                  <a:srgbClr val="F2F5F4"/>
                </a:solidFill>
              </a:defRPr>
            </a:defPPr>
            <a:lvl1pPr algn="l">
              <a:defRPr sz="1350" b="1">
                <a:solidFill>
                  <a:srgbClr val="F2F5F4"/>
                </a:solidFill>
              </a:defRPr>
            </a:lvl1pPr>
            <a:lvl2pPr algn="l">
              <a:defRPr sz="1350" b="1">
                <a:solidFill>
                  <a:srgbClr val="F2F5F4"/>
                </a:solidFill>
              </a:defRPr>
            </a:lvl2pPr>
            <a:lvl3pPr algn="l">
              <a:defRPr sz="1350" b="1">
                <a:solidFill>
                  <a:srgbClr val="F2F5F4"/>
                </a:solidFill>
              </a:defRPr>
            </a:lvl3pPr>
            <a:lvl4pPr algn="l">
              <a:defRPr sz="1350" b="1">
                <a:solidFill>
                  <a:srgbClr val="F2F5F4"/>
                </a:solidFill>
              </a:defRPr>
            </a:lvl4pPr>
            <a:lvl5pPr algn="l">
              <a:defRPr sz="1350" b="1">
                <a:solidFill>
                  <a:srgbClr val="F2F5F4"/>
                </a:solidFill>
              </a:defRPr>
            </a:lvl5pPr>
            <a:lvl6pPr algn="l">
              <a:defRPr sz="1350" b="1">
                <a:solidFill>
                  <a:srgbClr val="F2F5F4"/>
                </a:solidFill>
              </a:defRPr>
            </a:lvl6pPr>
            <a:lvl7pPr algn="l">
              <a:defRPr sz="1350" b="1">
                <a:solidFill>
                  <a:srgbClr val="F2F5F4"/>
                </a:solidFill>
              </a:defRPr>
            </a:lvl7pPr>
            <a:lvl8pPr algn="l">
              <a:defRPr sz="1350" b="1">
                <a:solidFill>
                  <a:srgbClr val="F2F5F4"/>
                </a:solidFill>
              </a:defRPr>
            </a:lvl8pPr>
            <a:lvl9pPr algn="l">
              <a:defRPr sz="1350" b="1">
                <a:solidFill>
                  <a:srgbClr val="F2F5F4"/>
                </a:solidFill>
              </a:defRPr>
            </a:lvl9pPr>
          </a:lstStyle>
          <a:p xmlns:a="http://schemas.openxmlformats.org/drawingml/2006/main">
            <a:pPr algn="l">
              <a:defRPr sz="1350" b="1">
                <a:solidFill>
                  <a:srgbClr val="F2F5F4"/>
                </a:solidFill>
              </a:defRPr>
            </a:pPr>
            <a:r>
              <a:rPr sz="1350" b="1">
                <a:solidFill>
                  <a:srgbClr val="F2F5F4"/>
                </a:solidFill>
              </a:rPr>
              <a:t>서사 아이템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81C43CF-A331-4030-AAD3-9C44FB75A3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562350"/>
            <a:ext cx="50482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350" b="0">
                <a:solidFill>
                  <a:srgbClr val="F2F5F4"/>
                </a:solidFill>
              </a:defRPr>
            </a:defPPr>
            <a:lvl1pPr algn="l">
              <a:defRPr sz="1350" b="0">
                <a:solidFill>
                  <a:srgbClr val="F2F5F4"/>
                </a:solidFill>
              </a:defRPr>
            </a:lvl1pPr>
            <a:lvl2pPr algn="l">
              <a:defRPr sz="1350" b="0">
                <a:solidFill>
                  <a:srgbClr val="F2F5F4"/>
                </a:solidFill>
              </a:defRPr>
            </a:lvl2pPr>
            <a:lvl3pPr algn="l">
              <a:defRPr sz="1350" b="0">
                <a:solidFill>
                  <a:srgbClr val="F2F5F4"/>
                </a:solidFill>
              </a:defRPr>
            </a:lvl3pPr>
            <a:lvl4pPr algn="l">
              <a:defRPr sz="1350" b="0">
                <a:solidFill>
                  <a:srgbClr val="F2F5F4"/>
                </a:solidFill>
              </a:defRPr>
            </a:lvl4pPr>
            <a:lvl5pPr algn="l">
              <a:defRPr sz="1350" b="0">
                <a:solidFill>
                  <a:srgbClr val="F2F5F4"/>
                </a:solidFill>
              </a:defRPr>
            </a:lvl5pPr>
            <a:lvl6pPr algn="l">
              <a:defRPr sz="1350" b="0">
                <a:solidFill>
                  <a:srgbClr val="F2F5F4"/>
                </a:solidFill>
              </a:defRPr>
            </a:lvl6pPr>
            <a:lvl7pPr algn="l">
              <a:defRPr sz="1350" b="0">
                <a:solidFill>
                  <a:srgbClr val="F2F5F4"/>
                </a:solidFill>
              </a:defRPr>
            </a:lvl7pPr>
            <a:lvl8pPr algn="l">
              <a:defRPr sz="1350" b="0">
                <a:solidFill>
                  <a:srgbClr val="F2F5F4"/>
                </a:solidFill>
              </a:defRPr>
            </a:lvl8pPr>
            <a:lvl9pPr algn="l">
              <a:defRPr sz="1350" b="0">
                <a:solidFill>
                  <a:srgbClr val="F2F5F4"/>
                </a:solidFill>
              </a:defRPr>
            </a:lvl9pPr>
          </a:lstStyle>
          <a:p xmlns:a="http://schemas.openxmlformats.org/drawingml/2006/main">
            <a:pPr algn="l">
              <a:defRPr sz="1350" b="0">
                <a:solidFill>
                  <a:srgbClr val="F2F5F4"/>
                </a:solidFill>
              </a:defRPr>
            </a:pPr>
            <a:r>
              <a:rPr sz="1350" b="0">
                <a:solidFill>
                  <a:srgbClr val="F2F5F4"/>
                </a:solidFill>
              </a:rPr>
              <a:t>로켓 목걸이에 상대 사진을 넣는 것처럼 관계·대화·자동 씬을 바꾼다.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DA77906-2A26-4177-AA63-A4FCAEE947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914900"/>
            <a:ext cx="11049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1819"/>
          </a:solidFill>
          <a:ln xmlns:a="http://schemas.openxmlformats.org/drawingml/2006/main" w="9525">
            <a:solidFill>
              <a:srgbClr val="E86D65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8966FE9-0F91-4518-B957-12312F87C0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029200"/>
            <a:ext cx="106299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500" b="1">
                <a:solidFill>
                  <a:srgbClr val="F2F5F4"/>
                </a:solidFill>
              </a:defRPr>
            </a:defPPr>
            <a:lvl1pPr algn="ctr">
              <a:defRPr sz="1500" b="1">
                <a:solidFill>
                  <a:srgbClr val="F2F5F4"/>
                </a:solidFill>
              </a:defRPr>
            </a:lvl1pPr>
            <a:lvl2pPr algn="ctr">
              <a:defRPr sz="1500" b="1">
                <a:solidFill>
                  <a:srgbClr val="F2F5F4"/>
                </a:solidFill>
              </a:defRPr>
            </a:lvl2pPr>
            <a:lvl3pPr algn="ctr">
              <a:defRPr sz="1500" b="1">
                <a:solidFill>
                  <a:srgbClr val="F2F5F4"/>
                </a:solidFill>
              </a:defRPr>
            </a:lvl3pPr>
            <a:lvl4pPr algn="ctr">
              <a:defRPr sz="1500" b="1">
                <a:solidFill>
                  <a:srgbClr val="F2F5F4"/>
                </a:solidFill>
              </a:defRPr>
            </a:lvl4pPr>
            <a:lvl5pPr algn="ctr">
              <a:defRPr sz="1500" b="1">
                <a:solidFill>
                  <a:srgbClr val="F2F5F4"/>
                </a:solidFill>
              </a:defRPr>
            </a:lvl5pPr>
            <a:lvl6pPr algn="ctr">
              <a:defRPr sz="1500" b="1">
                <a:solidFill>
                  <a:srgbClr val="F2F5F4"/>
                </a:solidFill>
              </a:defRPr>
            </a:lvl6pPr>
            <a:lvl7pPr algn="ctr">
              <a:defRPr sz="1500" b="1">
                <a:solidFill>
                  <a:srgbClr val="F2F5F4"/>
                </a:solidFill>
              </a:defRPr>
            </a:lvl7pPr>
            <a:lvl8pPr algn="ctr">
              <a:defRPr sz="1500" b="1">
                <a:solidFill>
                  <a:srgbClr val="F2F5F4"/>
                </a:solidFill>
              </a:defRPr>
            </a:lvl8pPr>
            <a:lvl9pPr algn="ctr">
              <a:defRPr sz="1500" b="1">
                <a:solidFill>
                  <a:srgbClr val="F2F5F4"/>
                </a:solidFill>
              </a:defRPr>
            </a:lvl9pPr>
          </a:lstStyle>
          <a:p xmlns:a="http://schemas.openxmlformats.org/drawingml/2006/main">
            <a:pPr algn="ctr">
              <a:defRPr sz="1500" b="1">
                <a:solidFill>
                  <a:srgbClr val="F2F5F4"/>
                </a:solidFill>
              </a:defRPr>
            </a:pPr>
            <a:r>
              <a:rPr sz="1500" b="1">
                <a:solidFill>
                  <a:srgbClr val="F2F5F4"/>
                </a:solidFill>
              </a:rPr>
              <a:t>사망·실종·강제 귀환 시 장비와 수확물을 현장에 떨어뜨릴 수 있다. 후속 탐사나 동료가 회수하지 못하면 잃는다.</a:t>
            </a:r>
          </a:p>
        </p:txBody>
      </p:sp>
    </p:spTree>
    <p:extLst>
      <p:ext uri="{BB962C8B-B14F-4D97-AF65-F5344CB8AC3E}">
        <p14:creationId xmlns:p14="http://schemas.microsoft.com/office/powerpoint/2010/main" val="1681965144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0A0E0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04E923F-55CC-4F2D-A271-ECC1ABE27C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333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D6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C1BA9D3-C53D-4054-90F0-06BD04D083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8575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900" b="1">
                <a:solidFill>
                  <a:srgbClr val="38D6C4"/>
                </a:solidFill>
              </a:defRPr>
            </a:defPPr>
            <a:lvl1pPr algn="l">
              <a:defRPr sz="900" b="1">
                <a:solidFill>
                  <a:srgbClr val="38D6C4"/>
                </a:solidFill>
              </a:defRPr>
            </a:lvl1pPr>
            <a:lvl2pPr algn="l">
              <a:defRPr sz="900" b="1">
                <a:solidFill>
                  <a:srgbClr val="38D6C4"/>
                </a:solidFill>
              </a:defRPr>
            </a:lvl2pPr>
            <a:lvl3pPr algn="l">
              <a:defRPr sz="900" b="1">
                <a:solidFill>
                  <a:srgbClr val="38D6C4"/>
                </a:solidFill>
              </a:defRPr>
            </a:lvl3pPr>
            <a:lvl4pPr algn="l">
              <a:defRPr sz="900" b="1">
                <a:solidFill>
                  <a:srgbClr val="38D6C4"/>
                </a:solidFill>
              </a:defRPr>
            </a:lvl4pPr>
            <a:lvl5pPr algn="l">
              <a:defRPr sz="900" b="1">
                <a:solidFill>
                  <a:srgbClr val="38D6C4"/>
                </a:solidFill>
              </a:defRPr>
            </a:lvl5pPr>
            <a:lvl6pPr algn="l">
              <a:defRPr sz="900" b="1">
                <a:solidFill>
                  <a:srgbClr val="38D6C4"/>
                </a:solidFill>
              </a:defRPr>
            </a:lvl6pPr>
            <a:lvl7pPr algn="l">
              <a:defRPr sz="900" b="1">
                <a:solidFill>
                  <a:srgbClr val="38D6C4"/>
                </a:solidFill>
              </a:defRPr>
            </a:lvl7pPr>
            <a:lvl8pPr algn="l">
              <a:defRPr sz="900" b="1">
                <a:solidFill>
                  <a:srgbClr val="38D6C4"/>
                </a:solidFill>
              </a:defRPr>
            </a:lvl8pPr>
            <a:lvl9pPr algn="l">
              <a:defRPr sz="900" b="1">
                <a:solidFill>
                  <a:srgbClr val="38D6C4"/>
                </a:solidFill>
              </a:defRPr>
            </a:lvl9pPr>
          </a:lstStyle>
          <a:p xmlns:a="http://schemas.openxmlformats.org/drawingml/2006/main">
            <a:pPr algn="l">
              <a:defRPr sz="900" b="1">
                <a:solidFill>
                  <a:srgbClr val="38D6C4"/>
                </a:solidFill>
              </a:defRPr>
            </a:pPr>
            <a:r>
              <a:rPr sz="900" b="1">
                <a:solidFill>
                  <a:srgbClr val="38D6C4"/>
                </a:solidFill>
              </a:rPr>
              <a:t>INFORMATION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932EECF-DD1E-4FAF-9292-1AFAC83FEE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71500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550" b="1">
                <a:solidFill>
                  <a:srgbClr val="F2F5F4"/>
                </a:solidFill>
              </a:defRPr>
            </a:defPPr>
            <a:lvl1pPr algn="l">
              <a:defRPr sz="2550" b="1">
                <a:solidFill>
                  <a:srgbClr val="F2F5F4"/>
                </a:solidFill>
              </a:defRPr>
            </a:lvl1pPr>
            <a:lvl2pPr algn="l">
              <a:defRPr sz="2550" b="1">
                <a:solidFill>
                  <a:srgbClr val="F2F5F4"/>
                </a:solidFill>
              </a:defRPr>
            </a:lvl2pPr>
            <a:lvl3pPr algn="l">
              <a:defRPr sz="2550" b="1">
                <a:solidFill>
                  <a:srgbClr val="F2F5F4"/>
                </a:solidFill>
              </a:defRPr>
            </a:lvl3pPr>
            <a:lvl4pPr algn="l">
              <a:defRPr sz="2550" b="1">
                <a:solidFill>
                  <a:srgbClr val="F2F5F4"/>
                </a:solidFill>
              </a:defRPr>
            </a:lvl4pPr>
            <a:lvl5pPr algn="l">
              <a:defRPr sz="2550" b="1">
                <a:solidFill>
                  <a:srgbClr val="F2F5F4"/>
                </a:solidFill>
              </a:defRPr>
            </a:lvl5pPr>
            <a:lvl6pPr algn="l">
              <a:defRPr sz="2550" b="1">
                <a:solidFill>
                  <a:srgbClr val="F2F5F4"/>
                </a:solidFill>
              </a:defRPr>
            </a:lvl6pPr>
            <a:lvl7pPr algn="l">
              <a:defRPr sz="2550" b="1">
                <a:solidFill>
                  <a:srgbClr val="F2F5F4"/>
                </a:solidFill>
              </a:defRPr>
            </a:lvl7pPr>
            <a:lvl8pPr algn="l">
              <a:defRPr sz="2550" b="1">
                <a:solidFill>
                  <a:srgbClr val="F2F5F4"/>
                </a:solidFill>
              </a:defRPr>
            </a:lvl8pPr>
            <a:lvl9pPr algn="l">
              <a:defRPr sz="2550" b="1">
                <a:solidFill>
                  <a:srgbClr val="F2F5F4"/>
                </a:solidFill>
              </a:defRPr>
            </a:lvl9pPr>
          </a:lstStyle>
          <a:p xmlns:a="http://schemas.openxmlformats.org/drawingml/2006/main">
            <a:pPr algn="l">
              <a:defRPr sz="2550" b="1">
                <a:solidFill>
                  <a:srgbClr val="F2F5F4"/>
                </a:solidFill>
              </a:defRPr>
            </a:pPr>
            <a:r>
              <a:rPr sz="2550" b="1">
                <a:solidFill>
                  <a:srgbClr val="F2F5F4"/>
                </a:solidFill>
              </a:rPr>
              <a:t>탐사 정보와 개인 노트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620599A-68D7-4B35-A7DD-755D567A9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200150"/>
            <a:ext cx="11201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383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B213E9E-93BC-4D9B-BF5F-046A4FC96F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28575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900" b="1">
                <a:solidFill>
                  <a:srgbClr val="A2AFAC"/>
                </a:solidFill>
              </a:defRPr>
            </a:defPPr>
            <a:lvl1pPr algn="r">
              <a:defRPr sz="900" b="1">
                <a:solidFill>
                  <a:srgbClr val="A2AFAC"/>
                </a:solidFill>
              </a:defRPr>
            </a:lvl1pPr>
            <a:lvl2pPr algn="r">
              <a:defRPr sz="900" b="1">
                <a:solidFill>
                  <a:srgbClr val="A2AFAC"/>
                </a:solidFill>
              </a:defRPr>
            </a:lvl2pPr>
            <a:lvl3pPr algn="r">
              <a:defRPr sz="900" b="1">
                <a:solidFill>
                  <a:srgbClr val="A2AFAC"/>
                </a:solidFill>
              </a:defRPr>
            </a:lvl3pPr>
            <a:lvl4pPr algn="r">
              <a:defRPr sz="900" b="1">
                <a:solidFill>
                  <a:srgbClr val="A2AFAC"/>
                </a:solidFill>
              </a:defRPr>
            </a:lvl4pPr>
            <a:lvl5pPr algn="r">
              <a:defRPr sz="900" b="1">
                <a:solidFill>
                  <a:srgbClr val="A2AFAC"/>
                </a:solidFill>
              </a:defRPr>
            </a:lvl5pPr>
            <a:lvl6pPr algn="r">
              <a:defRPr sz="900" b="1">
                <a:solidFill>
                  <a:srgbClr val="A2AFAC"/>
                </a:solidFill>
              </a:defRPr>
            </a:lvl6pPr>
            <a:lvl7pPr algn="r">
              <a:defRPr sz="900" b="1">
                <a:solidFill>
                  <a:srgbClr val="A2AFAC"/>
                </a:solidFill>
              </a:defRPr>
            </a:lvl7pPr>
            <a:lvl8pPr algn="r">
              <a:defRPr sz="900" b="1">
                <a:solidFill>
                  <a:srgbClr val="A2AFAC"/>
                </a:solidFill>
              </a:defRPr>
            </a:lvl8pPr>
            <a:lvl9pPr algn="r">
              <a:defRPr sz="900" b="1">
                <a:solidFill>
                  <a:srgbClr val="A2AFAC"/>
                </a:solidFill>
              </a:defRPr>
            </a:lvl9pPr>
          </a:lstStyle>
          <a:p xmlns:a="http://schemas.openxmlformats.org/drawingml/2006/main">
            <a:pPr algn="r">
              <a:defRPr sz="900" b="1">
                <a:solidFill>
                  <a:srgbClr val="A2AFAC"/>
                </a:solidFill>
              </a:defRPr>
            </a:pPr>
            <a:r>
              <a:rPr sz="900" b="1">
                <a:solidFill>
                  <a:srgbClr val="A2AFAC"/>
                </a:solidFill>
              </a:rPr>
              <a:t>14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DD03041-E578-431C-B63E-32BE072241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47800"/>
            <a:ext cx="52387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75" b="1">
                <a:solidFill>
                  <a:srgbClr val="38D6C4"/>
                </a:solidFill>
              </a:defRPr>
            </a:defPPr>
            <a:lvl1pPr algn="l">
              <a:defRPr sz="1275" b="1">
                <a:solidFill>
                  <a:srgbClr val="38D6C4"/>
                </a:solidFill>
              </a:defRPr>
            </a:lvl1pPr>
            <a:lvl2pPr algn="l">
              <a:defRPr sz="1275" b="1">
                <a:solidFill>
                  <a:srgbClr val="38D6C4"/>
                </a:solidFill>
              </a:defRPr>
            </a:lvl2pPr>
            <a:lvl3pPr algn="l">
              <a:defRPr sz="1275" b="1">
                <a:solidFill>
                  <a:srgbClr val="38D6C4"/>
                </a:solidFill>
              </a:defRPr>
            </a:lvl3pPr>
            <a:lvl4pPr algn="l">
              <a:defRPr sz="1275" b="1">
                <a:solidFill>
                  <a:srgbClr val="38D6C4"/>
                </a:solidFill>
              </a:defRPr>
            </a:lvl4pPr>
            <a:lvl5pPr algn="l">
              <a:defRPr sz="1275" b="1">
                <a:solidFill>
                  <a:srgbClr val="38D6C4"/>
                </a:solidFill>
              </a:defRPr>
            </a:lvl5pPr>
            <a:lvl6pPr algn="l">
              <a:defRPr sz="1275" b="1">
                <a:solidFill>
                  <a:srgbClr val="38D6C4"/>
                </a:solidFill>
              </a:defRPr>
            </a:lvl6pPr>
            <a:lvl7pPr algn="l">
              <a:defRPr sz="1275" b="1">
                <a:solidFill>
                  <a:srgbClr val="38D6C4"/>
                </a:solidFill>
              </a:defRPr>
            </a:lvl7pPr>
            <a:lvl8pPr algn="l">
              <a:defRPr sz="1275" b="1">
                <a:solidFill>
                  <a:srgbClr val="38D6C4"/>
                </a:solidFill>
              </a:defRPr>
            </a:lvl8pPr>
            <a:lvl9pPr algn="l">
              <a:defRPr sz="1275" b="1">
                <a:solidFill>
                  <a:srgbClr val="38D6C4"/>
                </a:solidFill>
              </a:defRPr>
            </a:lvl9pPr>
          </a:lstStyle>
          <a:p xmlns:a="http://schemas.openxmlformats.org/drawingml/2006/main">
            <a:pPr algn="l">
              <a:defRPr sz="1275" b="1">
                <a:solidFill>
                  <a:srgbClr val="38D6C4"/>
                </a:solidFill>
              </a:defRPr>
            </a:pPr>
            <a:r>
              <a:rPr sz="1275" b="1">
                <a:solidFill>
                  <a:srgbClr val="38D6C4"/>
                </a:solidFill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9779E7A-1E3C-4F6C-9D9F-5CC50D1AB1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1447800"/>
            <a:ext cx="209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00" b="1">
                <a:solidFill>
                  <a:srgbClr val="F2F5F4"/>
                </a:solidFill>
              </a:defRPr>
            </a:defPPr>
            <a:lvl1pPr algn="l">
              <a:defRPr sz="1500" b="1">
                <a:solidFill>
                  <a:srgbClr val="F2F5F4"/>
                </a:solidFill>
              </a:defRPr>
            </a:lvl1pPr>
            <a:lvl2pPr algn="l">
              <a:defRPr sz="1500" b="1">
                <a:solidFill>
                  <a:srgbClr val="F2F5F4"/>
                </a:solidFill>
              </a:defRPr>
            </a:lvl2pPr>
            <a:lvl3pPr algn="l">
              <a:defRPr sz="1500" b="1">
                <a:solidFill>
                  <a:srgbClr val="F2F5F4"/>
                </a:solidFill>
              </a:defRPr>
            </a:lvl3pPr>
            <a:lvl4pPr algn="l">
              <a:defRPr sz="1500" b="1">
                <a:solidFill>
                  <a:srgbClr val="F2F5F4"/>
                </a:solidFill>
              </a:defRPr>
            </a:lvl4pPr>
            <a:lvl5pPr algn="l">
              <a:defRPr sz="1500" b="1">
                <a:solidFill>
                  <a:srgbClr val="F2F5F4"/>
                </a:solidFill>
              </a:defRPr>
            </a:lvl5pPr>
            <a:lvl6pPr algn="l">
              <a:defRPr sz="1500" b="1">
                <a:solidFill>
                  <a:srgbClr val="F2F5F4"/>
                </a:solidFill>
              </a:defRPr>
            </a:lvl6pPr>
            <a:lvl7pPr algn="l">
              <a:defRPr sz="1500" b="1">
                <a:solidFill>
                  <a:srgbClr val="F2F5F4"/>
                </a:solidFill>
              </a:defRPr>
            </a:lvl7pPr>
            <a:lvl8pPr algn="l">
              <a:defRPr sz="1500" b="1">
                <a:solidFill>
                  <a:srgbClr val="F2F5F4"/>
                </a:solidFill>
              </a:defRPr>
            </a:lvl8pPr>
            <a:lvl9pPr algn="l">
              <a:defRPr sz="1500" b="1">
                <a:solidFill>
                  <a:srgbClr val="F2F5F4"/>
                </a:solidFill>
              </a:defRPr>
            </a:lvl9pPr>
          </a:lstStyle>
          <a:p xmlns:a="http://schemas.openxmlformats.org/drawingml/2006/main">
            <a:pPr algn="l">
              <a:defRPr sz="1500" b="1">
                <a:solidFill>
                  <a:srgbClr val="F2F5F4"/>
                </a:solidFill>
              </a:defRPr>
            </a:pPr>
            <a:r>
              <a:rPr sz="1500" b="1">
                <a:solidFill>
                  <a:srgbClr val="F2F5F4"/>
                </a:solidFill>
              </a:rPr>
              <a:t>사건 목격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E34BD65-1BA6-4490-A9FC-DCA83CCE6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1447800"/>
            <a:ext cx="7620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350" b="0">
                <a:solidFill>
                  <a:srgbClr val="A2AFAC"/>
                </a:solidFill>
              </a:defRPr>
            </a:defPPr>
            <a:lvl1pPr algn="l">
              <a:defRPr sz="1350" b="0">
                <a:solidFill>
                  <a:srgbClr val="A2AFAC"/>
                </a:solidFill>
              </a:defRPr>
            </a:lvl1pPr>
            <a:lvl2pPr algn="l">
              <a:defRPr sz="1350" b="0">
                <a:solidFill>
                  <a:srgbClr val="A2AFAC"/>
                </a:solidFill>
              </a:defRPr>
            </a:lvl2pPr>
            <a:lvl3pPr algn="l">
              <a:defRPr sz="1350" b="0">
                <a:solidFill>
                  <a:srgbClr val="A2AFAC"/>
                </a:solidFill>
              </a:defRPr>
            </a:lvl3pPr>
            <a:lvl4pPr algn="l">
              <a:defRPr sz="1350" b="0">
                <a:solidFill>
                  <a:srgbClr val="A2AFAC"/>
                </a:solidFill>
              </a:defRPr>
            </a:lvl4pPr>
            <a:lvl5pPr algn="l">
              <a:defRPr sz="1350" b="0">
                <a:solidFill>
                  <a:srgbClr val="A2AFAC"/>
                </a:solidFill>
              </a:defRPr>
            </a:lvl5pPr>
            <a:lvl6pPr algn="l">
              <a:defRPr sz="1350" b="0">
                <a:solidFill>
                  <a:srgbClr val="A2AFAC"/>
                </a:solidFill>
              </a:defRPr>
            </a:lvl6pPr>
            <a:lvl7pPr algn="l">
              <a:defRPr sz="1350" b="0">
                <a:solidFill>
                  <a:srgbClr val="A2AFAC"/>
                </a:solidFill>
              </a:defRPr>
            </a:lvl7pPr>
            <a:lvl8pPr algn="l">
              <a:defRPr sz="1350" b="0">
                <a:solidFill>
                  <a:srgbClr val="A2AFAC"/>
                </a:solidFill>
              </a:defRPr>
            </a:lvl8pPr>
            <a:lvl9pPr algn="l">
              <a:defRPr sz="1350" b="0">
                <a:solidFill>
                  <a:srgbClr val="A2AFAC"/>
                </a:solidFill>
              </a:defRPr>
            </a:lvl9pPr>
          </a:lstStyle>
          <a:p xmlns:a="http://schemas.openxmlformats.org/drawingml/2006/main">
            <a:pPr algn="l">
              <a:defRPr sz="1350" b="0">
                <a:solidFill>
                  <a:srgbClr val="A2AFAC"/>
                </a:solidFill>
              </a:defRPr>
            </a:pPr>
            <a:r>
              <a:rPr sz="1350" b="0">
                <a:solidFill>
                  <a:srgbClr val="A2AFAC"/>
                </a:solidFill>
              </a:rPr>
              <a:t>자신 또는 팀원이 규칙 후보를 발견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BBFE921-D616-4658-AC3C-491A6184C3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002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383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3FE79CA-566F-4986-A4D9-22E265B8B4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28850"/>
            <a:ext cx="52387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75" b="1">
                <a:solidFill>
                  <a:srgbClr val="38D6C4"/>
                </a:solidFill>
              </a:defRPr>
            </a:defPPr>
            <a:lvl1pPr algn="l">
              <a:defRPr sz="1275" b="1">
                <a:solidFill>
                  <a:srgbClr val="38D6C4"/>
                </a:solidFill>
              </a:defRPr>
            </a:lvl1pPr>
            <a:lvl2pPr algn="l">
              <a:defRPr sz="1275" b="1">
                <a:solidFill>
                  <a:srgbClr val="38D6C4"/>
                </a:solidFill>
              </a:defRPr>
            </a:lvl2pPr>
            <a:lvl3pPr algn="l">
              <a:defRPr sz="1275" b="1">
                <a:solidFill>
                  <a:srgbClr val="38D6C4"/>
                </a:solidFill>
              </a:defRPr>
            </a:lvl3pPr>
            <a:lvl4pPr algn="l">
              <a:defRPr sz="1275" b="1">
                <a:solidFill>
                  <a:srgbClr val="38D6C4"/>
                </a:solidFill>
              </a:defRPr>
            </a:lvl4pPr>
            <a:lvl5pPr algn="l">
              <a:defRPr sz="1275" b="1">
                <a:solidFill>
                  <a:srgbClr val="38D6C4"/>
                </a:solidFill>
              </a:defRPr>
            </a:lvl5pPr>
            <a:lvl6pPr algn="l">
              <a:defRPr sz="1275" b="1">
                <a:solidFill>
                  <a:srgbClr val="38D6C4"/>
                </a:solidFill>
              </a:defRPr>
            </a:lvl6pPr>
            <a:lvl7pPr algn="l">
              <a:defRPr sz="1275" b="1">
                <a:solidFill>
                  <a:srgbClr val="38D6C4"/>
                </a:solidFill>
              </a:defRPr>
            </a:lvl7pPr>
            <a:lvl8pPr algn="l">
              <a:defRPr sz="1275" b="1">
                <a:solidFill>
                  <a:srgbClr val="38D6C4"/>
                </a:solidFill>
              </a:defRPr>
            </a:lvl8pPr>
            <a:lvl9pPr algn="l">
              <a:defRPr sz="1275" b="1">
                <a:solidFill>
                  <a:srgbClr val="38D6C4"/>
                </a:solidFill>
              </a:defRPr>
            </a:lvl9pPr>
          </a:lstStyle>
          <a:p xmlns:a="http://schemas.openxmlformats.org/drawingml/2006/main">
            <a:pPr algn="l">
              <a:defRPr sz="1275" b="1">
                <a:solidFill>
                  <a:srgbClr val="38D6C4"/>
                </a:solidFill>
              </a:defRPr>
            </a:pPr>
            <a:r>
              <a:rPr sz="1275" b="1">
                <a:solidFill>
                  <a:srgbClr val="38D6C4"/>
                </a:solidFill>
              </a:rP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9A509F4-662A-43DC-B934-F836E7E49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228850"/>
            <a:ext cx="209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00" b="1">
                <a:solidFill>
                  <a:srgbClr val="F2F5F4"/>
                </a:solidFill>
              </a:defRPr>
            </a:defPPr>
            <a:lvl1pPr algn="l">
              <a:defRPr sz="1500" b="1">
                <a:solidFill>
                  <a:srgbClr val="F2F5F4"/>
                </a:solidFill>
              </a:defRPr>
            </a:lvl1pPr>
            <a:lvl2pPr algn="l">
              <a:defRPr sz="1500" b="1">
                <a:solidFill>
                  <a:srgbClr val="F2F5F4"/>
                </a:solidFill>
              </a:defRPr>
            </a:lvl2pPr>
            <a:lvl3pPr algn="l">
              <a:defRPr sz="1500" b="1">
                <a:solidFill>
                  <a:srgbClr val="F2F5F4"/>
                </a:solidFill>
              </a:defRPr>
            </a:lvl3pPr>
            <a:lvl4pPr algn="l">
              <a:defRPr sz="1500" b="1">
                <a:solidFill>
                  <a:srgbClr val="F2F5F4"/>
                </a:solidFill>
              </a:defRPr>
            </a:lvl4pPr>
            <a:lvl5pPr algn="l">
              <a:defRPr sz="1500" b="1">
                <a:solidFill>
                  <a:srgbClr val="F2F5F4"/>
                </a:solidFill>
              </a:defRPr>
            </a:lvl5pPr>
            <a:lvl6pPr algn="l">
              <a:defRPr sz="1500" b="1">
                <a:solidFill>
                  <a:srgbClr val="F2F5F4"/>
                </a:solidFill>
              </a:defRPr>
            </a:lvl6pPr>
            <a:lvl7pPr algn="l">
              <a:defRPr sz="1500" b="1">
                <a:solidFill>
                  <a:srgbClr val="F2F5F4"/>
                </a:solidFill>
              </a:defRPr>
            </a:lvl7pPr>
            <a:lvl8pPr algn="l">
              <a:defRPr sz="1500" b="1">
                <a:solidFill>
                  <a:srgbClr val="F2F5F4"/>
                </a:solidFill>
              </a:defRPr>
            </a:lvl8pPr>
            <a:lvl9pPr algn="l">
              <a:defRPr sz="1500" b="1">
                <a:solidFill>
                  <a:srgbClr val="F2F5F4"/>
                </a:solidFill>
              </a:defRPr>
            </a:lvl9pPr>
          </a:lstStyle>
          <a:p xmlns:a="http://schemas.openxmlformats.org/drawingml/2006/main">
            <a:pPr algn="l">
              <a:defRPr sz="1500" b="1">
                <a:solidFill>
                  <a:srgbClr val="F2F5F4"/>
                </a:solidFill>
              </a:defRPr>
            </a:pPr>
            <a:r>
              <a:rPr sz="1500" b="1">
                <a:solidFill>
                  <a:srgbClr val="F2F5F4"/>
                </a:solidFill>
              </a:rPr>
              <a:t>암호문 작성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87A1BC8-F3A8-4DF3-8CCD-02467C5E26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2228850"/>
            <a:ext cx="7620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350" b="0">
                <a:solidFill>
                  <a:srgbClr val="A2AFAC"/>
                </a:solidFill>
              </a:defRPr>
            </a:defPPr>
            <a:lvl1pPr algn="l">
              <a:defRPr sz="1350" b="0">
                <a:solidFill>
                  <a:srgbClr val="A2AFAC"/>
                </a:solidFill>
              </a:defRPr>
            </a:lvl1pPr>
            <a:lvl2pPr algn="l">
              <a:defRPr sz="1350" b="0">
                <a:solidFill>
                  <a:srgbClr val="A2AFAC"/>
                </a:solidFill>
              </a:defRPr>
            </a:lvl2pPr>
            <a:lvl3pPr algn="l">
              <a:defRPr sz="1350" b="0">
                <a:solidFill>
                  <a:srgbClr val="A2AFAC"/>
                </a:solidFill>
              </a:defRPr>
            </a:lvl3pPr>
            <a:lvl4pPr algn="l">
              <a:defRPr sz="1350" b="0">
                <a:solidFill>
                  <a:srgbClr val="A2AFAC"/>
                </a:solidFill>
              </a:defRPr>
            </a:lvl4pPr>
            <a:lvl5pPr algn="l">
              <a:defRPr sz="1350" b="0">
                <a:solidFill>
                  <a:srgbClr val="A2AFAC"/>
                </a:solidFill>
              </a:defRPr>
            </a:lvl5pPr>
            <a:lvl6pPr algn="l">
              <a:defRPr sz="1350" b="0">
                <a:solidFill>
                  <a:srgbClr val="A2AFAC"/>
                </a:solidFill>
              </a:defRPr>
            </a:lvl6pPr>
            <a:lvl7pPr algn="l">
              <a:defRPr sz="1350" b="0">
                <a:solidFill>
                  <a:srgbClr val="A2AFAC"/>
                </a:solidFill>
              </a:defRPr>
            </a:lvl7pPr>
            <a:lvl8pPr algn="l">
              <a:defRPr sz="1350" b="0">
                <a:solidFill>
                  <a:srgbClr val="A2AFAC"/>
                </a:solidFill>
              </a:defRPr>
            </a:lvl8pPr>
            <a:lvl9pPr algn="l">
              <a:defRPr sz="1350" b="0">
                <a:solidFill>
                  <a:srgbClr val="A2AFAC"/>
                </a:solidFill>
              </a:defRPr>
            </a:lvl9pPr>
          </a:lstStyle>
          <a:p xmlns:a="http://schemas.openxmlformats.org/drawingml/2006/main">
            <a:pPr algn="l">
              <a:defRPr sz="1350" b="0">
                <a:solidFill>
                  <a:srgbClr val="A2AFAC"/>
                </a:solidFill>
              </a:defRPr>
            </a:pPr>
            <a:r>
              <a:rPr sz="1350" b="0">
                <a:solidFill>
                  <a:srgbClr val="A2AFAC"/>
                </a:solidFill>
              </a:rPr>
              <a:t>제한된 어휘와 문형으로 한마디 생성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A850252-71BD-4E2F-B798-46D7E45D48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383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A5B1879-7E0C-4413-9C18-0966D79E4F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009900"/>
            <a:ext cx="52387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75" b="1">
                <a:solidFill>
                  <a:srgbClr val="38D6C4"/>
                </a:solidFill>
              </a:defRPr>
            </a:defPPr>
            <a:lvl1pPr algn="l">
              <a:defRPr sz="1275" b="1">
                <a:solidFill>
                  <a:srgbClr val="38D6C4"/>
                </a:solidFill>
              </a:defRPr>
            </a:lvl1pPr>
            <a:lvl2pPr algn="l">
              <a:defRPr sz="1275" b="1">
                <a:solidFill>
                  <a:srgbClr val="38D6C4"/>
                </a:solidFill>
              </a:defRPr>
            </a:lvl2pPr>
            <a:lvl3pPr algn="l">
              <a:defRPr sz="1275" b="1">
                <a:solidFill>
                  <a:srgbClr val="38D6C4"/>
                </a:solidFill>
              </a:defRPr>
            </a:lvl3pPr>
            <a:lvl4pPr algn="l">
              <a:defRPr sz="1275" b="1">
                <a:solidFill>
                  <a:srgbClr val="38D6C4"/>
                </a:solidFill>
              </a:defRPr>
            </a:lvl4pPr>
            <a:lvl5pPr algn="l">
              <a:defRPr sz="1275" b="1">
                <a:solidFill>
                  <a:srgbClr val="38D6C4"/>
                </a:solidFill>
              </a:defRPr>
            </a:lvl5pPr>
            <a:lvl6pPr algn="l">
              <a:defRPr sz="1275" b="1">
                <a:solidFill>
                  <a:srgbClr val="38D6C4"/>
                </a:solidFill>
              </a:defRPr>
            </a:lvl6pPr>
            <a:lvl7pPr algn="l">
              <a:defRPr sz="1275" b="1">
                <a:solidFill>
                  <a:srgbClr val="38D6C4"/>
                </a:solidFill>
              </a:defRPr>
            </a:lvl7pPr>
            <a:lvl8pPr algn="l">
              <a:defRPr sz="1275" b="1">
                <a:solidFill>
                  <a:srgbClr val="38D6C4"/>
                </a:solidFill>
              </a:defRPr>
            </a:lvl8pPr>
            <a:lvl9pPr algn="l">
              <a:defRPr sz="1275" b="1">
                <a:solidFill>
                  <a:srgbClr val="38D6C4"/>
                </a:solidFill>
              </a:defRPr>
            </a:lvl9pPr>
          </a:lstStyle>
          <a:p xmlns:a="http://schemas.openxmlformats.org/drawingml/2006/main">
            <a:pPr algn="l">
              <a:defRPr sz="1275" b="1">
                <a:solidFill>
                  <a:srgbClr val="38D6C4"/>
                </a:solidFill>
              </a:defRPr>
            </a:pPr>
            <a:r>
              <a:rPr sz="1275" b="1">
                <a:solidFill>
                  <a:srgbClr val="38D6C4"/>
                </a:solidFill>
              </a:rPr>
              <a:t>03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5599255-7EE3-47F1-A44A-808DFFB140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009900"/>
            <a:ext cx="209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00" b="1">
                <a:solidFill>
                  <a:srgbClr val="F2F5F4"/>
                </a:solidFill>
              </a:defRPr>
            </a:defPPr>
            <a:lvl1pPr algn="l">
              <a:defRPr sz="1500" b="1">
                <a:solidFill>
                  <a:srgbClr val="F2F5F4"/>
                </a:solidFill>
              </a:defRPr>
            </a:lvl1pPr>
            <a:lvl2pPr algn="l">
              <a:defRPr sz="1500" b="1">
                <a:solidFill>
                  <a:srgbClr val="F2F5F4"/>
                </a:solidFill>
              </a:defRPr>
            </a:lvl2pPr>
            <a:lvl3pPr algn="l">
              <a:defRPr sz="1500" b="1">
                <a:solidFill>
                  <a:srgbClr val="F2F5F4"/>
                </a:solidFill>
              </a:defRPr>
            </a:lvl3pPr>
            <a:lvl4pPr algn="l">
              <a:defRPr sz="1500" b="1">
                <a:solidFill>
                  <a:srgbClr val="F2F5F4"/>
                </a:solidFill>
              </a:defRPr>
            </a:lvl4pPr>
            <a:lvl5pPr algn="l">
              <a:defRPr sz="1500" b="1">
                <a:solidFill>
                  <a:srgbClr val="F2F5F4"/>
                </a:solidFill>
              </a:defRPr>
            </a:lvl5pPr>
            <a:lvl6pPr algn="l">
              <a:defRPr sz="1500" b="1">
                <a:solidFill>
                  <a:srgbClr val="F2F5F4"/>
                </a:solidFill>
              </a:defRPr>
            </a:lvl6pPr>
            <a:lvl7pPr algn="l">
              <a:defRPr sz="1500" b="1">
                <a:solidFill>
                  <a:srgbClr val="F2F5F4"/>
                </a:solidFill>
              </a:defRPr>
            </a:lvl7pPr>
            <a:lvl8pPr algn="l">
              <a:defRPr sz="1500" b="1">
                <a:solidFill>
                  <a:srgbClr val="F2F5F4"/>
                </a:solidFill>
              </a:defRPr>
            </a:lvl8pPr>
            <a:lvl9pPr algn="l">
              <a:defRPr sz="1500" b="1">
                <a:solidFill>
                  <a:srgbClr val="F2F5F4"/>
                </a:solidFill>
              </a:defRPr>
            </a:lvl9pPr>
          </a:lstStyle>
          <a:p xmlns:a="http://schemas.openxmlformats.org/drawingml/2006/main">
            <a:pPr algn="l">
              <a:defRPr sz="1500" b="1">
                <a:solidFill>
                  <a:srgbClr val="F2F5F4"/>
                </a:solidFill>
              </a:defRPr>
            </a:pPr>
            <a:r>
              <a:rPr sz="1500" b="1">
                <a:solidFill>
                  <a:srgbClr val="F2F5F4"/>
                </a:solidFill>
              </a:rPr>
              <a:t>후보 전달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2BFFC4E-BBCD-4599-B4F1-88408125A2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3009900"/>
            <a:ext cx="7620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350" b="0">
                <a:solidFill>
                  <a:srgbClr val="A2AFAC"/>
                </a:solidFill>
              </a:defRPr>
            </a:defPPr>
            <a:lvl1pPr algn="l">
              <a:defRPr sz="1350" b="0">
                <a:solidFill>
                  <a:srgbClr val="A2AFAC"/>
                </a:solidFill>
              </a:defRPr>
            </a:lvl1pPr>
            <a:lvl2pPr algn="l">
              <a:defRPr sz="1350" b="0">
                <a:solidFill>
                  <a:srgbClr val="A2AFAC"/>
                </a:solidFill>
              </a:defRPr>
            </a:lvl2pPr>
            <a:lvl3pPr algn="l">
              <a:defRPr sz="1350" b="0">
                <a:solidFill>
                  <a:srgbClr val="A2AFAC"/>
                </a:solidFill>
              </a:defRPr>
            </a:lvl3pPr>
            <a:lvl4pPr algn="l">
              <a:defRPr sz="1350" b="0">
                <a:solidFill>
                  <a:srgbClr val="A2AFAC"/>
                </a:solidFill>
              </a:defRPr>
            </a:lvl4pPr>
            <a:lvl5pPr algn="l">
              <a:defRPr sz="1350" b="0">
                <a:solidFill>
                  <a:srgbClr val="A2AFAC"/>
                </a:solidFill>
              </a:defRPr>
            </a:lvl5pPr>
            <a:lvl6pPr algn="l">
              <a:defRPr sz="1350" b="0">
                <a:solidFill>
                  <a:srgbClr val="A2AFAC"/>
                </a:solidFill>
              </a:defRPr>
            </a:lvl6pPr>
            <a:lvl7pPr algn="l">
              <a:defRPr sz="1350" b="0">
                <a:solidFill>
                  <a:srgbClr val="A2AFAC"/>
                </a:solidFill>
              </a:defRPr>
            </a:lvl7pPr>
            <a:lvl8pPr algn="l">
              <a:defRPr sz="1350" b="0">
                <a:solidFill>
                  <a:srgbClr val="A2AFAC"/>
                </a:solidFill>
              </a:defRPr>
            </a:lvl8pPr>
            <a:lvl9pPr algn="l">
              <a:defRPr sz="1350" b="0">
                <a:solidFill>
                  <a:srgbClr val="A2AFAC"/>
                </a:solidFill>
              </a:defRPr>
            </a:lvl9pPr>
          </a:lstStyle>
          <a:p xmlns:a="http://schemas.openxmlformats.org/drawingml/2006/main">
            <a:pPr algn="l">
              <a:defRPr sz="1350" b="0">
                <a:solidFill>
                  <a:srgbClr val="A2AFAC"/>
                </a:solidFill>
              </a:defRPr>
            </a:pPr>
            <a:r>
              <a:rPr sz="1350" b="0">
                <a:solidFill>
                  <a:srgbClr val="A2AFAC"/>
                </a:solidFill>
              </a:rPr>
              <a:t>같은 탐사대 안에서만 공유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B72A59F-9740-4F5E-B16A-2301B53CF5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623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383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84C4D41-105A-4006-A18D-6A354DB15A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90950"/>
            <a:ext cx="52387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75" b="1">
                <a:solidFill>
                  <a:srgbClr val="38D6C4"/>
                </a:solidFill>
              </a:defRPr>
            </a:defPPr>
            <a:lvl1pPr algn="l">
              <a:defRPr sz="1275" b="1">
                <a:solidFill>
                  <a:srgbClr val="38D6C4"/>
                </a:solidFill>
              </a:defRPr>
            </a:lvl1pPr>
            <a:lvl2pPr algn="l">
              <a:defRPr sz="1275" b="1">
                <a:solidFill>
                  <a:srgbClr val="38D6C4"/>
                </a:solidFill>
              </a:defRPr>
            </a:lvl2pPr>
            <a:lvl3pPr algn="l">
              <a:defRPr sz="1275" b="1">
                <a:solidFill>
                  <a:srgbClr val="38D6C4"/>
                </a:solidFill>
              </a:defRPr>
            </a:lvl3pPr>
            <a:lvl4pPr algn="l">
              <a:defRPr sz="1275" b="1">
                <a:solidFill>
                  <a:srgbClr val="38D6C4"/>
                </a:solidFill>
              </a:defRPr>
            </a:lvl4pPr>
            <a:lvl5pPr algn="l">
              <a:defRPr sz="1275" b="1">
                <a:solidFill>
                  <a:srgbClr val="38D6C4"/>
                </a:solidFill>
              </a:defRPr>
            </a:lvl5pPr>
            <a:lvl6pPr algn="l">
              <a:defRPr sz="1275" b="1">
                <a:solidFill>
                  <a:srgbClr val="38D6C4"/>
                </a:solidFill>
              </a:defRPr>
            </a:lvl6pPr>
            <a:lvl7pPr algn="l">
              <a:defRPr sz="1275" b="1">
                <a:solidFill>
                  <a:srgbClr val="38D6C4"/>
                </a:solidFill>
              </a:defRPr>
            </a:lvl7pPr>
            <a:lvl8pPr algn="l">
              <a:defRPr sz="1275" b="1">
                <a:solidFill>
                  <a:srgbClr val="38D6C4"/>
                </a:solidFill>
              </a:defRPr>
            </a:lvl8pPr>
            <a:lvl9pPr algn="l">
              <a:defRPr sz="1275" b="1">
                <a:solidFill>
                  <a:srgbClr val="38D6C4"/>
                </a:solidFill>
              </a:defRPr>
            </a:lvl9pPr>
          </a:lstStyle>
          <a:p xmlns:a="http://schemas.openxmlformats.org/drawingml/2006/main">
            <a:pPr algn="l">
              <a:defRPr sz="1275" b="1">
                <a:solidFill>
                  <a:srgbClr val="38D6C4"/>
                </a:solidFill>
              </a:defRPr>
            </a:pPr>
            <a:r>
              <a:rPr sz="1275" b="1">
                <a:solidFill>
                  <a:srgbClr val="38D6C4"/>
                </a:solidFill>
              </a:rPr>
              <a:t>04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351EA1D-7829-4026-87C2-B979A27257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790950"/>
            <a:ext cx="209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00" b="1">
                <a:solidFill>
                  <a:srgbClr val="F2F5F4"/>
                </a:solidFill>
              </a:defRPr>
            </a:defPPr>
            <a:lvl1pPr algn="l">
              <a:defRPr sz="1500" b="1">
                <a:solidFill>
                  <a:srgbClr val="F2F5F4"/>
                </a:solidFill>
              </a:defRPr>
            </a:lvl1pPr>
            <a:lvl2pPr algn="l">
              <a:defRPr sz="1500" b="1">
                <a:solidFill>
                  <a:srgbClr val="F2F5F4"/>
                </a:solidFill>
              </a:defRPr>
            </a:lvl2pPr>
            <a:lvl3pPr algn="l">
              <a:defRPr sz="1500" b="1">
                <a:solidFill>
                  <a:srgbClr val="F2F5F4"/>
                </a:solidFill>
              </a:defRPr>
            </a:lvl3pPr>
            <a:lvl4pPr algn="l">
              <a:defRPr sz="1500" b="1">
                <a:solidFill>
                  <a:srgbClr val="F2F5F4"/>
                </a:solidFill>
              </a:defRPr>
            </a:lvl4pPr>
            <a:lvl5pPr algn="l">
              <a:defRPr sz="1500" b="1">
                <a:solidFill>
                  <a:srgbClr val="F2F5F4"/>
                </a:solidFill>
              </a:defRPr>
            </a:lvl5pPr>
            <a:lvl6pPr algn="l">
              <a:defRPr sz="1500" b="1">
                <a:solidFill>
                  <a:srgbClr val="F2F5F4"/>
                </a:solidFill>
              </a:defRPr>
            </a:lvl6pPr>
            <a:lvl7pPr algn="l">
              <a:defRPr sz="1500" b="1">
                <a:solidFill>
                  <a:srgbClr val="F2F5F4"/>
                </a:solidFill>
              </a:defRPr>
            </a:lvl7pPr>
            <a:lvl8pPr algn="l">
              <a:defRPr sz="1500" b="1">
                <a:solidFill>
                  <a:srgbClr val="F2F5F4"/>
                </a:solidFill>
              </a:defRPr>
            </a:lvl8pPr>
            <a:lvl9pPr algn="l">
              <a:defRPr sz="1500" b="1">
                <a:solidFill>
                  <a:srgbClr val="F2F5F4"/>
                </a:solidFill>
              </a:defRPr>
            </a:lvl9pPr>
          </a:lstStyle>
          <a:p xmlns:a="http://schemas.openxmlformats.org/drawingml/2006/main">
            <a:pPr algn="l">
              <a:defRPr sz="1500" b="1">
                <a:solidFill>
                  <a:srgbClr val="F2F5F4"/>
                </a:solidFill>
              </a:defRPr>
            </a:pPr>
            <a:r>
              <a:rPr sz="1500" b="1">
                <a:solidFill>
                  <a:srgbClr val="F2F5F4"/>
                </a:solidFill>
              </a:rPr>
              <a:t>하나 선택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B6D6625-9E35-4395-9204-65D0CD9F7D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3790950"/>
            <a:ext cx="7620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350" b="0">
                <a:solidFill>
                  <a:srgbClr val="A2AFAC"/>
                </a:solidFill>
              </a:defRPr>
            </a:defPPr>
            <a:lvl1pPr algn="l">
              <a:defRPr sz="1350" b="0">
                <a:solidFill>
                  <a:srgbClr val="A2AFAC"/>
                </a:solidFill>
              </a:defRPr>
            </a:lvl1pPr>
            <a:lvl2pPr algn="l">
              <a:defRPr sz="1350" b="0">
                <a:solidFill>
                  <a:srgbClr val="A2AFAC"/>
                </a:solidFill>
              </a:defRPr>
            </a:lvl2pPr>
            <a:lvl3pPr algn="l">
              <a:defRPr sz="1350" b="0">
                <a:solidFill>
                  <a:srgbClr val="A2AFAC"/>
                </a:solidFill>
              </a:defRPr>
            </a:lvl3pPr>
            <a:lvl4pPr algn="l">
              <a:defRPr sz="1350" b="0">
                <a:solidFill>
                  <a:srgbClr val="A2AFAC"/>
                </a:solidFill>
              </a:defRPr>
            </a:lvl4pPr>
            <a:lvl5pPr algn="l">
              <a:defRPr sz="1350" b="0">
                <a:solidFill>
                  <a:srgbClr val="A2AFAC"/>
                </a:solidFill>
              </a:defRPr>
            </a:lvl5pPr>
            <a:lvl6pPr algn="l">
              <a:defRPr sz="1350" b="0">
                <a:solidFill>
                  <a:srgbClr val="A2AFAC"/>
                </a:solidFill>
              </a:defRPr>
            </a:lvl6pPr>
            <a:lvl7pPr algn="l">
              <a:defRPr sz="1350" b="0">
                <a:solidFill>
                  <a:srgbClr val="A2AFAC"/>
                </a:solidFill>
              </a:defRPr>
            </a:lvl7pPr>
            <a:lvl8pPr algn="l">
              <a:defRPr sz="1350" b="0">
                <a:solidFill>
                  <a:srgbClr val="A2AFAC"/>
                </a:solidFill>
              </a:defRPr>
            </a:lvl8pPr>
            <a:lvl9pPr algn="l">
              <a:defRPr sz="1350" b="0">
                <a:solidFill>
                  <a:srgbClr val="A2AFAC"/>
                </a:solidFill>
              </a:defRPr>
            </a:lvl9pPr>
          </a:lstStyle>
          <a:p xmlns:a="http://schemas.openxmlformats.org/drawingml/2006/main">
            <a:pPr algn="l">
              <a:defRPr sz="1350" b="0">
                <a:solidFill>
                  <a:srgbClr val="A2AFAC"/>
                </a:solidFill>
              </a:defRPr>
            </a:pPr>
            <a:r>
              <a:rPr sz="1350" b="0">
                <a:solidFill>
                  <a:srgbClr val="A2AFAC"/>
                </a:solidFill>
              </a:rPr>
              <a:t>플레이어당 탐사 1회에 최대 1개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25B73F7-9C5D-42FB-A653-22585FE486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4340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383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AFA9F39-D764-41E8-A89B-A4FAA8CADE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72000"/>
            <a:ext cx="52387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75" b="1">
                <a:solidFill>
                  <a:srgbClr val="38D6C4"/>
                </a:solidFill>
              </a:defRPr>
            </a:defPPr>
            <a:lvl1pPr algn="l">
              <a:defRPr sz="1275" b="1">
                <a:solidFill>
                  <a:srgbClr val="38D6C4"/>
                </a:solidFill>
              </a:defRPr>
            </a:lvl1pPr>
            <a:lvl2pPr algn="l">
              <a:defRPr sz="1275" b="1">
                <a:solidFill>
                  <a:srgbClr val="38D6C4"/>
                </a:solidFill>
              </a:defRPr>
            </a:lvl2pPr>
            <a:lvl3pPr algn="l">
              <a:defRPr sz="1275" b="1">
                <a:solidFill>
                  <a:srgbClr val="38D6C4"/>
                </a:solidFill>
              </a:defRPr>
            </a:lvl3pPr>
            <a:lvl4pPr algn="l">
              <a:defRPr sz="1275" b="1">
                <a:solidFill>
                  <a:srgbClr val="38D6C4"/>
                </a:solidFill>
              </a:defRPr>
            </a:lvl4pPr>
            <a:lvl5pPr algn="l">
              <a:defRPr sz="1275" b="1">
                <a:solidFill>
                  <a:srgbClr val="38D6C4"/>
                </a:solidFill>
              </a:defRPr>
            </a:lvl5pPr>
            <a:lvl6pPr algn="l">
              <a:defRPr sz="1275" b="1">
                <a:solidFill>
                  <a:srgbClr val="38D6C4"/>
                </a:solidFill>
              </a:defRPr>
            </a:lvl6pPr>
            <a:lvl7pPr algn="l">
              <a:defRPr sz="1275" b="1">
                <a:solidFill>
                  <a:srgbClr val="38D6C4"/>
                </a:solidFill>
              </a:defRPr>
            </a:lvl7pPr>
            <a:lvl8pPr algn="l">
              <a:defRPr sz="1275" b="1">
                <a:solidFill>
                  <a:srgbClr val="38D6C4"/>
                </a:solidFill>
              </a:defRPr>
            </a:lvl8pPr>
            <a:lvl9pPr algn="l">
              <a:defRPr sz="1275" b="1">
                <a:solidFill>
                  <a:srgbClr val="38D6C4"/>
                </a:solidFill>
              </a:defRPr>
            </a:lvl9pPr>
          </a:lstStyle>
          <a:p xmlns:a="http://schemas.openxmlformats.org/drawingml/2006/main">
            <a:pPr algn="l">
              <a:defRPr sz="1275" b="1">
                <a:solidFill>
                  <a:srgbClr val="38D6C4"/>
                </a:solidFill>
              </a:defRPr>
            </a:pPr>
            <a:r>
              <a:rPr sz="1275" b="1">
                <a:solidFill>
                  <a:srgbClr val="38D6C4"/>
                </a:solidFill>
              </a:rPr>
              <a:t>05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D6DC19B-F51A-4863-A6D4-DF649ECEB6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572000"/>
            <a:ext cx="209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00" b="1">
                <a:solidFill>
                  <a:srgbClr val="F2F5F4"/>
                </a:solidFill>
              </a:defRPr>
            </a:defPPr>
            <a:lvl1pPr algn="l">
              <a:defRPr sz="1500" b="1">
                <a:solidFill>
                  <a:srgbClr val="F2F5F4"/>
                </a:solidFill>
              </a:defRPr>
            </a:lvl1pPr>
            <a:lvl2pPr algn="l">
              <a:defRPr sz="1500" b="1">
                <a:solidFill>
                  <a:srgbClr val="F2F5F4"/>
                </a:solidFill>
              </a:defRPr>
            </a:lvl2pPr>
            <a:lvl3pPr algn="l">
              <a:defRPr sz="1500" b="1">
                <a:solidFill>
                  <a:srgbClr val="F2F5F4"/>
                </a:solidFill>
              </a:defRPr>
            </a:lvl3pPr>
            <a:lvl4pPr algn="l">
              <a:defRPr sz="1500" b="1">
                <a:solidFill>
                  <a:srgbClr val="F2F5F4"/>
                </a:solidFill>
              </a:defRPr>
            </a:lvl4pPr>
            <a:lvl5pPr algn="l">
              <a:defRPr sz="1500" b="1">
                <a:solidFill>
                  <a:srgbClr val="F2F5F4"/>
                </a:solidFill>
              </a:defRPr>
            </a:lvl5pPr>
            <a:lvl6pPr algn="l">
              <a:defRPr sz="1500" b="1">
                <a:solidFill>
                  <a:srgbClr val="F2F5F4"/>
                </a:solidFill>
              </a:defRPr>
            </a:lvl6pPr>
            <a:lvl7pPr algn="l">
              <a:defRPr sz="1500" b="1">
                <a:solidFill>
                  <a:srgbClr val="F2F5F4"/>
                </a:solidFill>
              </a:defRPr>
            </a:lvl7pPr>
            <a:lvl8pPr algn="l">
              <a:defRPr sz="1500" b="1">
                <a:solidFill>
                  <a:srgbClr val="F2F5F4"/>
                </a:solidFill>
              </a:defRPr>
            </a:lvl8pPr>
            <a:lvl9pPr algn="l">
              <a:defRPr sz="1500" b="1">
                <a:solidFill>
                  <a:srgbClr val="F2F5F4"/>
                </a:solidFill>
              </a:defRPr>
            </a:lvl9pPr>
          </a:lstStyle>
          <a:p xmlns:a="http://schemas.openxmlformats.org/drawingml/2006/main">
            <a:pPr algn="l">
              <a:defRPr sz="1500" b="1">
                <a:solidFill>
                  <a:srgbClr val="F2F5F4"/>
                </a:solidFill>
              </a:defRPr>
            </a:pPr>
            <a:r>
              <a:rPr sz="1500" b="1">
                <a:solidFill>
                  <a:srgbClr val="F2F5F4"/>
                </a:solidFill>
              </a:rPr>
              <a:t>노트 저장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BFF8212-9A56-4AF6-BD4D-8F7312ED1F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4572000"/>
            <a:ext cx="7620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350" b="0">
                <a:solidFill>
                  <a:srgbClr val="A2AFAC"/>
                </a:solidFill>
              </a:defRPr>
            </a:defPPr>
            <a:lvl1pPr algn="l">
              <a:defRPr sz="1350" b="0">
                <a:solidFill>
                  <a:srgbClr val="A2AFAC"/>
                </a:solidFill>
              </a:defRPr>
            </a:lvl1pPr>
            <a:lvl2pPr algn="l">
              <a:defRPr sz="1350" b="0">
                <a:solidFill>
                  <a:srgbClr val="A2AFAC"/>
                </a:solidFill>
              </a:defRPr>
            </a:lvl2pPr>
            <a:lvl3pPr algn="l">
              <a:defRPr sz="1350" b="0">
                <a:solidFill>
                  <a:srgbClr val="A2AFAC"/>
                </a:solidFill>
              </a:defRPr>
            </a:lvl3pPr>
            <a:lvl4pPr algn="l">
              <a:defRPr sz="1350" b="0">
                <a:solidFill>
                  <a:srgbClr val="A2AFAC"/>
                </a:solidFill>
              </a:defRPr>
            </a:lvl4pPr>
            <a:lvl5pPr algn="l">
              <a:defRPr sz="1350" b="0">
                <a:solidFill>
                  <a:srgbClr val="A2AFAC"/>
                </a:solidFill>
              </a:defRPr>
            </a:lvl5pPr>
            <a:lvl6pPr algn="l">
              <a:defRPr sz="1350" b="0">
                <a:solidFill>
                  <a:srgbClr val="A2AFAC"/>
                </a:solidFill>
              </a:defRPr>
            </a:lvl6pPr>
            <a:lvl7pPr algn="l">
              <a:defRPr sz="1350" b="0">
                <a:solidFill>
                  <a:srgbClr val="A2AFAC"/>
                </a:solidFill>
              </a:defRPr>
            </a:lvl7pPr>
            <a:lvl8pPr algn="l">
              <a:defRPr sz="1350" b="0">
                <a:solidFill>
                  <a:srgbClr val="A2AFAC"/>
                </a:solidFill>
              </a:defRPr>
            </a:lvl8pPr>
            <a:lvl9pPr algn="l">
              <a:defRPr sz="1350" b="0">
                <a:solidFill>
                  <a:srgbClr val="A2AFAC"/>
                </a:solidFill>
              </a:defRPr>
            </a:lvl9pPr>
          </a:lstStyle>
          <a:p xmlns:a="http://schemas.openxmlformats.org/drawingml/2006/main">
            <a:pPr algn="l">
              <a:defRPr sz="1350" b="0">
                <a:solidFill>
                  <a:srgbClr val="A2AFAC"/>
                </a:solidFill>
              </a:defRPr>
            </a:pPr>
            <a:r>
              <a:rPr sz="1350" b="0">
                <a:solidFill>
                  <a:srgbClr val="A2AFAC"/>
                </a:solidFill>
              </a:rPr>
              <a:t>최초 생성자 닉네임과 검증 이력 보존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CCADCB8-45BD-4992-B805-EB7DA84D06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1244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383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6896FA2-8EBD-44D3-ACAC-32F639CB1A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638800"/>
            <a:ext cx="11049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500" b="1">
                <a:solidFill>
                  <a:srgbClr val="E9C46A"/>
                </a:solidFill>
              </a:defRPr>
            </a:defPPr>
            <a:lvl1pPr algn="ctr">
              <a:defRPr sz="1500" b="1">
                <a:solidFill>
                  <a:srgbClr val="E9C46A"/>
                </a:solidFill>
              </a:defRPr>
            </a:lvl1pPr>
            <a:lvl2pPr algn="ctr">
              <a:defRPr sz="1500" b="1">
                <a:solidFill>
                  <a:srgbClr val="E9C46A"/>
                </a:solidFill>
              </a:defRPr>
            </a:lvl2pPr>
            <a:lvl3pPr algn="ctr">
              <a:defRPr sz="1500" b="1">
                <a:solidFill>
                  <a:srgbClr val="E9C46A"/>
                </a:solidFill>
              </a:defRPr>
            </a:lvl3pPr>
            <a:lvl4pPr algn="ctr">
              <a:defRPr sz="1500" b="1">
                <a:solidFill>
                  <a:srgbClr val="E9C46A"/>
                </a:solidFill>
              </a:defRPr>
            </a:lvl4pPr>
            <a:lvl5pPr algn="ctr">
              <a:defRPr sz="1500" b="1">
                <a:solidFill>
                  <a:srgbClr val="E9C46A"/>
                </a:solidFill>
              </a:defRPr>
            </a:lvl5pPr>
            <a:lvl6pPr algn="ctr">
              <a:defRPr sz="1500" b="1">
                <a:solidFill>
                  <a:srgbClr val="E9C46A"/>
                </a:solidFill>
              </a:defRPr>
            </a:lvl6pPr>
            <a:lvl7pPr algn="ctr">
              <a:defRPr sz="1500" b="1">
                <a:solidFill>
                  <a:srgbClr val="E9C46A"/>
                </a:solidFill>
              </a:defRPr>
            </a:lvl7pPr>
            <a:lvl8pPr algn="ctr">
              <a:defRPr sz="1500" b="1">
                <a:solidFill>
                  <a:srgbClr val="E9C46A"/>
                </a:solidFill>
              </a:defRPr>
            </a:lvl8pPr>
            <a:lvl9pPr algn="ctr">
              <a:defRPr sz="1500" b="1">
                <a:solidFill>
                  <a:srgbClr val="E9C46A"/>
                </a:solidFill>
              </a:defRPr>
            </a:lvl9pPr>
          </a:lstStyle>
          <a:p xmlns:a="http://schemas.openxmlformats.org/drawingml/2006/main">
            <a:pPr algn="ctr">
              <a:defRPr sz="1500" b="1">
                <a:solidFill>
                  <a:srgbClr val="E9C46A"/>
                </a:solidFill>
              </a:defRPr>
            </a:pPr>
            <a:r>
              <a:rPr sz="1500" b="1">
                <a:solidFill>
                  <a:srgbClr val="E9C46A"/>
                </a:solidFill>
              </a:rPr>
              <a:t>솔로는 자신의 관찰 하나를 기록한다. 파티는 여러 관점을 동시에 보존하므로 집단 진척이 빠르다.</a:t>
            </a:r>
          </a:p>
        </p:txBody>
      </p:sp>
    </p:spTree>
    <p:extLst>
      <p:ext uri="{BB962C8B-B14F-4D97-AF65-F5344CB8AC3E}">
        <p14:creationId xmlns:p14="http://schemas.microsoft.com/office/powerpoint/2010/main" val="1576504036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0A0E0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CEFCD3E-98AB-4072-9D66-FD3D5C47C7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333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D6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6AA8861-9B46-48D3-9EDA-7D1C1D5402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8575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900" b="1">
                <a:solidFill>
                  <a:srgbClr val="38D6C4"/>
                </a:solidFill>
              </a:defRPr>
            </a:defPPr>
            <a:lvl1pPr algn="l">
              <a:defRPr sz="900" b="1">
                <a:solidFill>
                  <a:srgbClr val="38D6C4"/>
                </a:solidFill>
              </a:defRPr>
            </a:lvl1pPr>
            <a:lvl2pPr algn="l">
              <a:defRPr sz="900" b="1">
                <a:solidFill>
                  <a:srgbClr val="38D6C4"/>
                </a:solidFill>
              </a:defRPr>
            </a:lvl2pPr>
            <a:lvl3pPr algn="l">
              <a:defRPr sz="900" b="1">
                <a:solidFill>
                  <a:srgbClr val="38D6C4"/>
                </a:solidFill>
              </a:defRPr>
            </a:lvl3pPr>
            <a:lvl4pPr algn="l">
              <a:defRPr sz="900" b="1">
                <a:solidFill>
                  <a:srgbClr val="38D6C4"/>
                </a:solidFill>
              </a:defRPr>
            </a:lvl4pPr>
            <a:lvl5pPr algn="l">
              <a:defRPr sz="900" b="1">
                <a:solidFill>
                  <a:srgbClr val="38D6C4"/>
                </a:solidFill>
              </a:defRPr>
            </a:lvl5pPr>
            <a:lvl6pPr algn="l">
              <a:defRPr sz="900" b="1">
                <a:solidFill>
                  <a:srgbClr val="38D6C4"/>
                </a:solidFill>
              </a:defRPr>
            </a:lvl6pPr>
            <a:lvl7pPr algn="l">
              <a:defRPr sz="900" b="1">
                <a:solidFill>
                  <a:srgbClr val="38D6C4"/>
                </a:solidFill>
              </a:defRPr>
            </a:lvl7pPr>
            <a:lvl8pPr algn="l">
              <a:defRPr sz="900" b="1">
                <a:solidFill>
                  <a:srgbClr val="38D6C4"/>
                </a:solidFill>
              </a:defRPr>
            </a:lvl8pPr>
            <a:lvl9pPr algn="l">
              <a:defRPr sz="900" b="1">
                <a:solidFill>
                  <a:srgbClr val="38D6C4"/>
                </a:solidFill>
              </a:defRPr>
            </a:lvl9pPr>
          </a:lstStyle>
          <a:p xmlns:a="http://schemas.openxmlformats.org/drawingml/2006/main">
            <a:pPr algn="l">
              <a:defRPr sz="900" b="1">
                <a:solidFill>
                  <a:srgbClr val="38D6C4"/>
                </a:solidFill>
              </a:defRPr>
            </a:pPr>
            <a:r>
              <a:rPr sz="900" b="1">
                <a:solidFill>
                  <a:srgbClr val="38D6C4"/>
                </a:solidFill>
              </a:rPr>
              <a:t>PROGRESSION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93F0171-974E-4056-B511-EAB4734DFD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71500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550" b="1">
                <a:solidFill>
                  <a:srgbClr val="F2F5F4"/>
                </a:solidFill>
              </a:defRPr>
            </a:defPPr>
            <a:lvl1pPr algn="l">
              <a:defRPr sz="2550" b="1">
                <a:solidFill>
                  <a:srgbClr val="F2F5F4"/>
                </a:solidFill>
              </a:defRPr>
            </a:lvl1pPr>
            <a:lvl2pPr algn="l">
              <a:defRPr sz="2550" b="1">
                <a:solidFill>
                  <a:srgbClr val="F2F5F4"/>
                </a:solidFill>
              </a:defRPr>
            </a:lvl2pPr>
            <a:lvl3pPr algn="l">
              <a:defRPr sz="2550" b="1">
                <a:solidFill>
                  <a:srgbClr val="F2F5F4"/>
                </a:solidFill>
              </a:defRPr>
            </a:lvl3pPr>
            <a:lvl4pPr algn="l">
              <a:defRPr sz="2550" b="1">
                <a:solidFill>
                  <a:srgbClr val="F2F5F4"/>
                </a:solidFill>
              </a:defRPr>
            </a:lvl4pPr>
            <a:lvl5pPr algn="l">
              <a:defRPr sz="2550" b="1">
                <a:solidFill>
                  <a:srgbClr val="F2F5F4"/>
                </a:solidFill>
              </a:defRPr>
            </a:lvl5pPr>
            <a:lvl6pPr algn="l">
              <a:defRPr sz="2550" b="1">
                <a:solidFill>
                  <a:srgbClr val="F2F5F4"/>
                </a:solidFill>
              </a:defRPr>
            </a:lvl6pPr>
            <a:lvl7pPr algn="l">
              <a:defRPr sz="2550" b="1">
                <a:solidFill>
                  <a:srgbClr val="F2F5F4"/>
                </a:solidFill>
              </a:defRPr>
            </a:lvl7pPr>
            <a:lvl8pPr algn="l">
              <a:defRPr sz="2550" b="1">
                <a:solidFill>
                  <a:srgbClr val="F2F5F4"/>
                </a:solidFill>
              </a:defRPr>
            </a:lvl8pPr>
            <a:lvl9pPr algn="l">
              <a:defRPr sz="2550" b="1">
                <a:solidFill>
                  <a:srgbClr val="F2F5F4"/>
                </a:solidFill>
              </a:defRPr>
            </a:lvl9pPr>
          </a:lstStyle>
          <a:p xmlns:a="http://schemas.openxmlformats.org/drawingml/2006/main">
            <a:pPr algn="l">
              <a:defRPr sz="2550" b="1">
                <a:solidFill>
                  <a:srgbClr val="F2F5F4"/>
                </a:solidFill>
              </a:defRPr>
            </a:pPr>
            <a:r>
              <a:rPr sz="2550" b="1">
                <a:solidFill>
                  <a:srgbClr val="F2F5F4"/>
                </a:solidFill>
              </a:rPr>
              <a:t>사망·성장과 후속 결정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18E46A0-D97E-4047-866C-53066FB579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200150"/>
            <a:ext cx="11201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383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83C1632-E55D-41F3-9EF1-103D79BEC9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28575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900" b="1">
                <a:solidFill>
                  <a:srgbClr val="A2AFAC"/>
                </a:solidFill>
              </a:defRPr>
            </a:defPPr>
            <a:lvl1pPr algn="r">
              <a:defRPr sz="900" b="1">
                <a:solidFill>
                  <a:srgbClr val="A2AFAC"/>
                </a:solidFill>
              </a:defRPr>
            </a:lvl1pPr>
            <a:lvl2pPr algn="r">
              <a:defRPr sz="900" b="1">
                <a:solidFill>
                  <a:srgbClr val="A2AFAC"/>
                </a:solidFill>
              </a:defRPr>
            </a:lvl2pPr>
            <a:lvl3pPr algn="r">
              <a:defRPr sz="900" b="1">
                <a:solidFill>
                  <a:srgbClr val="A2AFAC"/>
                </a:solidFill>
              </a:defRPr>
            </a:lvl3pPr>
            <a:lvl4pPr algn="r">
              <a:defRPr sz="900" b="1">
                <a:solidFill>
                  <a:srgbClr val="A2AFAC"/>
                </a:solidFill>
              </a:defRPr>
            </a:lvl4pPr>
            <a:lvl5pPr algn="r">
              <a:defRPr sz="900" b="1">
                <a:solidFill>
                  <a:srgbClr val="A2AFAC"/>
                </a:solidFill>
              </a:defRPr>
            </a:lvl5pPr>
            <a:lvl6pPr algn="r">
              <a:defRPr sz="900" b="1">
                <a:solidFill>
                  <a:srgbClr val="A2AFAC"/>
                </a:solidFill>
              </a:defRPr>
            </a:lvl6pPr>
            <a:lvl7pPr algn="r">
              <a:defRPr sz="900" b="1">
                <a:solidFill>
                  <a:srgbClr val="A2AFAC"/>
                </a:solidFill>
              </a:defRPr>
            </a:lvl7pPr>
            <a:lvl8pPr algn="r">
              <a:defRPr sz="900" b="1">
                <a:solidFill>
                  <a:srgbClr val="A2AFAC"/>
                </a:solidFill>
              </a:defRPr>
            </a:lvl8pPr>
            <a:lvl9pPr algn="r">
              <a:defRPr sz="900" b="1">
                <a:solidFill>
                  <a:srgbClr val="A2AFAC"/>
                </a:solidFill>
              </a:defRPr>
            </a:lvl9pPr>
          </a:lstStyle>
          <a:p xmlns:a="http://schemas.openxmlformats.org/drawingml/2006/main">
            <a:pPr algn="r">
              <a:defRPr sz="900" b="1">
                <a:solidFill>
                  <a:srgbClr val="A2AFAC"/>
                </a:solidFill>
              </a:defRPr>
            </a:pPr>
            <a:r>
              <a:rPr sz="900" b="1">
                <a:solidFill>
                  <a:srgbClr val="A2AFAC"/>
                </a:solidFill>
              </a:rPr>
              <a:t>15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7688F9A-7534-4894-A7B3-40FD0F1655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85900"/>
            <a:ext cx="5143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350" b="1">
                <a:solidFill>
                  <a:srgbClr val="E86D65"/>
                </a:solidFill>
              </a:defRPr>
            </a:defPPr>
            <a:lvl1pPr algn="l">
              <a:defRPr sz="1350" b="1">
                <a:solidFill>
                  <a:srgbClr val="E86D65"/>
                </a:solidFill>
              </a:defRPr>
            </a:lvl1pPr>
            <a:lvl2pPr algn="l">
              <a:defRPr sz="1350" b="1">
                <a:solidFill>
                  <a:srgbClr val="E86D65"/>
                </a:solidFill>
              </a:defRPr>
            </a:lvl2pPr>
            <a:lvl3pPr algn="l">
              <a:defRPr sz="1350" b="1">
                <a:solidFill>
                  <a:srgbClr val="E86D65"/>
                </a:solidFill>
              </a:defRPr>
            </a:lvl3pPr>
            <a:lvl4pPr algn="l">
              <a:defRPr sz="1350" b="1">
                <a:solidFill>
                  <a:srgbClr val="E86D65"/>
                </a:solidFill>
              </a:defRPr>
            </a:lvl4pPr>
            <a:lvl5pPr algn="l">
              <a:defRPr sz="1350" b="1">
                <a:solidFill>
                  <a:srgbClr val="E86D65"/>
                </a:solidFill>
              </a:defRPr>
            </a:lvl5pPr>
            <a:lvl6pPr algn="l">
              <a:defRPr sz="1350" b="1">
                <a:solidFill>
                  <a:srgbClr val="E86D65"/>
                </a:solidFill>
              </a:defRPr>
            </a:lvl6pPr>
            <a:lvl7pPr algn="l">
              <a:defRPr sz="1350" b="1">
                <a:solidFill>
                  <a:srgbClr val="E86D65"/>
                </a:solidFill>
              </a:defRPr>
            </a:lvl7pPr>
            <a:lvl8pPr algn="l">
              <a:defRPr sz="1350" b="1">
                <a:solidFill>
                  <a:srgbClr val="E86D65"/>
                </a:solidFill>
              </a:defRPr>
            </a:lvl8pPr>
            <a:lvl9pPr algn="l">
              <a:defRPr sz="1350" b="1">
                <a:solidFill>
                  <a:srgbClr val="E86D65"/>
                </a:solidFill>
              </a:defRPr>
            </a:lvl9pPr>
          </a:lstStyle>
          <a:p xmlns:a="http://schemas.openxmlformats.org/drawingml/2006/main">
            <a:pPr algn="l">
              <a:defRPr sz="1350" b="1">
                <a:solidFill>
                  <a:srgbClr val="E86D65"/>
                </a:solidFill>
              </a:defRPr>
            </a:pPr>
            <a:r>
              <a:rPr sz="1350" b="1">
                <a:solidFill>
                  <a:srgbClr val="E86D65"/>
                </a:solidFill>
              </a:rPr>
              <a:t>사망과 복귀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B5FB1C6-AFE8-41BF-BB6E-0E3855141B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809750"/>
            <a:ext cx="5143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350" b="0">
                <a:solidFill>
                  <a:srgbClr val="F2F5F4"/>
                </a:solidFill>
              </a:defRPr>
            </a:defPPr>
            <a:lvl1pPr algn="l">
              <a:defRPr sz="1350" b="0">
                <a:solidFill>
                  <a:srgbClr val="F2F5F4"/>
                </a:solidFill>
              </a:defRPr>
            </a:lvl1pPr>
            <a:lvl2pPr algn="l">
              <a:defRPr sz="1350" b="0">
                <a:solidFill>
                  <a:srgbClr val="F2F5F4"/>
                </a:solidFill>
              </a:defRPr>
            </a:lvl2pPr>
            <a:lvl3pPr algn="l">
              <a:defRPr sz="1350" b="0">
                <a:solidFill>
                  <a:srgbClr val="F2F5F4"/>
                </a:solidFill>
              </a:defRPr>
            </a:lvl3pPr>
            <a:lvl4pPr algn="l">
              <a:defRPr sz="1350" b="0">
                <a:solidFill>
                  <a:srgbClr val="F2F5F4"/>
                </a:solidFill>
              </a:defRPr>
            </a:lvl4pPr>
            <a:lvl5pPr algn="l">
              <a:defRPr sz="1350" b="0">
                <a:solidFill>
                  <a:srgbClr val="F2F5F4"/>
                </a:solidFill>
              </a:defRPr>
            </a:lvl5pPr>
            <a:lvl6pPr algn="l">
              <a:defRPr sz="1350" b="0">
                <a:solidFill>
                  <a:srgbClr val="F2F5F4"/>
                </a:solidFill>
              </a:defRPr>
            </a:lvl6pPr>
            <a:lvl7pPr algn="l">
              <a:defRPr sz="1350" b="0">
                <a:solidFill>
                  <a:srgbClr val="F2F5F4"/>
                </a:solidFill>
              </a:defRPr>
            </a:lvl7pPr>
            <a:lvl8pPr algn="l">
              <a:defRPr sz="1350" b="0">
                <a:solidFill>
                  <a:srgbClr val="F2F5F4"/>
                </a:solidFill>
              </a:defRPr>
            </a:lvl8pPr>
            <a:lvl9pPr algn="l">
              <a:defRPr sz="1350" b="0">
                <a:solidFill>
                  <a:srgbClr val="F2F5F4"/>
                </a:solidFill>
              </a:defRPr>
            </a:lvl9pPr>
          </a:lstStyle>
          <a:p xmlns:a="http://schemas.openxmlformats.org/drawingml/2006/main">
            <a:pPr algn="l">
              <a:defRPr sz="1350" b="0">
                <a:solidFill>
                  <a:srgbClr val="F2F5F4"/>
                </a:solidFill>
              </a:defRPr>
            </a:pPr>
            <a:r>
              <a:rPr sz="1350" b="0">
                <a:solidFill>
                  <a:srgbClr val="F2F5F4"/>
                </a:solidFill>
              </a:rPr>
              <a:t>영구 사망은 없다. 미확정 수확물과 자산 일부 또는 캐릭터 레벨을 잃고 연구소로 돌아온다.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137B90D-5A88-431A-9D40-F4DE60A0EB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485900"/>
            <a:ext cx="5143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350" b="1">
                <a:solidFill>
                  <a:srgbClr val="38D6C4"/>
                </a:solidFill>
              </a:defRPr>
            </a:defPPr>
            <a:lvl1pPr algn="l">
              <a:defRPr sz="1350" b="1">
                <a:solidFill>
                  <a:srgbClr val="38D6C4"/>
                </a:solidFill>
              </a:defRPr>
            </a:lvl1pPr>
            <a:lvl2pPr algn="l">
              <a:defRPr sz="1350" b="1">
                <a:solidFill>
                  <a:srgbClr val="38D6C4"/>
                </a:solidFill>
              </a:defRPr>
            </a:lvl2pPr>
            <a:lvl3pPr algn="l">
              <a:defRPr sz="1350" b="1">
                <a:solidFill>
                  <a:srgbClr val="38D6C4"/>
                </a:solidFill>
              </a:defRPr>
            </a:lvl3pPr>
            <a:lvl4pPr algn="l">
              <a:defRPr sz="1350" b="1">
                <a:solidFill>
                  <a:srgbClr val="38D6C4"/>
                </a:solidFill>
              </a:defRPr>
            </a:lvl4pPr>
            <a:lvl5pPr algn="l">
              <a:defRPr sz="1350" b="1">
                <a:solidFill>
                  <a:srgbClr val="38D6C4"/>
                </a:solidFill>
              </a:defRPr>
            </a:lvl5pPr>
            <a:lvl6pPr algn="l">
              <a:defRPr sz="1350" b="1">
                <a:solidFill>
                  <a:srgbClr val="38D6C4"/>
                </a:solidFill>
              </a:defRPr>
            </a:lvl6pPr>
            <a:lvl7pPr algn="l">
              <a:defRPr sz="1350" b="1">
                <a:solidFill>
                  <a:srgbClr val="38D6C4"/>
                </a:solidFill>
              </a:defRPr>
            </a:lvl7pPr>
            <a:lvl8pPr algn="l">
              <a:defRPr sz="1350" b="1">
                <a:solidFill>
                  <a:srgbClr val="38D6C4"/>
                </a:solidFill>
              </a:defRPr>
            </a:lvl8pPr>
            <a:lvl9pPr algn="l">
              <a:defRPr sz="1350" b="1">
                <a:solidFill>
                  <a:srgbClr val="38D6C4"/>
                </a:solidFill>
              </a:defRPr>
            </a:lvl9pPr>
          </a:lstStyle>
          <a:p xmlns:a="http://schemas.openxmlformats.org/drawingml/2006/main">
            <a:pPr algn="l">
              <a:defRPr sz="1350" b="1">
                <a:solidFill>
                  <a:srgbClr val="38D6C4"/>
                </a:solidFill>
              </a:defRPr>
            </a:pPr>
            <a:r>
              <a:rPr sz="1350" b="1">
                <a:solidFill>
                  <a:srgbClr val="38D6C4"/>
                </a:solidFill>
              </a:rPr>
              <a:t>보존되는 것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756469B-75AB-4DAD-ACF6-ECC707D5F8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809750"/>
            <a:ext cx="5143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350" b="0">
                <a:solidFill>
                  <a:srgbClr val="F2F5F4"/>
                </a:solidFill>
              </a:defRPr>
            </a:defPPr>
            <a:lvl1pPr algn="l">
              <a:defRPr sz="1350" b="0">
                <a:solidFill>
                  <a:srgbClr val="F2F5F4"/>
                </a:solidFill>
              </a:defRPr>
            </a:lvl1pPr>
            <a:lvl2pPr algn="l">
              <a:defRPr sz="1350" b="0">
                <a:solidFill>
                  <a:srgbClr val="F2F5F4"/>
                </a:solidFill>
              </a:defRPr>
            </a:lvl2pPr>
            <a:lvl3pPr algn="l">
              <a:defRPr sz="1350" b="0">
                <a:solidFill>
                  <a:srgbClr val="F2F5F4"/>
                </a:solidFill>
              </a:defRPr>
            </a:lvl3pPr>
            <a:lvl4pPr algn="l">
              <a:defRPr sz="1350" b="0">
                <a:solidFill>
                  <a:srgbClr val="F2F5F4"/>
                </a:solidFill>
              </a:defRPr>
            </a:lvl4pPr>
            <a:lvl5pPr algn="l">
              <a:defRPr sz="1350" b="0">
                <a:solidFill>
                  <a:srgbClr val="F2F5F4"/>
                </a:solidFill>
              </a:defRPr>
            </a:lvl5pPr>
            <a:lvl6pPr algn="l">
              <a:defRPr sz="1350" b="0">
                <a:solidFill>
                  <a:srgbClr val="F2F5F4"/>
                </a:solidFill>
              </a:defRPr>
            </a:lvl6pPr>
            <a:lvl7pPr algn="l">
              <a:defRPr sz="1350" b="0">
                <a:solidFill>
                  <a:srgbClr val="F2F5F4"/>
                </a:solidFill>
              </a:defRPr>
            </a:lvl7pPr>
            <a:lvl8pPr algn="l">
              <a:defRPr sz="1350" b="0">
                <a:solidFill>
                  <a:srgbClr val="F2F5F4"/>
                </a:solidFill>
              </a:defRPr>
            </a:lvl8pPr>
            <a:lvl9pPr algn="l">
              <a:defRPr sz="1350" b="0">
                <a:solidFill>
                  <a:srgbClr val="F2F5F4"/>
                </a:solidFill>
              </a:defRPr>
            </a:lvl9pPr>
          </a:lstStyle>
          <a:p xmlns:a="http://schemas.openxmlformats.org/drawingml/2006/main">
            <a:pPr algn="l">
              <a:defRPr sz="1350" b="0">
                <a:solidFill>
                  <a:srgbClr val="F2F5F4"/>
                </a:solidFill>
              </a:defRPr>
            </a:pPr>
            <a:r>
              <a:rPr sz="1350" b="0">
                <a:solidFill>
                  <a:srgbClr val="F2F5F4"/>
                </a:solidFill>
              </a:rPr>
              <a:t>이름·외형·성격·칭호·관계·개인 노트와 서사 기록은 유지한다.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5DF5497-B866-4836-9CB0-7F821C34FD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219450"/>
            <a:ext cx="1066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650" b="1">
                <a:solidFill>
                  <a:srgbClr val="F2F5F4"/>
                </a:solidFill>
              </a:defRPr>
            </a:defPPr>
            <a:lvl1pPr algn="l">
              <a:defRPr sz="1650" b="1">
                <a:solidFill>
                  <a:srgbClr val="F2F5F4"/>
                </a:solidFill>
              </a:defRPr>
            </a:lvl1pPr>
            <a:lvl2pPr algn="l">
              <a:defRPr sz="1650" b="1">
                <a:solidFill>
                  <a:srgbClr val="F2F5F4"/>
                </a:solidFill>
              </a:defRPr>
            </a:lvl2pPr>
            <a:lvl3pPr algn="l">
              <a:defRPr sz="1650" b="1">
                <a:solidFill>
                  <a:srgbClr val="F2F5F4"/>
                </a:solidFill>
              </a:defRPr>
            </a:lvl3pPr>
            <a:lvl4pPr algn="l">
              <a:defRPr sz="1650" b="1">
                <a:solidFill>
                  <a:srgbClr val="F2F5F4"/>
                </a:solidFill>
              </a:defRPr>
            </a:lvl4pPr>
            <a:lvl5pPr algn="l">
              <a:defRPr sz="1650" b="1">
                <a:solidFill>
                  <a:srgbClr val="F2F5F4"/>
                </a:solidFill>
              </a:defRPr>
            </a:lvl5pPr>
            <a:lvl6pPr algn="l">
              <a:defRPr sz="1650" b="1">
                <a:solidFill>
                  <a:srgbClr val="F2F5F4"/>
                </a:solidFill>
              </a:defRPr>
            </a:lvl6pPr>
            <a:lvl7pPr algn="l">
              <a:defRPr sz="1650" b="1">
                <a:solidFill>
                  <a:srgbClr val="F2F5F4"/>
                </a:solidFill>
              </a:defRPr>
            </a:lvl7pPr>
            <a:lvl8pPr algn="l">
              <a:defRPr sz="1650" b="1">
                <a:solidFill>
                  <a:srgbClr val="F2F5F4"/>
                </a:solidFill>
              </a:defRPr>
            </a:lvl8pPr>
            <a:lvl9pPr algn="l">
              <a:defRPr sz="1650" b="1">
                <a:solidFill>
                  <a:srgbClr val="F2F5F4"/>
                </a:solidFill>
              </a:defRPr>
            </a:lvl9pPr>
          </a:lstStyle>
          <a:p xmlns:a="http://schemas.openxmlformats.org/drawingml/2006/main">
            <a:pPr algn="l">
              <a:defRPr sz="1650" b="1">
                <a:solidFill>
                  <a:srgbClr val="F2F5F4"/>
                </a:solidFill>
              </a:defRPr>
            </a:pPr>
            <a:r>
              <a:rPr sz="1650" b="1">
                <a:solidFill>
                  <a:srgbClr val="F2F5F4"/>
                </a:solidFill>
              </a:rPr>
              <a:t>후속 확정 항목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FA4837F-1C13-4E11-B0CC-AA627F596A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733800"/>
            <a:ext cx="5143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350" b="1">
                <a:solidFill>
                  <a:srgbClr val="E9C46A"/>
                </a:solidFill>
              </a:defRPr>
            </a:defPPr>
            <a:lvl1pPr algn="l">
              <a:defRPr sz="1350" b="1">
                <a:solidFill>
                  <a:srgbClr val="E9C46A"/>
                </a:solidFill>
              </a:defRPr>
            </a:lvl1pPr>
            <a:lvl2pPr algn="l">
              <a:defRPr sz="1350" b="1">
                <a:solidFill>
                  <a:srgbClr val="E9C46A"/>
                </a:solidFill>
              </a:defRPr>
            </a:lvl2pPr>
            <a:lvl3pPr algn="l">
              <a:defRPr sz="1350" b="1">
                <a:solidFill>
                  <a:srgbClr val="E9C46A"/>
                </a:solidFill>
              </a:defRPr>
            </a:lvl3pPr>
            <a:lvl4pPr algn="l">
              <a:defRPr sz="1350" b="1">
                <a:solidFill>
                  <a:srgbClr val="E9C46A"/>
                </a:solidFill>
              </a:defRPr>
            </a:lvl4pPr>
            <a:lvl5pPr algn="l">
              <a:defRPr sz="1350" b="1">
                <a:solidFill>
                  <a:srgbClr val="E9C46A"/>
                </a:solidFill>
              </a:defRPr>
            </a:lvl5pPr>
            <a:lvl6pPr algn="l">
              <a:defRPr sz="1350" b="1">
                <a:solidFill>
                  <a:srgbClr val="E9C46A"/>
                </a:solidFill>
              </a:defRPr>
            </a:lvl6pPr>
            <a:lvl7pPr algn="l">
              <a:defRPr sz="1350" b="1">
                <a:solidFill>
                  <a:srgbClr val="E9C46A"/>
                </a:solidFill>
              </a:defRPr>
            </a:lvl7pPr>
            <a:lvl8pPr algn="l">
              <a:defRPr sz="1350" b="1">
                <a:solidFill>
                  <a:srgbClr val="E9C46A"/>
                </a:solidFill>
              </a:defRPr>
            </a:lvl8pPr>
            <a:lvl9pPr algn="l">
              <a:defRPr sz="1350" b="1">
                <a:solidFill>
                  <a:srgbClr val="E9C46A"/>
                </a:solidFill>
              </a:defRPr>
            </a:lvl9pPr>
          </a:lstStyle>
          <a:p xmlns:a="http://schemas.openxmlformats.org/drawingml/2006/main">
            <a:pPr algn="l">
              <a:defRPr sz="1350" b="1">
                <a:solidFill>
                  <a:srgbClr val="E9C46A"/>
                </a:solidFill>
              </a:defRPr>
            </a:pPr>
            <a:r>
              <a:rPr sz="1350" b="1">
                <a:solidFill>
                  <a:srgbClr val="E9C46A"/>
                </a:solidFill>
              </a:rPr>
              <a:t>01  사망 시 자산과 레벨 손실 비율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1916C36-B61D-4045-A51D-698F53D219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733800"/>
            <a:ext cx="5143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350" b="1">
                <a:solidFill>
                  <a:srgbClr val="E9C46A"/>
                </a:solidFill>
              </a:defRPr>
            </a:defPPr>
            <a:lvl1pPr algn="l">
              <a:defRPr sz="1350" b="1">
                <a:solidFill>
                  <a:srgbClr val="E9C46A"/>
                </a:solidFill>
              </a:defRPr>
            </a:lvl1pPr>
            <a:lvl2pPr algn="l">
              <a:defRPr sz="1350" b="1">
                <a:solidFill>
                  <a:srgbClr val="E9C46A"/>
                </a:solidFill>
              </a:defRPr>
            </a:lvl2pPr>
            <a:lvl3pPr algn="l">
              <a:defRPr sz="1350" b="1">
                <a:solidFill>
                  <a:srgbClr val="E9C46A"/>
                </a:solidFill>
              </a:defRPr>
            </a:lvl3pPr>
            <a:lvl4pPr algn="l">
              <a:defRPr sz="1350" b="1">
                <a:solidFill>
                  <a:srgbClr val="E9C46A"/>
                </a:solidFill>
              </a:defRPr>
            </a:lvl4pPr>
            <a:lvl5pPr algn="l">
              <a:defRPr sz="1350" b="1">
                <a:solidFill>
                  <a:srgbClr val="E9C46A"/>
                </a:solidFill>
              </a:defRPr>
            </a:lvl5pPr>
            <a:lvl6pPr algn="l">
              <a:defRPr sz="1350" b="1">
                <a:solidFill>
                  <a:srgbClr val="E9C46A"/>
                </a:solidFill>
              </a:defRPr>
            </a:lvl6pPr>
            <a:lvl7pPr algn="l">
              <a:defRPr sz="1350" b="1">
                <a:solidFill>
                  <a:srgbClr val="E9C46A"/>
                </a:solidFill>
              </a:defRPr>
            </a:lvl7pPr>
            <a:lvl8pPr algn="l">
              <a:defRPr sz="1350" b="1">
                <a:solidFill>
                  <a:srgbClr val="E9C46A"/>
                </a:solidFill>
              </a:defRPr>
            </a:lvl8pPr>
            <a:lvl9pPr algn="l">
              <a:defRPr sz="1350" b="1">
                <a:solidFill>
                  <a:srgbClr val="E9C46A"/>
                </a:solidFill>
              </a:defRPr>
            </a:lvl9pPr>
          </a:lstStyle>
          <a:p xmlns:a="http://schemas.openxmlformats.org/drawingml/2006/main">
            <a:pPr algn="l">
              <a:defRPr sz="1350" b="1">
                <a:solidFill>
                  <a:srgbClr val="E9C46A"/>
                </a:solidFill>
              </a:defRPr>
            </a:pPr>
            <a:r>
              <a:rPr sz="1350" b="1">
                <a:solidFill>
                  <a:srgbClr val="E9C46A"/>
                </a:solidFill>
              </a:rPr>
              <a:t>02  성격 조합의 상충·중첩 규칙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F070036-37DB-4EB0-ADF6-D60C35D743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381500"/>
            <a:ext cx="5143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350" b="0">
                <a:solidFill>
                  <a:srgbClr val="A2AFAC"/>
                </a:solidFill>
              </a:defRPr>
            </a:defPPr>
            <a:lvl1pPr algn="l">
              <a:defRPr sz="1350" b="0">
                <a:solidFill>
                  <a:srgbClr val="A2AFAC"/>
                </a:solidFill>
              </a:defRPr>
            </a:lvl1pPr>
            <a:lvl2pPr algn="l">
              <a:defRPr sz="1350" b="0">
                <a:solidFill>
                  <a:srgbClr val="A2AFAC"/>
                </a:solidFill>
              </a:defRPr>
            </a:lvl2pPr>
            <a:lvl3pPr algn="l">
              <a:defRPr sz="1350" b="0">
                <a:solidFill>
                  <a:srgbClr val="A2AFAC"/>
                </a:solidFill>
              </a:defRPr>
            </a:lvl3pPr>
            <a:lvl4pPr algn="l">
              <a:defRPr sz="1350" b="0">
                <a:solidFill>
                  <a:srgbClr val="A2AFAC"/>
                </a:solidFill>
              </a:defRPr>
            </a:lvl4pPr>
            <a:lvl5pPr algn="l">
              <a:defRPr sz="1350" b="0">
                <a:solidFill>
                  <a:srgbClr val="A2AFAC"/>
                </a:solidFill>
              </a:defRPr>
            </a:lvl5pPr>
            <a:lvl6pPr algn="l">
              <a:defRPr sz="1350" b="0">
                <a:solidFill>
                  <a:srgbClr val="A2AFAC"/>
                </a:solidFill>
              </a:defRPr>
            </a:lvl6pPr>
            <a:lvl7pPr algn="l">
              <a:defRPr sz="1350" b="0">
                <a:solidFill>
                  <a:srgbClr val="A2AFAC"/>
                </a:solidFill>
              </a:defRPr>
            </a:lvl7pPr>
            <a:lvl8pPr algn="l">
              <a:defRPr sz="1350" b="0">
                <a:solidFill>
                  <a:srgbClr val="A2AFAC"/>
                </a:solidFill>
              </a:defRPr>
            </a:lvl8pPr>
            <a:lvl9pPr algn="l">
              <a:defRPr sz="1350" b="0">
                <a:solidFill>
                  <a:srgbClr val="A2AFAC"/>
                </a:solidFill>
              </a:defRPr>
            </a:lvl9pPr>
          </a:lstStyle>
          <a:p xmlns:a="http://schemas.openxmlformats.org/drawingml/2006/main">
            <a:pPr algn="l">
              <a:defRPr sz="1350" b="0">
                <a:solidFill>
                  <a:srgbClr val="A2AFAC"/>
                </a:solidFill>
              </a:defRPr>
            </a:pPr>
            <a:r>
              <a:rPr sz="1350" b="0">
                <a:solidFill>
                  <a:srgbClr val="A2AFAC"/>
                </a:solidFill>
              </a:rPr>
              <a:t>03  무기 전투력 공식과 장비 등급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9A3F1DD-88F6-4BF6-9336-2A4ADA74CD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381500"/>
            <a:ext cx="5143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350" b="0">
                <a:solidFill>
                  <a:srgbClr val="A2AFAC"/>
                </a:solidFill>
              </a:defRPr>
            </a:defPPr>
            <a:lvl1pPr algn="l">
              <a:defRPr sz="1350" b="0">
                <a:solidFill>
                  <a:srgbClr val="A2AFAC"/>
                </a:solidFill>
              </a:defRPr>
            </a:lvl1pPr>
            <a:lvl2pPr algn="l">
              <a:defRPr sz="1350" b="0">
                <a:solidFill>
                  <a:srgbClr val="A2AFAC"/>
                </a:solidFill>
              </a:defRPr>
            </a:lvl2pPr>
            <a:lvl3pPr algn="l">
              <a:defRPr sz="1350" b="0">
                <a:solidFill>
                  <a:srgbClr val="A2AFAC"/>
                </a:solidFill>
              </a:defRPr>
            </a:lvl3pPr>
            <a:lvl4pPr algn="l">
              <a:defRPr sz="1350" b="0">
                <a:solidFill>
                  <a:srgbClr val="A2AFAC"/>
                </a:solidFill>
              </a:defRPr>
            </a:lvl4pPr>
            <a:lvl5pPr algn="l">
              <a:defRPr sz="1350" b="0">
                <a:solidFill>
                  <a:srgbClr val="A2AFAC"/>
                </a:solidFill>
              </a:defRPr>
            </a:lvl5pPr>
            <a:lvl6pPr algn="l">
              <a:defRPr sz="1350" b="0">
                <a:solidFill>
                  <a:srgbClr val="A2AFAC"/>
                </a:solidFill>
              </a:defRPr>
            </a:lvl6pPr>
            <a:lvl7pPr algn="l">
              <a:defRPr sz="1350" b="0">
                <a:solidFill>
                  <a:srgbClr val="A2AFAC"/>
                </a:solidFill>
              </a:defRPr>
            </a:lvl7pPr>
            <a:lvl8pPr algn="l">
              <a:defRPr sz="1350" b="0">
                <a:solidFill>
                  <a:srgbClr val="A2AFAC"/>
                </a:solidFill>
              </a:defRPr>
            </a:lvl8pPr>
            <a:lvl9pPr algn="l">
              <a:defRPr sz="1350" b="0">
                <a:solidFill>
                  <a:srgbClr val="A2AFAC"/>
                </a:solidFill>
              </a:defRPr>
            </a:lvl9pPr>
          </a:lstStyle>
          <a:p xmlns:a="http://schemas.openxmlformats.org/drawingml/2006/main">
            <a:pPr algn="l">
              <a:defRPr sz="1350" b="0">
                <a:solidFill>
                  <a:srgbClr val="A2AFAC"/>
                </a:solidFill>
              </a:defRPr>
            </a:pPr>
            <a:r>
              <a:rPr sz="1350" b="0">
                <a:solidFill>
                  <a:srgbClr val="A2AFAC"/>
                </a:solidFill>
              </a:rPr>
              <a:t>04  현장 드롭의 회수 가능 시간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93E7073-926C-4BEB-BB8D-9B05BB1A01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029200"/>
            <a:ext cx="5143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350" b="0">
                <a:solidFill>
                  <a:srgbClr val="A2AFAC"/>
                </a:solidFill>
              </a:defRPr>
            </a:defPPr>
            <a:lvl1pPr algn="l">
              <a:defRPr sz="1350" b="0">
                <a:solidFill>
                  <a:srgbClr val="A2AFAC"/>
                </a:solidFill>
              </a:defRPr>
            </a:lvl1pPr>
            <a:lvl2pPr algn="l">
              <a:defRPr sz="1350" b="0">
                <a:solidFill>
                  <a:srgbClr val="A2AFAC"/>
                </a:solidFill>
              </a:defRPr>
            </a:lvl2pPr>
            <a:lvl3pPr algn="l">
              <a:defRPr sz="1350" b="0">
                <a:solidFill>
                  <a:srgbClr val="A2AFAC"/>
                </a:solidFill>
              </a:defRPr>
            </a:lvl3pPr>
            <a:lvl4pPr algn="l">
              <a:defRPr sz="1350" b="0">
                <a:solidFill>
                  <a:srgbClr val="A2AFAC"/>
                </a:solidFill>
              </a:defRPr>
            </a:lvl4pPr>
            <a:lvl5pPr algn="l">
              <a:defRPr sz="1350" b="0">
                <a:solidFill>
                  <a:srgbClr val="A2AFAC"/>
                </a:solidFill>
              </a:defRPr>
            </a:lvl5pPr>
            <a:lvl6pPr algn="l">
              <a:defRPr sz="1350" b="0">
                <a:solidFill>
                  <a:srgbClr val="A2AFAC"/>
                </a:solidFill>
              </a:defRPr>
            </a:lvl6pPr>
            <a:lvl7pPr algn="l">
              <a:defRPr sz="1350" b="0">
                <a:solidFill>
                  <a:srgbClr val="A2AFAC"/>
                </a:solidFill>
              </a:defRPr>
            </a:lvl7pPr>
            <a:lvl8pPr algn="l">
              <a:defRPr sz="1350" b="0">
                <a:solidFill>
                  <a:srgbClr val="A2AFAC"/>
                </a:solidFill>
              </a:defRPr>
            </a:lvl8pPr>
            <a:lvl9pPr algn="l">
              <a:defRPr sz="1350" b="0">
                <a:solidFill>
                  <a:srgbClr val="A2AFAC"/>
                </a:solidFill>
              </a:defRPr>
            </a:lvl9pPr>
          </a:lstStyle>
          <a:p xmlns:a="http://schemas.openxmlformats.org/drawingml/2006/main">
            <a:pPr algn="l">
              <a:defRPr sz="1350" b="0">
                <a:solidFill>
                  <a:srgbClr val="A2AFAC"/>
                </a:solidFill>
              </a:defRPr>
            </a:pPr>
            <a:r>
              <a:rPr sz="1350" b="0">
                <a:solidFill>
                  <a:srgbClr val="A2AFAC"/>
                </a:solidFill>
              </a:rPr>
              <a:t>05  서사 아이템 슬롯과 거래 제한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98D0375-54D7-45AA-A2E1-7AD391B6C3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029200"/>
            <a:ext cx="5143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350" b="0">
                <a:solidFill>
                  <a:srgbClr val="A2AFAC"/>
                </a:solidFill>
              </a:defRPr>
            </a:defPPr>
            <a:lvl1pPr algn="l">
              <a:defRPr sz="1350" b="0">
                <a:solidFill>
                  <a:srgbClr val="A2AFAC"/>
                </a:solidFill>
              </a:defRPr>
            </a:lvl1pPr>
            <a:lvl2pPr algn="l">
              <a:defRPr sz="1350" b="0">
                <a:solidFill>
                  <a:srgbClr val="A2AFAC"/>
                </a:solidFill>
              </a:defRPr>
            </a:lvl2pPr>
            <a:lvl3pPr algn="l">
              <a:defRPr sz="1350" b="0">
                <a:solidFill>
                  <a:srgbClr val="A2AFAC"/>
                </a:solidFill>
              </a:defRPr>
            </a:lvl3pPr>
            <a:lvl4pPr algn="l">
              <a:defRPr sz="1350" b="0">
                <a:solidFill>
                  <a:srgbClr val="A2AFAC"/>
                </a:solidFill>
              </a:defRPr>
            </a:lvl4pPr>
            <a:lvl5pPr algn="l">
              <a:defRPr sz="1350" b="0">
                <a:solidFill>
                  <a:srgbClr val="A2AFAC"/>
                </a:solidFill>
              </a:defRPr>
            </a:lvl5pPr>
            <a:lvl6pPr algn="l">
              <a:defRPr sz="1350" b="0">
                <a:solidFill>
                  <a:srgbClr val="A2AFAC"/>
                </a:solidFill>
              </a:defRPr>
            </a:lvl6pPr>
            <a:lvl7pPr algn="l">
              <a:defRPr sz="1350" b="0">
                <a:solidFill>
                  <a:srgbClr val="A2AFAC"/>
                </a:solidFill>
              </a:defRPr>
            </a:lvl7pPr>
            <a:lvl8pPr algn="l">
              <a:defRPr sz="1350" b="0">
                <a:solidFill>
                  <a:srgbClr val="A2AFAC"/>
                </a:solidFill>
              </a:defRPr>
            </a:lvl8pPr>
            <a:lvl9pPr algn="l">
              <a:defRPr sz="1350" b="0">
                <a:solidFill>
                  <a:srgbClr val="A2AFAC"/>
                </a:solidFill>
              </a:defRPr>
            </a:lvl9pPr>
          </a:lstStyle>
          <a:p xmlns:a="http://schemas.openxmlformats.org/drawingml/2006/main">
            <a:pPr algn="l">
              <a:defRPr sz="1350" b="0">
                <a:solidFill>
                  <a:srgbClr val="A2AFAC"/>
                </a:solidFill>
              </a:defRPr>
            </a:pPr>
            <a:r>
              <a:rPr sz="1350" b="0">
                <a:solidFill>
                  <a:srgbClr val="A2AFAC"/>
                </a:solidFill>
              </a:rPr>
              <a:t>06  깊이 단계별 전진·철수 응답 방식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FEE75D3-C710-4576-92AA-EEDDC19641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000750"/>
            <a:ext cx="1104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125" b="0">
                <a:solidFill>
                  <a:srgbClr val="A2AFAC"/>
                </a:solidFill>
              </a:defRPr>
            </a:defPPr>
            <a:lvl1pPr algn="ctr">
              <a:defRPr sz="1125" b="0">
                <a:solidFill>
                  <a:srgbClr val="A2AFAC"/>
                </a:solidFill>
              </a:defRPr>
            </a:lvl1pPr>
            <a:lvl2pPr algn="ctr">
              <a:defRPr sz="1125" b="0">
                <a:solidFill>
                  <a:srgbClr val="A2AFAC"/>
                </a:solidFill>
              </a:defRPr>
            </a:lvl2pPr>
            <a:lvl3pPr algn="ctr">
              <a:defRPr sz="1125" b="0">
                <a:solidFill>
                  <a:srgbClr val="A2AFAC"/>
                </a:solidFill>
              </a:defRPr>
            </a:lvl3pPr>
            <a:lvl4pPr algn="ctr">
              <a:defRPr sz="1125" b="0">
                <a:solidFill>
                  <a:srgbClr val="A2AFAC"/>
                </a:solidFill>
              </a:defRPr>
            </a:lvl4pPr>
            <a:lvl5pPr algn="ctr">
              <a:defRPr sz="1125" b="0">
                <a:solidFill>
                  <a:srgbClr val="A2AFAC"/>
                </a:solidFill>
              </a:defRPr>
            </a:lvl5pPr>
            <a:lvl6pPr algn="ctr">
              <a:defRPr sz="1125" b="0">
                <a:solidFill>
                  <a:srgbClr val="A2AFAC"/>
                </a:solidFill>
              </a:defRPr>
            </a:lvl6pPr>
            <a:lvl7pPr algn="ctr">
              <a:defRPr sz="1125" b="0">
                <a:solidFill>
                  <a:srgbClr val="A2AFAC"/>
                </a:solidFill>
              </a:defRPr>
            </a:lvl7pPr>
            <a:lvl8pPr algn="ctr">
              <a:defRPr sz="1125" b="0">
                <a:solidFill>
                  <a:srgbClr val="A2AFAC"/>
                </a:solidFill>
              </a:defRPr>
            </a:lvl8pPr>
            <a:lvl9pPr algn="ctr">
              <a:defRPr sz="1125" b="0">
                <a:solidFill>
                  <a:srgbClr val="A2AFAC"/>
                </a:solidFill>
              </a:defRPr>
            </a:lvl9pPr>
          </a:lstStyle>
          <a:p xmlns:a="http://schemas.openxmlformats.org/drawingml/2006/main">
            <a:pPr algn="ctr">
              <a:defRPr sz="1125" b="0">
                <a:solidFill>
                  <a:srgbClr val="A2AFAC"/>
                </a:solidFill>
              </a:defRPr>
            </a:pPr>
            <a:r>
              <a:rPr sz="1125" b="0">
                <a:solidFill>
                  <a:srgbClr val="A2AFAC"/>
                </a:solidFill>
              </a:rPr>
              <a:t>현재 웹 구현은 이전 4인 프로토타입이며, 새 기준의 수치 확정 뒤 재구현한다.</a:t>
            </a:r>
          </a:p>
        </p:txBody>
      </p:sp>
    </p:spTree>
    <p:extLst>
      <p:ext uri="{BB962C8B-B14F-4D97-AF65-F5344CB8AC3E}">
        <p14:creationId xmlns:p14="http://schemas.microsoft.com/office/powerpoint/2010/main" val="483404618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2026-10-22T15:46:02.6610000Z</dcterms:created>
  <dcterms:modified xsi:type="dcterms:W3CDTF">2026-10-22T15:46:02.6610000Z</dcterms:modified>
</coreProperties>
</file>